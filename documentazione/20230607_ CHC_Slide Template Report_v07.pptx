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ags/tag7.xml" ContentType="application/vnd.openxmlformats-officedocument.presentationml.tags+xml"/>
  <Override PartName="/ppt/theme/theme3.xml" ContentType="application/vnd.openxmlformats-officedocument.them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4"/>
    <p:sldMasterId id="2147483656" r:id="rId5"/>
  </p:sldMasterIdLst>
  <p:notesMasterIdLst>
    <p:notesMasterId r:id="rId25"/>
  </p:notesMasterIdLst>
  <p:sldIdLst>
    <p:sldId id="2146847173" r:id="rId6"/>
    <p:sldId id="2146847155" r:id="rId7"/>
    <p:sldId id="2146847218" r:id="rId8"/>
    <p:sldId id="2146847278" r:id="rId9"/>
    <p:sldId id="2146847270" r:id="rId10"/>
    <p:sldId id="2146847217" r:id="rId11"/>
    <p:sldId id="2146847271" r:id="rId12"/>
    <p:sldId id="2146847272" r:id="rId13"/>
    <p:sldId id="2146847279" r:id="rId14"/>
    <p:sldId id="2146847274" r:id="rId15"/>
    <p:sldId id="2146847275" r:id="rId16"/>
    <p:sldId id="2146847263" r:id="rId17"/>
    <p:sldId id="2146847264" r:id="rId18"/>
    <p:sldId id="2146847276" r:id="rId19"/>
    <p:sldId id="2146847277" r:id="rId20"/>
    <p:sldId id="2146847267" r:id="rId21"/>
    <p:sldId id="2146847268" r:id="rId22"/>
    <p:sldId id="2146847269" r:id="rId23"/>
    <p:sldId id="2146847280" r:id="rId24"/>
  </p:sldIdLst>
  <p:sldSz cx="12192000" cy="6858000"/>
  <p:notesSz cx="6858000" cy="9144000"/>
  <p:custDataLst>
    <p:tags r:id="rId2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CC"/>
    <a:srgbClr val="EEEFFB"/>
    <a:srgbClr val="990000"/>
    <a:srgbClr val="EF7521"/>
    <a:srgbClr val="FBE5D6"/>
    <a:srgbClr val="F4F5FD"/>
    <a:srgbClr val="D0D2F3"/>
    <a:srgbClr val="E77632"/>
    <a:srgbClr val="9D9999"/>
    <a:srgbClr val="EFEFE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017" autoAdjust="0"/>
    <p:restoredTop sz="92835" autoAdjust="0"/>
  </p:normalViewPr>
  <p:slideViewPr>
    <p:cSldViewPr snapToGrid="0">
      <p:cViewPr>
        <p:scale>
          <a:sx n="66" d="100"/>
          <a:sy n="66" d="100"/>
        </p:scale>
        <p:origin x="712" y="-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tags" Target="tags/tag1.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viewProps" Target="viewProps.xml"/><Relationship Id="rId10" Type="http://schemas.openxmlformats.org/officeDocument/2006/relationships/slide" Target="slides/slide5.xml"/><Relationship Id="rId19" Type="http://schemas.openxmlformats.org/officeDocument/2006/relationships/slide" Target="slides/slide14.xml"/><Relationship Id="rId31"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driatico Paolo" userId="5bc32015-ab71-458f-8f13-2fb5be0004c8" providerId="ADAL" clId="{34EA59BA-9FEC-44CF-BE31-C158B711B257}"/>
    <pc:docChg chg="modSld">
      <pc:chgData name="Adriatico Paolo" userId="5bc32015-ab71-458f-8f13-2fb5be0004c8" providerId="ADAL" clId="{34EA59BA-9FEC-44CF-BE31-C158B711B257}" dt="2023-12-19T14:53:18.786" v="17"/>
      <pc:docMkLst>
        <pc:docMk/>
      </pc:docMkLst>
      <pc:sldChg chg="modSp mod">
        <pc:chgData name="Adriatico Paolo" userId="5bc32015-ab71-458f-8f13-2fb5be0004c8" providerId="ADAL" clId="{34EA59BA-9FEC-44CF-BE31-C158B711B257}" dt="2023-12-19T14:53:18.786" v="17"/>
        <pc:sldMkLst>
          <pc:docMk/>
          <pc:sldMk cId="3150117868" sldId="2146847269"/>
        </pc:sldMkLst>
        <pc:graphicFrameChg chg="mod modGraphic">
          <ac:chgData name="Adriatico Paolo" userId="5bc32015-ab71-458f-8f13-2fb5be0004c8" providerId="ADAL" clId="{34EA59BA-9FEC-44CF-BE31-C158B711B257}" dt="2023-12-19T14:53:18.786" v="17"/>
          <ac:graphicFrameMkLst>
            <pc:docMk/>
            <pc:sldMk cId="3150117868" sldId="2146847269"/>
            <ac:graphicFrameMk id="10" creationId="{79308343-639B-49BE-AB9E-28C880ADCAFD}"/>
          </ac:graphicFrameMkLst>
        </pc:graphicFrameChg>
      </pc:sldChg>
      <pc:sldChg chg="addSp modSp mod">
        <pc:chgData name="Adriatico Paolo" userId="5bc32015-ab71-458f-8f13-2fb5be0004c8" providerId="ADAL" clId="{34EA59BA-9FEC-44CF-BE31-C158B711B257}" dt="2023-11-23T11:40:14.297" v="4" actId="1582"/>
        <pc:sldMkLst>
          <pc:docMk/>
          <pc:sldMk cId="940249159" sldId="2146847274"/>
        </pc:sldMkLst>
        <pc:spChg chg="add mod">
          <ac:chgData name="Adriatico Paolo" userId="5bc32015-ab71-458f-8f13-2fb5be0004c8" providerId="ADAL" clId="{34EA59BA-9FEC-44CF-BE31-C158B711B257}" dt="2023-11-23T11:40:14.297" v="4" actId="1582"/>
          <ac:spMkLst>
            <pc:docMk/>
            <pc:sldMk cId="940249159" sldId="2146847274"/>
            <ac:spMk id="3" creationId="{49E3E142-2228-C72D-F1EC-99B6451809FB}"/>
          </ac:spMkLst>
        </pc:spChg>
      </pc:sldChg>
      <pc:sldChg chg="modSp mod">
        <pc:chgData name="Adriatico Paolo" userId="5bc32015-ab71-458f-8f13-2fb5be0004c8" providerId="ADAL" clId="{34EA59BA-9FEC-44CF-BE31-C158B711B257}" dt="2023-11-10T15:17:20.677" v="0" actId="14734"/>
        <pc:sldMkLst>
          <pc:docMk/>
          <pc:sldMk cId="2173402594" sldId="2146847279"/>
        </pc:sldMkLst>
        <pc:graphicFrameChg chg="modGraphic">
          <ac:chgData name="Adriatico Paolo" userId="5bc32015-ab71-458f-8f13-2fb5be0004c8" providerId="ADAL" clId="{34EA59BA-9FEC-44CF-BE31-C158B711B257}" dt="2023-11-10T15:17:20.677" v="0" actId="14734"/>
          <ac:graphicFrameMkLst>
            <pc:docMk/>
            <pc:sldMk cId="2173402594" sldId="2146847279"/>
            <ac:graphicFrameMk id="13" creationId="{F6D253EE-C04A-45FF-85FC-510D0E008259}"/>
          </ac:graphicFrameMkLst>
        </pc:graphicFrameChg>
      </pc:sldChg>
    </pc:docChg>
  </pc:docChgLst>
  <pc:docChgLst>
    <pc:chgData name="Adriatico Paolo" userId="5bc32015-ab71-458f-8f13-2fb5be0004c8" providerId="ADAL" clId="{BC02B733-1A93-44A4-822E-2CCFD2857AFF}"/>
    <pc:docChg chg="undo custSel modSld">
      <pc:chgData name="Adriatico Paolo" userId="5bc32015-ab71-458f-8f13-2fb5be0004c8" providerId="ADAL" clId="{BC02B733-1A93-44A4-822E-2CCFD2857AFF}" dt="2024-04-11T15:03:47.398" v="14" actId="14100"/>
      <pc:docMkLst>
        <pc:docMk/>
      </pc:docMkLst>
      <pc:sldChg chg="modSp mod">
        <pc:chgData name="Adriatico Paolo" userId="5bc32015-ab71-458f-8f13-2fb5be0004c8" providerId="ADAL" clId="{BC02B733-1A93-44A4-822E-2CCFD2857AFF}" dt="2024-03-14T16:08:00.531" v="11" actId="1076"/>
        <pc:sldMkLst>
          <pc:docMk/>
          <pc:sldMk cId="3641253192" sldId="2146847218"/>
        </pc:sldMkLst>
        <pc:picChg chg="mod">
          <ac:chgData name="Adriatico Paolo" userId="5bc32015-ab71-458f-8f13-2fb5be0004c8" providerId="ADAL" clId="{BC02B733-1A93-44A4-822E-2CCFD2857AFF}" dt="2024-03-14T16:08:00.531" v="11" actId="1076"/>
          <ac:picMkLst>
            <pc:docMk/>
            <pc:sldMk cId="3641253192" sldId="2146847218"/>
            <ac:picMk id="113" creationId="{EF0A1D57-7D4A-44DA-856D-64D2D0B7D066}"/>
          </ac:picMkLst>
        </pc:picChg>
      </pc:sldChg>
      <pc:sldChg chg="modSp mod">
        <pc:chgData name="Adriatico Paolo" userId="5bc32015-ab71-458f-8f13-2fb5be0004c8" providerId="ADAL" clId="{BC02B733-1A93-44A4-822E-2CCFD2857AFF}" dt="2024-03-05T11:30:55.434" v="8" actId="20577"/>
        <pc:sldMkLst>
          <pc:docMk/>
          <pc:sldMk cId="2576468630" sldId="2146847263"/>
        </pc:sldMkLst>
        <pc:graphicFrameChg chg="modGraphic">
          <ac:chgData name="Adriatico Paolo" userId="5bc32015-ab71-458f-8f13-2fb5be0004c8" providerId="ADAL" clId="{BC02B733-1A93-44A4-822E-2CCFD2857AFF}" dt="2024-03-05T11:30:55.434" v="8" actId="20577"/>
          <ac:graphicFrameMkLst>
            <pc:docMk/>
            <pc:sldMk cId="2576468630" sldId="2146847263"/>
            <ac:graphicFrameMk id="10" creationId="{70AF4DCF-2920-440B-9304-488838B2ADB9}"/>
          </ac:graphicFrameMkLst>
        </pc:graphicFrameChg>
      </pc:sldChg>
      <pc:sldChg chg="modSp mod">
        <pc:chgData name="Adriatico Paolo" userId="5bc32015-ab71-458f-8f13-2fb5be0004c8" providerId="ADAL" clId="{BC02B733-1A93-44A4-822E-2CCFD2857AFF}" dt="2024-01-26T11:00:02.909" v="6"/>
        <pc:sldMkLst>
          <pc:docMk/>
          <pc:sldMk cId="1013381731" sldId="2146847268"/>
        </pc:sldMkLst>
        <pc:spChg chg="mod">
          <ac:chgData name="Adriatico Paolo" userId="5bc32015-ab71-458f-8f13-2fb5be0004c8" providerId="ADAL" clId="{BC02B733-1A93-44A4-822E-2CCFD2857AFF}" dt="2024-01-26T10:59:57.841" v="2" actId="1076"/>
          <ac:spMkLst>
            <pc:docMk/>
            <pc:sldMk cId="1013381731" sldId="2146847268"/>
            <ac:spMk id="6" creationId="{3492011C-4B6C-BD8C-6465-442E8F4D89F6}"/>
          </ac:spMkLst>
        </pc:spChg>
        <pc:graphicFrameChg chg="mod modGraphic">
          <ac:chgData name="Adriatico Paolo" userId="5bc32015-ab71-458f-8f13-2fb5be0004c8" providerId="ADAL" clId="{BC02B733-1A93-44A4-822E-2CCFD2857AFF}" dt="2024-01-26T11:00:02.909" v="6"/>
          <ac:graphicFrameMkLst>
            <pc:docMk/>
            <pc:sldMk cId="1013381731" sldId="2146847268"/>
            <ac:graphicFrameMk id="9" creationId="{F73C4173-40CD-4C5E-BCBC-2511D92798E9}"/>
          </ac:graphicFrameMkLst>
        </pc:graphicFrameChg>
      </pc:sldChg>
      <pc:sldChg chg="modSp mod">
        <pc:chgData name="Adriatico Paolo" userId="5bc32015-ab71-458f-8f13-2fb5be0004c8" providerId="ADAL" clId="{BC02B733-1A93-44A4-822E-2CCFD2857AFF}" dt="2024-03-20T09:50:37.173" v="13" actId="6549"/>
        <pc:sldMkLst>
          <pc:docMk/>
          <pc:sldMk cId="1816462674" sldId="2146847272"/>
        </pc:sldMkLst>
        <pc:spChg chg="mod">
          <ac:chgData name="Adriatico Paolo" userId="5bc32015-ab71-458f-8f13-2fb5be0004c8" providerId="ADAL" clId="{BC02B733-1A93-44A4-822E-2CCFD2857AFF}" dt="2024-03-20T09:50:37.173" v="13" actId="6549"/>
          <ac:spMkLst>
            <pc:docMk/>
            <pc:sldMk cId="1816462674" sldId="2146847272"/>
            <ac:spMk id="2" creationId="{C1FC055D-BC62-C270-6669-7320F79D9E8A}"/>
          </ac:spMkLst>
        </pc:spChg>
      </pc:sldChg>
      <pc:sldChg chg="modSp mod">
        <pc:chgData name="Adriatico Paolo" userId="5bc32015-ab71-458f-8f13-2fb5be0004c8" providerId="ADAL" clId="{BC02B733-1A93-44A4-822E-2CCFD2857AFF}" dt="2024-03-18T11:00:25.638" v="12" actId="20577"/>
        <pc:sldMkLst>
          <pc:docMk/>
          <pc:sldMk cId="940249159" sldId="2146847274"/>
        </pc:sldMkLst>
        <pc:graphicFrameChg chg="modGraphic">
          <ac:chgData name="Adriatico Paolo" userId="5bc32015-ab71-458f-8f13-2fb5be0004c8" providerId="ADAL" clId="{BC02B733-1A93-44A4-822E-2CCFD2857AFF}" dt="2024-03-18T11:00:25.638" v="12" actId="20577"/>
          <ac:graphicFrameMkLst>
            <pc:docMk/>
            <pc:sldMk cId="940249159" sldId="2146847274"/>
            <ac:graphicFrameMk id="10" creationId="{D6318611-B567-4A79-8BCC-E05F429C5213}"/>
          </ac:graphicFrameMkLst>
        </pc:graphicFrameChg>
      </pc:sldChg>
      <pc:sldChg chg="modSp mod">
        <pc:chgData name="Adriatico Paolo" userId="5bc32015-ab71-458f-8f13-2fb5be0004c8" providerId="ADAL" clId="{BC02B733-1A93-44A4-822E-2CCFD2857AFF}" dt="2024-03-05T11:30:49.465" v="7" actId="20577"/>
        <pc:sldMkLst>
          <pc:docMk/>
          <pc:sldMk cId="3469501642" sldId="2146847275"/>
        </pc:sldMkLst>
        <pc:graphicFrameChg chg="modGraphic">
          <ac:chgData name="Adriatico Paolo" userId="5bc32015-ab71-458f-8f13-2fb5be0004c8" providerId="ADAL" clId="{BC02B733-1A93-44A4-822E-2CCFD2857AFF}" dt="2024-03-05T11:30:49.465" v="7" actId="20577"/>
          <ac:graphicFrameMkLst>
            <pc:docMk/>
            <pc:sldMk cId="3469501642" sldId="2146847275"/>
            <ac:graphicFrameMk id="7" creationId="{342D6686-A3A0-2980-2F84-5D8BAE6BA639}"/>
          </ac:graphicFrameMkLst>
        </pc:graphicFrameChg>
      </pc:sldChg>
      <pc:sldChg chg="modSp mod">
        <pc:chgData name="Adriatico Paolo" userId="5bc32015-ab71-458f-8f13-2fb5be0004c8" providerId="ADAL" clId="{BC02B733-1A93-44A4-822E-2CCFD2857AFF}" dt="2024-04-11T15:03:47.398" v="14" actId="14100"/>
        <pc:sldMkLst>
          <pc:docMk/>
          <pc:sldMk cId="2173402594" sldId="2146847279"/>
        </pc:sldMkLst>
        <pc:spChg chg="mod">
          <ac:chgData name="Adriatico Paolo" userId="5bc32015-ab71-458f-8f13-2fb5be0004c8" providerId="ADAL" clId="{BC02B733-1A93-44A4-822E-2CCFD2857AFF}" dt="2024-04-11T15:03:47.398" v="14" actId="14100"/>
          <ac:spMkLst>
            <pc:docMk/>
            <pc:sldMk cId="2173402594" sldId="2146847279"/>
            <ac:spMk id="7" creationId="{70C03FA0-5013-48AC-B413-F6F3B9CF0F19}"/>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253FD8-59E5-41C9-B67B-2ED1D20CB0B6}" type="datetimeFigureOut">
              <a:rPr lang="en-US" smtClean="0"/>
              <a:t>4/11/2024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EC74A3-DFAB-4FD0-ACD5-EB63E325E43E}" type="slidenum">
              <a:rPr lang="en-US" smtClean="0"/>
              <a:t>‹N›</a:t>
            </a:fld>
            <a:endParaRPr lang="en-US"/>
          </a:p>
        </p:txBody>
      </p:sp>
    </p:spTree>
    <p:extLst>
      <p:ext uri="{BB962C8B-B14F-4D97-AF65-F5344CB8AC3E}">
        <p14:creationId xmlns:p14="http://schemas.microsoft.com/office/powerpoint/2010/main" val="19746774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5" Type="http://schemas.openxmlformats.org/officeDocument/2006/relationships/image" Target="../media/image6.png"/><Relationship Id="rId4" Type="http://schemas.openxmlformats.org/officeDocument/2006/relationships/image" Target="../media/image5.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4.xml"/><Relationship Id="rId5" Type="http://schemas.openxmlformats.org/officeDocument/2006/relationships/image" Target="../media/image6.png"/><Relationship Id="rId4" Type="http://schemas.openxmlformats.org/officeDocument/2006/relationships/image" Target="../media/image5.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5.xml"/><Relationship Id="rId6" Type="http://schemas.openxmlformats.org/officeDocument/2006/relationships/image" Target="../media/image6.png"/><Relationship Id="rId5" Type="http://schemas.openxmlformats.org/officeDocument/2006/relationships/image" Target="../media/image7.jpeg"/><Relationship Id="rId4" Type="http://schemas.openxmlformats.org/officeDocument/2006/relationships/image" Target="../media/image5.emf"/></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6.xml"/><Relationship Id="rId6" Type="http://schemas.openxmlformats.org/officeDocument/2006/relationships/image" Target="../media/image6.png"/><Relationship Id="rId5" Type="http://schemas.openxmlformats.org/officeDocument/2006/relationships/image" Target="../media/image7.jpeg"/><Relationship Id="rId4" Type="http://schemas.openxmlformats.org/officeDocument/2006/relationships/image" Target="../media/image5.emf"/></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IMAGE">
    <p:spTree>
      <p:nvGrpSpPr>
        <p:cNvPr id="1" name=""/>
        <p:cNvGrpSpPr/>
        <p:nvPr/>
      </p:nvGrpSpPr>
      <p:grpSpPr>
        <a:xfrm>
          <a:off x="0" y="0"/>
          <a:ext cx="0" cy="0"/>
          <a:chOff x="0" y="0"/>
          <a:chExt cx="0" cy="0"/>
        </a:xfrm>
      </p:grpSpPr>
      <p:pic>
        <p:nvPicPr>
          <p:cNvPr id="14" name="Segnaposto immagine 3">
            <a:extLst>
              <a:ext uri="{FF2B5EF4-FFF2-40B4-BE49-F238E27FC236}">
                <a16:creationId xmlns:a16="http://schemas.microsoft.com/office/drawing/2014/main" id="{A3BA3155-C16C-4005-8E0F-B9206F5FBEEB}"/>
              </a:ext>
            </a:extLst>
          </p:cNvPr>
          <p:cNvPicPr>
            <a:picLocks noChangeAspect="1"/>
          </p:cNvPicPr>
          <p:nvPr userDrawn="1"/>
        </p:nvPicPr>
        <p:blipFill>
          <a:blip r:embed="rId2"/>
          <a:srcRect/>
          <a:stretch>
            <a:fillRect/>
          </a:stretch>
        </p:blipFill>
        <p:spPr>
          <a:xfrm>
            <a:off x="-1" y="0"/>
            <a:ext cx="12192000" cy="6858000"/>
          </a:xfrm>
          <a:prstGeom prst="rect">
            <a:avLst/>
          </a:prstGeom>
        </p:spPr>
      </p:pic>
      <p:pic>
        <p:nvPicPr>
          <p:cNvPr id="4" name="Immagine 3">
            <a:extLst>
              <a:ext uri="{FF2B5EF4-FFF2-40B4-BE49-F238E27FC236}">
                <a16:creationId xmlns:a16="http://schemas.microsoft.com/office/drawing/2014/main" id="{739F8D1B-567E-4CA9-8D55-099C48A7E7DE}"/>
              </a:ext>
            </a:extLst>
          </p:cNvPr>
          <p:cNvPicPr>
            <a:picLocks noChangeAspect="1"/>
          </p:cNvPicPr>
          <p:nvPr userDrawn="1"/>
        </p:nvPicPr>
        <p:blipFill rotWithShape="1">
          <a:blip r:embed="rId3"/>
          <a:srcRect l="44631" t="21203" b="15456"/>
          <a:stretch/>
        </p:blipFill>
        <p:spPr>
          <a:xfrm>
            <a:off x="-1" y="0"/>
            <a:ext cx="5994727" cy="6858000"/>
          </a:xfrm>
          <a:prstGeom prst="rect">
            <a:avLst/>
          </a:prstGeom>
        </p:spPr>
      </p:pic>
      <p:cxnSp>
        <p:nvCxnSpPr>
          <p:cNvPr id="6" name="Connettore 1 6">
            <a:extLst>
              <a:ext uri="{FF2B5EF4-FFF2-40B4-BE49-F238E27FC236}">
                <a16:creationId xmlns:a16="http://schemas.microsoft.com/office/drawing/2014/main" id="{538C3B7E-1221-4821-B214-1ECDC1DF7096}"/>
              </a:ext>
            </a:extLst>
          </p:cNvPr>
          <p:cNvCxnSpPr>
            <a:cxnSpLocks/>
          </p:cNvCxnSpPr>
          <p:nvPr userDrawn="1"/>
        </p:nvCxnSpPr>
        <p:spPr>
          <a:xfrm>
            <a:off x="255210" y="3762971"/>
            <a:ext cx="1123200" cy="0"/>
          </a:xfrm>
          <a:prstGeom prst="line">
            <a:avLst/>
          </a:prstGeom>
          <a:noFill/>
          <a:ln w="12700" cap="flat" cmpd="sng" algn="ctr">
            <a:solidFill>
              <a:srgbClr val="FFFFFF"/>
            </a:solidFill>
            <a:prstDash val="solid"/>
            <a:miter lim="800000"/>
          </a:ln>
          <a:effectLst/>
        </p:spPr>
      </p:cxnSp>
      <p:sp>
        <p:nvSpPr>
          <p:cNvPr id="7" name="Ovale 6">
            <a:extLst>
              <a:ext uri="{FF2B5EF4-FFF2-40B4-BE49-F238E27FC236}">
                <a16:creationId xmlns:a16="http://schemas.microsoft.com/office/drawing/2014/main" id="{084BEAFA-4D28-4A8D-9A12-E9ADC412FAD4}"/>
              </a:ext>
            </a:extLst>
          </p:cNvPr>
          <p:cNvSpPr>
            <a:spLocks noChangeAspect="1"/>
          </p:cNvSpPr>
          <p:nvPr userDrawn="1"/>
        </p:nvSpPr>
        <p:spPr>
          <a:xfrm rot="20563355">
            <a:off x="5512825" y="1596914"/>
            <a:ext cx="755650" cy="755650"/>
          </a:xfrm>
          <a:prstGeom prst="ellipse">
            <a:avLst/>
          </a:prstGeom>
          <a:solidFill>
            <a:srgbClr val="33C3B1">
              <a:alpha val="8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8" name="Ovale 7">
            <a:extLst>
              <a:ext uri="{FF2B5EF4-FFF2-40B4-BE49-F238E27FC236}">
                <a16:creationId xmlns:a16="http://schemas.microsoft.com/office/drawing/2014/main" id="{4F5B14FD-AB32-43AD-BD1E-7913B1B52543}"/>
              </a:ext>
            </a:extLst>
          </p:cNvPr>
          <p:cNvSpPr>
            <a:spLocks noChangeAspect="1"/>
          </p:cNvSpPr>
          <p:nvPr userDrawn="1"/>
        </p:nvSpPr>
        <p:spPr>
          <a:xfrm rot="20563355">
            <a:off x="7318145" y="540059"/>
            <a:ext cx="1511300" cy="1511300"/>
          </a:xfrm>
          <a:prstGeom prst="ellipse">
            <a:avLst/>
          </a:prstGeom>
          <a:solidFill>
            <a:srgbClr val="33C3B1">
              <a:alpha val="8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9" name="Segnaposto titolo 22">
            <a:extLst>
              <a:ext uri="{FF2B5EF4-FFF2-40B4-BE49-F238E27FC236}">
                <a16:creationId xmlns:a16="http://schemas.microsoft.com/office/drawing/2014/main" id="{49922305-51B5-4ABD-9E34-FF63D50838EF}"/>
              </a:ext>
            </a:extLst>
          </p:cNvPr>
          <p:cNvSpPr>
            <a:spLocks noGrp="1"/>
          </p:cNvSpPr>
          <p:nvPr>
            <p:ph type="title" hasCustomPrompt="1"/>
          </p:nvPr>
        </p:nvSpPr>
        <p:spPr>
          <a:xfrm>
            <a:off x="255210" y="2679994"/>
            <a:ext cx="5482708" cy="455138"/>
          </a:xfrm>
          <a:prstGeom prst="rect">
            <a:avLst/>
          </a:prstGeom>
        </p:spPr>
        <p:txBody>
          <a:bodyPr vert="horz" lIns="91440" tIns="45720" rIns="91440" bIns="45720" rtlCol="0" anchor="ctr">
            <a:normAutofit/>
          </a:bodyPr>
          <a:lstStyle>
            <a:lvl1pPr>
              <a:defRPr/>
            </a:lvl1pPr>
          </a:lstStyle>
          <a:p>
            <a:r>
              <a:rPr lang="it-IT"/>
              <a:t>Title</a:t>
            </a:r>
          </a:p>
        </p:txBody>
      </p:sp>
      <p:sp>
        <p:nvSpPr>
          <p:cNvPr id="16" name="Segnaposto testo 15">
            <a:extLst>
              <a:ext uri="{FF2B5EF4-FFF2-40B4-BE49-F238E27FC236}">
                <a16:creationId xmlns:a16="http://schemas.microsoft.com/office/drawing/2014/main" id="{EEEB32D7-D822-46AF-8126-DFE747906AB6}"/>
              </a:ext>
            </a:extLst>
          </p:cNvPr>
          <p:cNvSpPr>
            <a:spLocks noGrp="1"/>
          </p:cNvSpPr>
          <p:nvPr>
            <p:ph type="body" sz="quarter" idx="10" hasCustomPrompt="1"/>
          </p:nvPr>
        </p:nvSpPr>
        <p:spPr>
          <a:xfrm>
            <a:off x="255210" y="3245851"/>
            <a:ext cx="5483225" cy="406400"/>
          </a:xfrm>
          <a:prstGeom prst="rect">
            <a:avLst/>
          </a:prstGeom>
        </p:spPr>
        <p:txBody>
          <a:bodyPr/>
          <a:lstStyle>
            <a:lvl1pPr>
              <a:defRPr/>
            </a:lvl1pPr>
          </a:lstStyle>
          <a:p>
            <a:pPr lvl="0"/>
            <a:r>
              <a:rPr lang="it-IT" err="1"/>
              <a:t>Subtitle</a:t>
            </a:r>
            <a:endParaRPr lang="it-IT"/>
          </a:p>
        </p:txBody>
      </p:sp>
      <p:sp>
        <p:nvSpPr>
          <p:cNvPr id="20" name="Segnaposto testo 19">
            <a:extLst>
              <a:ext uri="{FF2B5EF4-FFF2-40B4-BE49-F238E27FC236}">
                <a16:creationId xmlns:a16="http://schemas.microsoft.com/office/drawing/2014/main" id="{892E91E4-2963-47E9-BFC0-438E3CCF3397}"/>
              </a:ext>
            </a:extLst>
          </p:cNvPr>
          <p:cNvSpPr>
            <a:spLocks noGrp="1"/>
          </p:cNvSpPr>
          <p:nvPr>
            <p:ph type="body" sz="quarter" idx="11" hasCustomPrompt="1"/>
          </p:nvPr>
        </p:nvSpPr>
        <p:spPr>
          <a:xfrm>
            <a:off x="255210" y="3959320"/>
            <a:ext cx="4438650" cy="531812"/>
          </a:xfrm>
          <a:prstGeom prst="rect">
            <a:avLst/>
          </a:prstGeom>
        </p:spPr>
        <p:txBody>
          <a:bodyPr/>
          <a:lstStyle>
            <a:lvl1pPr>
              <a:defRPr sz="1800"/>
            </a:lvl1pPr>
          </a:lstStyle>
          <a:p>
            <a:pPr lvl="0"/>
            <a:r>
              <a:rPr lang="it-IT"/>
              <a:t>Date</a:t>
            </a:r>
          </a:p>
        </p:txBody>
      </p:sp>
      <p:pic>
        <p:nvPicPr>
          <p:cNvPr id="12" name="Immagine 11">
            <a:extLst>
              <a:ext uri="{FF2B5EF4-FFF2-40B4-BE49-F238E27FC236}">
                <a16:creationId xmlns:a16="http://schemas.microsoft.com/office/drawing/2014/main" id="{FA152C9B-3712-4ADA-903F-73D94B988FE6}"/>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a:stretch/>
        </p:blipFill>
        <p:spPr>
          <a:xfrm>
            <a:off x="211562" y="298015"/>
            <a:ext cx="1210495" cy="407680"/>
          </a:xfrm>
          <a:prstGeom prst="rect">
            <a:avLst/>
          </a:prstGeom>
        </p:spPr>
      </p:pic>
    </p:spTree>
    <p:extLst>
      <p:ext uri="{BB962C8B-B14F-4D97-AF65-F5344CB8AC3E}">
        <p14:creationId xmlns:p14="http://schemas.microsoft.com/office/powerpoint/2010/main" val="3436898191"/>
      </p:ext>
    </p:extLst>
  </p:cSld>
  <p:clrMapOvr>
    <a:masterClrMapping/>
  </p:clrMapOvr>
  <p:extLst>
    <p:ext uri="{DCECCB84-F9BA-43D5-87BE-67443E8EF086}">
      <p15:sldGuideLst xmlns:p15="http://schemas.microsoft.com/office/powerpoint/2012/main">
        <p15:guide id="1" orient="horz" pos="232">
          <p15:clr>
            <a:srgbClr val="FBAE40"/>
          </p15:clr>
        </p15:guide>
        <p15:guide id="2" pos="619">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 Text White Layout">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F3775371-42EA-488E-8BEB-CD50FC041508}"/>
              </a:ext>
            </a:extLst>
          </p:cNvPr>
          <p:cNvGraphicFramePr>
            <a:graphicFrameLocks noChangeAspect="1"/>
          </p:cNvGraphicFramePr>
          <p:nvPr userDrawn="1">
            <p:custDataLst>
              <p:tags r:id="rId1"/>
            </p:custDataLst>
            <p:extLst>
              <p:ext uri="{D42A27DB-BD31-4B8C-83A1-F6EECF244321}">
                <p14:modId xmlns:p14="http://schemas.microsoft.com/office/powerpoint/2010/main" val="329268857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2" name="Object 1" hidden="1">
                        <a:extLst>
                          <a:ext uri="{FF2B5EF4-FFF2-40B4-BE49-F238E27FC236}">
                            <a16:creationId xmlns:a16="http://schemas.microsoft.com/office/drawing/2014/main" id="{F3775371-42EA-488E-8BEB-CD50FC04150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Segnaposto testo 2">
            <a:extLst>
              <a:ext uri="{FF2B5EF4-FFF2-40B4-BE49-F238E27FC236}">
                <a16:creationId xmlns:a16="http://schemas.microsoft.com/office/drawing/2014/main" id="{2608F4F4-D714-ED4F-B613-4BD40240FE2E}"/>
              </a:ext>
            </a:extLst>
          </p:cNvPr>
          <p:cNvSpPr>
            <a:spLocks noGrp="1"/>
          </p:cNvSpPr>
          <p:nvPr>
            <p:ph type="body" sz="quarter" idx="10" hasCustomPrompt="1"/>
          </p:nvPr>
        </p:nvSpPr>
        <p:spPr>
          <a:xfrm>
            <a:off x="371475" y="429526"/>
            <a:ext cx="11463338" cy="594810"/>
          </a:xfrm>
          <a:prstGeom prst="rect">
            <a:avLst/>
          </a:prstGeom>
        </p:spPr>
        <p:txBody>
          <a:bodyPr lIns="0" tIns="0" rIns="0" bIns="0"/>
          <a:lstStyle>
            <a:lvl1pPr marL="0" indent="0">
              <a:lnSpc>
                <a:spcPct val="100000"/>
              </a:lnSpc>
              <a:spcBef>
                <a:spcPts val="0"/>
              </a:spcBef>
              <a:buNone/>
              <a:defRPr b="1">
                <a:solidFill>
                  <a:schemeClr val="tx2"/>
                </a:solidFill>
                <a:latin typeface="Calibri" panose="020F0502020204030204" pitchFamily="34" charset="0"/>
                <a:cs typeface="Calibri" panose="020F0502020204030204" pitchFamily="34" charset="0"/>
              </a:defRPr>
            </a:lvl1pPr>
          </a:lstStyle>
          <a:p>
            <a:r>
              <a:rPr lang="it-IT"/>
              <a:t>Title </a:t>
            </a:r>
          </a:p>
        </p:txBody>
      </p:sp>
      <p:cxnSp>
        <p:nvCxnSpPr>
          <p:cNvPr id="5" name="Connettore 1 4">
            <a:extLst>
              <a:ext uri="{FF2B5EF4-FFF2-40B4-BE49-F238E27FC236}">
                <a16:creationId xmlns:a16="http://schemas.microsoft.com/office/drawing/2014/main" id="{3F34CC76-1D7F-9C4E-8F78-6547D55A9BDB}"/>
              </a:ext>
            </a:extLst>
          </p:cNvPr>
          <p:cNvCxnSpPr>
            <a:cxnSpLocks/>
          </p:cNvCxnSpPr>
          <p:nvPr userDrawn="1"/>
        </p:nvCxnSpPr>
        <p:spPr>
          <a:xfrm flipH="1">
            <a:off x="191476" y="-10319"/>
            <a:ext cx="1" cy="775494"/>
          </a:xfrm>
          <a:prstGeom prst="line">
            <a:avLst/>
          </a:prstGeom>
          <a:ln w="12700">
            <a:solidFill>
              <a:schemeClr val="bg2">
                <a:lumMod val="65000"/>
              </a:schemeClr>
            </a:solidFill>
          </a:ln>
        </p:spPr>
        <p:style>
          <a:lnRef idx="1">
            <a:schemeClr val="accent1"/>
          </a:lnRef>
          <a:fillRef idx="0">
            <a:schemeClr val="accent1"/>
          </a:fillRef>
          <a:effectRef idx="0">
            <a:schemeClr val="accent1"/>
          </a:effectRef>
          <a:fontRef idx="minor">
            <a:schemeClr val="tx1"/>
          </a:fontRef>
        </p:style>
      </p:cxnSp>
      <p:sp>
        <p:nvSpPr>
          <p:cNvPr id="6" name="Segnaposto numero diapositiva 5">
            <a:extLst>
              <a:ext uri="{FF2B5EF4-FFF2-40B4-BE49-F238E27FC236}">
                <a16:creationId xmlns:a16="http://schemas.microsoft.com/office/drawing/2014/main" id="{0FD1612C-6837-4A31-AA24-7E6B08A38F9A}"/>
              </a:ext>
            </a:extLst>
          </p:cNvPr>
          <p:cNvSpPr txBox="1">
            <a:spLocks/>
          </p:cNvSpPr>
          <p:nvPr userDrawn="1"/>
        </p:nvSpPr>
        <p:spPr>
          <a:xfrm>
            <a:off x="10475202" y="6484482"/>
            <a:ext cx="1332320" cy="318824"/>
          </a:xfrm>
          <a:prstGeom prst="rect">
            <a:avLst/>
          </a:prstGeom>
        </p:spPr>
        <p:txBody>
          <a:bodyPr lIns="0" tIns="0" rIns="0" bIns="0" anchor="ctr"/>
          <a:lstStyle>
            <a:defPPr>
              <a:defRPr lang="it-IT"/>
            </a:defPPr>
            <a:lvl1pPr marL="0" algn="r" defTabSz="914400" rtl="0" eaLnBrk="1" latinLnBrk="0" hangingPunct="1">
              <a:defRPr sz="1400" kern="1200">
                <a:solidFill>
                  <a:schemeClr val="accent4"/>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8F63A3B-78C7-47BE-AE5E-E10140E04643}" type="slidenum">
              <a:rPr lang="en-US" sz="1200" smtClean="0">
                <a:solidFill>
                  <a:schemeClr val="tx1"/>
                </a:solidFill>
                <a:latin typeface="+mn-lt"/>
              </a:rPr>
              <a:pPr/>
              <a:t>‹N›</a:t>
            </a:fld>
            <a:endParaRPr lang="en-US" sz="1200">
              <a:solidFill>
                <a:schemeClr val="tx1"/>
              </a:solidFill>
              <a:latin typeface="+mn-lt"/>
            </a:endParaRPr>
          </a:p>
        </p:txBody>
      </p:sp>
      <p:cxnSp>
        <p:nvCxnSpPr>
          <p:cNvPr id="7" name="Connettore diritto 6">
            <a:extLst>
              <a:ext uri="{FF2B5EF4-FFF2-40B4-BE49-F238E27FC236}">
                <a16:creationId xmlns:a16="http://schemas.microsoft.com/office/drawing/2014/main" id="{D9862894-CC48-4DC2-8C08-6A78BE39D166}"/>
              </a:ext>
            </a:extLst>
          </p:cNvPr>
          <p:cNvCxnSpPr>
            <a:cxnSpLocks/>
          </p:cNvCxnSpPr>
          <p:nvPr userDrawn="1"/>
        </p:nvCxnSpPr>
        <p:spPr>
          <a:xfrm>
            <a:off x="1182255" y="6643894"/>
            <a:ext cx="102431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8" name="Immagine 7" descr="Immagine che contiene testo, segnale&#10;&#10;Descrizione generata automaticamente">
            <a:extLst>
              <a:ext uri="{FF2B5EF4-FFF2-40B4-BE49-F238E27FC236}">
                <a16:creationId xmlns:a16="http://schemas.microsoft.com/office/drawing/2014/main" id="{44ADB8F3-2AAD-4A0B-8D73-BFD8ACFC5F3C}"/>
              </a:ext>
            </a:extLst>
          </p:cNvPr>
          <p:cNvPicPr>
            <a:picLocks noChangeAspect="1"/>
          </p:cNvPicPr>
          <p:nvPr userDrawn="1"/>
        </p:nvPicPr>
        <p:blipFill rotWithShape="1">
          <a:blip r:embed="rId5"/>
          <a:srcRect b="26223"/>
          <a:stretch/>
        </p:blipFill>
        <p:spPr>
          <a:xfrm>
            <a:off x="356770" y="6521219"/>
            <a:ext cx="714645" cy="245351"/>
          </a:xfrm>
          <a:prstGeom prst="rect">
            <a:avLst/>
          </a:prstGeom>
        </p:spPr>
      </p:pic>
      <p:sp>
        <p:nvSpPr>
          <p:cNvPr id="10" name="TextBox 9">
            <a:extLst>
              <a:ext uri="{FF2B5EF4-FFF2-40B4-BE49-F238E27FC236}">
                <a16:creationId xmlns:a16="http://schemas.microsoft.com/office/drawing/2014/main" id="{065C93E2-C364-40BD-8472-1F7D723572B7}"/>
              </a:ext>
            </a:extLst>
          </p:cNvPr>
          <p:cNvSpPr txBox="1"/>
          <p:nvPr userDrawn="1"/>
        </p:nvSpPr>
        <p:spPr>
          <a:xfrm>
            <a:off x="3836582" y="63793"/>
            <a:ext cx="4518837" cy="307777"/>
          </a:xfrm>
          <a:prstGeom prst="rect">
            <a:avLst/>
          </a:prstGeom>
          <a:noFill/>
        </p:spPr>
        <p:txBody>
          <a:bodyPr wrap="square" rtlCol="0">
            <a:spAutoFit/>
          </a:bodyPr>
          <a:lstStyle/>
          <a:p>
            <a:pPr algn="ctr"/>
            <a:r>
              <a:rPr lang="it-IT" sz="1400" i="1" dirty="0">
                <a:solidFill>
                  <a:schemeClr val="bg1">
                    <a:lumMod val="50000"/>
                  </a:schemeClr>
                </a:solidFill>
              </a:rPr>
              <a:t>DRAFT FOR DISCUSSION – PENDING SENIOR APPROVAL</a:t>
            </a:r>
          </a:p>
        </p:txBody>
      </p:sp>
    </p:spTree>
    <p:extLst>
      <p:ext uri="{BB962C8B-B14F-4D97-AF65-F5344CB8AC3E}">
        <p14:creationId xmlns:p14="http://schemas.microsoft.com/office/powerpoint/2010/main" val="1087305724"/>
      </p:ext>
    </p:extLst>
  </p:cSld>
  <p:clrMapOvr>
    <a:masterClrMapping/>
  </p:clrMapOvr>
  <p:extLst>
    <p:ext uri="{DCECCB84-F9BA-43D5-87BE-67443E8EF086}">
      <p15:sldGuideLst xmlns:p15="http://schemas.microsoft.com/office/powerpoint/2012/main">
        <p15:guide id="1" pos="234">
          <p15:clr>
            <a:srgbClr val="FBAE40"/>
          </p15:clr>
        </p15:guide>
        <p15:guide id="2" pos="7446">
          <p15:clr>
            <a:srgbClr val="FBAE40"/>
          </p15:clr>
        </p15:guide>
        <p15:guide id="3" orient="horz" pos="2160">
          <p15:clr>
            <a:srgbClr val="FBAE40"/>
          </p15:clr>
        </p15:guide>
        <p15:guide id="4" orient="horz" pos="1911">
          <p15:clr>
            <a:srgbClr val="FBAE40"/>
          </p15:clr>
        </p15:guide>
        <p15:guide id="5" orient="horz" pos="1684">
          <p15:clr>
            <a:srgbClr val="FBAE40"/>
          </p15:clr>
        </p15:guide>
        <p15:guide id="6" orient="horz" pos="1434">
          <p15:clr>
            <a:srgbClr val="FBAE40"/>
          </p15:clr>
        </p15:guide>
        <p15:guide id="7" orient="horz" pos="1185">
          <p15:clr>
            <a:srgbClr val="FBAE40"/>
          </p15:clr>
        </p15:guide>
        <p15:guide id="8" orient="horz" pos="958">
          <p15:clr>
            <a:srgbClr val="FBAE40"/>
          </p15:clr>
        </p15:guide>
        <p15:guide id="9" orient="horz" pos="709">
          <p15:clr>
            <a:srgbClr val="FBAE40"/>
          </p15:clr>
        </p15:guide>
        <p15:guide id="10" orient="horz" pos="482">
          <p15:clr>
            <a:srgbClr val="FBAE40"/>
          </p15:clr>
        </p15:guide>
        <p15:guide id="11" orient="horz" pos="232">
          <p15:clr>
            <a:srgbClr val="FBAE40"/>
          </p15:clr>
        </p15:guide>
        <p15:guide id="12" orient="horz" pos="2409">
          <p15:clr>
            <a:srgbClr val="FBAE40"/>
          </p15:clr>
        </p15:guide>
        <p15:guide id="13" orient="horz" pos="2636">
          <p15:clr>
            <a:srgbClr val="FBAE40"/>
          </p15:clr>
        </p15:guide>
        <p15:guide id="14" orient="horz" pos="2886">
          <p15:clr>
            <a:srgbClr val="FBAE40"/>
          </p15:clr>
        </p15:guide>
        <p15:guide id="15" orient="horz" pos="3113">
          <p15:clr>
            <a:srgbClr val="FBAE40"/>
          </p15:clr>
        </p15:guide>
        <p15:guide id="16" orient="horz" pos="3362">
          <p15:clr>
            <a:srgbClr val="FBAE40"/>
          </p15:clr>
        </p15:guide>
        <p15:guide id="17" orient="horz" pos="3589">
          <p15:clr>
            <a:srgbClr val="FBAE40"/>
          </p15:clr>
        </p15:guide>
        <p15:guide id="18" orient="horz" pos="3838">
          <p15:clr>
            <a:srgbClr val="FBAE40"/>
          </p15:clr>
        </p15:guide>
        <p15:guide id="19" orient="horz" pos="4065">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 Text White Layout">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F3775371-42EA-488E-8BEB-CD50FC041508}"/>
              </a:ext>
            </a:extLst>
          </p:cNvPr>
          <p:cNvGraphicFramePr>
            <a:graphicFrameLocks noChangeAspect="1"/>
          </p:cNvGraphicFramePr>
          <p:nvPr userDrawn="1">
            <p:custDataLst>
              <p:tags r:id="rId1"/>
            </p:custDataLst>
            <p:extLst>
              <p:ext uri="{D42A27DB-BD31-4B8C-83A1-F6EECF244321}">
                <p14:modId xmlns:p14="http://schemas.microsoft.com/office/powerpoint/2010/main" val="329268857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2" name="Object 1" hidden="1">
                        <a:extLst>
                          <a:ext uri="{FF2B5EF4-FFF2-40B4-BE49-F238E27FC236}">
                            <a16:creationId xmlns:a16="http://schemas.microsoft.com/office/drawing/2014/main" id="{F3775371-42EA-488E-8BEB-CD50FC04150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Segnaposto testo 2">
            <a:extLst>
              <a:ext uri="{FF2B5EF4-FFF2-40B4-BE49-F238E27FC236}">
                <a16:creationId xmlns:a16="http://schemas.microsoft.com/office/drawing/2014/main" id="{2608F4F4-D714-ED4F-B613-4BD40240FE2E}"/>
              </a:ext>
            </a:extLst>
          </p:cNvPr>
          <p:cNvSpPr>
            <a:spLocks noGrp="1"/>
          </p:cNvSpPr>
          <p:nvPr>
            <p:ph type="body" sz="quarter" idx="10" hasCustomPrompt="1"/>
          </p:nvPr>
        </p:nvSpPr>
        <p:spPr>
          <a:xfrm>
            <a:off x="371475" y="429526"/>
            <a:ext cx="11463338" cy="594810"/>
          </a:xfrm>
          <a:prstGeom prst="rect">
            <a:avLst/>
          </a:prstGeom>
        </p:spPr>
        <p:txBody>
          <a:bodyPr lIns="0" tIns="0" rIns="0" bIns="0"/>
          <a:lstStyle>
            <a:lvl1pPr marL="0" indent="0">
              <a:lnSpc>
                <a:spcPct val="100000"/>
              </a:lnSpc>
              <a:spcBef>
                <a:spcPts val="0"/>
              </a:spcBef>
              <a:buNone/>
              <a:defRPr b="1">
                <a:solidFill>
                  <a:schemeClr val="tx2"/>
                </a:solidFill>
                <a:latin typeface="Calibri" panose="020F0502020204030204" pitchFamily="34" charset="0"/>
                <a:cs typeface="Calibri" panose="020F0502020204030204" pitchFamily="34" charset="0"/>
              </a:defRPr>
            </a:lvl1pPr>
          </a:lstStyle>
          <a:p>
            <a:r>
              <a:rPr lang="it-IT"/>
              <a:t>Title </a:t>
            </a:r>
          </a:p>
        </p:txBody>
      </p:sp>
      <p:cxnSp>
        <p:nvCxnSpPr>
          <p:cNvPr id="5" name="Connettore 1 4">
            <a:extLst>
              <a:ext uri="{FF2B5EF4-FFF2-40B4-BE49-F238E27FC236}">
                <a16:creationId xmlns:a16="http://schemas.microsoft.com/office/drawing/2014/main" id="{3F34CC76-1D7F-9C4E-8F78-6547D55A9BDB}"/>
              </a:ext>
            </a:extLst>
          </p:cNvPr>
          <p:cNvCxnSpPr>
            <a:cxnSpLocks/>
          </p:cNvCxnSpPr>
          <p:nvPr userDrawn="1"/>
        </p:nvCxnSpPr>
        <p:spPr>
          <a:xfrm flipH="1">
            <a:off x="191476" y="-10319"/>
            <a:ext cx="1" cy="775494"/>
          </a:xfrm>
          <a:prstGeom prst="line">
            <a:avLst/>
          </a:prstGeom>
          <a:ln w="12700">
            <a:solidFill>
              <a:schemeClr val="bg2">
                <a:lumMod val="65000"/>
              </a:schemeClr>
            </a:solidFill>
          </a:ln>
        </p:spPr>
        <p:style>
          <a:lnRef idx="1">
            <a:schemeClr val="accent1"/>
          </a:lnRef>
          <a:fillRef idx="0">
            <a:schemeClr val="accent1"/>
          </a:fillRef>
          <a:effectRef idx="0">
            <a:schemeClr val="accent1"/>
          </a:effectRef>
          <a:fontRef idx="minor">
            <a:schemeClr val="tx1"/>
          </a:fontRef>
        </p:style>
      </p:cxnSp>
      <p:sp>
        <p:nvSpPr>
          <p:cNvPr id="6" name="Segnaposto numero diapositiva 5">
            <a:extLst>
              <a:ext uri="{FF2B5EF4-FFF2-40B4-BE49-F238E27FC236}">
                <a16:creationId xmlns:a16="http://schemas.microsoft.com/office/drawing/2014/main" id="{0FD1612C-6837-4A31-AA24-7E6B08A38F9A}"/>
              </a:ext>
            </a:extLst>
          </p:cNvPr>
          <p:cNvSpPr txBox="1">
            <a:spLocks/>
          </p:cNvSpPr>
          <p:nvPr userDrawn="1"/>
        </p:nvSpPr>
        <p:spPr>
          <a:xfrm>
            <a:off x="10475202" y="6484482"/>
            <a:ext cx="1332320" cy="318824"/>
          </a:xfrm>
          <a:prstGeom prst="rect">
            <a:avLst/>
          </a:prstGeom>
        </p:spPr>
        <p:txBody>
          <a:bodyPr lIns="0" tIns="0" rIns="0" bIns="0" anchor="ctr"/>
          <a:lstStyle>
            <a:defPPr>
              <a:defRPr lang="it-IT"/>
            </a:defPPr>
            <a:lvl1pPr marL="0" algn="r" defTabSz="914400" rtl="0" eaLnBrk="1" latinLnBrk="0" hangingPunct="1">
              <a:defRPr sz="1400" kern="1200">
                <a:solidFill>
                  <a:schemeClr val="accent4"/>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8F63A3B-78C7-47BE-AE5E-E10140E04643}" type="slidenum">
              <a:rPr lang="en-US" sz="1200" smtClean="0">
                <a:solidFill>
                  <a:schemeClr val="tx1"/>
                </a:solidFill>
                <a:latin typeface="+mn-lt"/>
              </a:rPr>
              <a:pPr/>
              <a:t>‹N›</a:t>
            </a:fld>
            <a:endParaRPr lang="en-US" sz="1200">
              <a:solidFill>
                <a:schemeClr val="tx1"/>
              </a:solidFill>
              <a:latin typeface="+mn-lt"/>
            </a:endParaRPr>
          </a:p>
        </p:txBody>
      </p:sp>
      <p:cxnSp>
        <p:nvCxnSpPr>
          <p:cNvPr id="7" name="Connettore diritto 6">
            <a:extLst>
              <a:ext uri="{FF2B5EF4-FFF2-40B4-BE49-F238E27FC236}">
                <a16:creationId xmlns:a16="http://schemas.microsoft.com/office/drawing/2014/main" id="{D9862894-CC48-4DC2-8C08-6A78BE39D166}"/>
              </a:ext>
            </a:extLst>
          </p:cNvPr>
          <p:cNvCxnSpPr>
            <a:cxnSpLocks/>
          </p:cNvCxnSpPr>
          <p:nvPr userDrawn="1"/>
        </p:nvCxnSpPr>
        <p:spPr>
          <a:xfrm>
            <a:off x="1182255" y="6643894"/>
            <a:ext cx="102431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8" name="Immagine 7" descr="Immagine che contiene testo, segnale&#10;&#10;Descrizione generata automaticamente">
            <a:extLst>
              <a:ext uri="{FF2B5EF4-FFF2-40B4-BE49-F238E27FC236}">
                <a16:creationId xmlns:a16="http://schemas.microsoft.com/office/drawing/2014/main" id="{44ADB8F3-2AAD-4A0B-8D73-BFD8ACFC5F3C}"/>
              </a:ext>
            </a:extLst>
          </p:cNvPr>
          <p:cNvPicPr>
            <a:picLocks noChangeAspect="1"/>
          </p:cNvPicPr>
          <p:nvPr userDrawn="1"/>
        </p:nvPicPr>
        <p:blipFill rotWithShape="1">
          <a:blip r:embed="rId5"/>
          <a:srcRect b="26223"/>
          <a:stretch/>
        </p:blipFill>
        <p:spPr>
          <a:xfrm>
            <a:off x="356770" y="6521219"/>
            <a:ext cx="714645" cy="245351"/>
          </a:xfrm>
          <a:prstGeom prst="rect">
            <a:avLst/>
          </a:prstGeom>
        </p:spPr>
      </p:pic>
    </p:spTree>
    <p:extLst>
      <p:ext uri="{BB962C8B-B14F-4D97-AF65-F5344CB8AC3E}">
        <p14:creationId xmlns:p14="http://schemas.microsoft.com/office/powerpoint/2010/main" val="3701596457"/>
      </p:ext>
    </p:extLst>
  </p:cSld>
  <p:clrMapOvr>
    <a:masterClrMapping/>
  </p:clrMapOvr>
  <p:extLst>
    <p:ext uri="{DCECCB84-F9BA-43D5-87BE-67443E8EF086}">
      <p15:sldGuideLst xmlns:p15="http://schemas.microsoft.com/office/powerpoint/2012/main">
        <p15:guide id="1" pos="234">
          <p15:clr>
            <a:srgbClr val="FBAE40"/>
          </p15:clr>
        </p15:guide>
        <p15:guide id="2" pos="7446">
          <p15:clr>
            <a:srgbClr val="FBAE40"/>
          </p15:clr>
        </p15:guide>
        <p15:guide id="3" orient="horz" pos="2160">
          <p15:clr>
            <a:srgbClr val="FBAE40"/>
          </p15:clr>
        </p15:guide>
        <p15:guide id="4" orient="horz" pos="1911">
          <p15:clr>
            <a:srgbClr val="FBAE40"/>
          </p15:clr>
        </p15:guide>
        <p15:guide id="5" orient="horz" pos="1684">
          <p15:clr>
            <a:srgbClr val="FBAE40"/>
          </p15:clr>
        </p15:guide>
        <p15:guide id="6" orient="horz" pos="1434">
          <p15:clr>
            <a:srgbClr val="FBAE40"/>
          </p15:clr>
        </p15:guide>
        <p15:guide id="7" orient="horz" pos="1185">
          <p15:clr>
            <a:srgbClr val="FBAE40"/>
          </p15:clr>
        </p15:guide>
        <p15:guide id="8" orient="horz" pos="958">
          <p15:clr>
            <a:srgbClr val="FBAE40"/>
          </p15:clr>
        </p15:guide>
        <p15:guide id="9" orient="horz" pos="709">
          <p15:clr>
            <a:srgbClr val="FBAE40"/>
          </p15:clr>
        </p15:guide>
        <p15:guide id="10" orient="horz" pos="482">
          <p15:clr>
            <a:srgbClr val="FBAE40"/>
          </p15:clr>
        </p15:guide>
        <p15:guide id="11" orient="horz" pos="232">
          <p15:clr>
            <a:srgbClr val="FBAE40"/>
          </p15:clr>
        </p15:guide>
        <p15:guide id="12" orient="horz" pos="2409">
          <p15:clr>
            <a:srgbClr val="FBAE40"/>
          </p15:clr>
        </p15:guide>
        <p15:guide id="13" orient="horz" pos="2636">
          <p15:clr>
            <a:srgbClr val="FBAE40"/>
          </p15:clr>
        </p15:guide>
        <p15:guide id="14" orient="horz" pos="2886">
          <p15:clr>
            <a:srgbClr val="FBAE40"/>
          </p15:clr>
        </p15:guide>
        <p15:guide id="15" orient="horz" pos="3113">
          <p15:clr>
            <a:srgbClr val="FBAE40"/>
          </p15:clr>
        </p15:guide>
        <p15:guide id="16" orient="horz" pos="3362">
          <p15:clr>
            <a:srgbClr val="FBAE40"/>
          </p15:clr>
        </p15:guide>
        <p15:guide id="17" orient="horz" pos="3589">
          <p15:clr>
            <a:srgbClr val="FBAE40"/>
          </p15:clr>
        </p15:guide>
        <p15:guide id="18" orient="horz" pos="3838">
          <p15:clr>
            <a:srgbClr val="FBAE40"/>
          </p15:clr>
        </p15:guide>
        <p15:guide id="19" orient="horz" pos="4065">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Title + Text White Layout">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F3775371-42EA-488E-8BEB-CD50FC041508}"/>
              </a:ext>
            </a:extLst>
          </p:cNvPr>
          <p:cNvGraphicFramePr>
            <a:graphicFrameLocks noChangeAspect="1"/>
          </p:cNvGraphicFramePr>
          <p:nvPr userDrawn="1">
            <p:custDataLst>
              <p:tags r:id="rId1"/>
            </p:custDataLst>
            <p:extLst>
              <p:ext uri="{D42A27DB-BD31-4B8C-83A1-F6EECF244321}">
                <p14:modId xmlns:p14="http://schemas.microsoft.com/office/powerpoint/2010/main" val="329268857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2" name="Object 1" hidden="1">
                        <a:extLst>
                          <a:ext uri="{FF2B5EF4-FFF2-40B4-BE49-F238E27FC236}">
                            <a16:creationId xmlns:a16="http://schemas.microsoft.com/office/drawing/2014/main" id="{F3775371-42EA-488E-8BEB-CD50FC04150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0" name="Picture 9">
            <a:extLst>
              <a:ext uri="{FF2B5EF4-FFF2-40B4-BE49-F238E27FC236}">
                <a16:creationId xmlns:a16="http://schemas.microsoft.com/office/drawing/2014/main" id="{AE9CBC2A-40C9-48E4-9521-05108023EDCC}"/>
              </a:ext>
            </a:extLst>
          </p:cNvPr>
          <p:cNvPicPr>
            <a:picLocks noChangeAspect="1"/>
          </p:cNvPicPr>
          <p:nvPr userDrawn="1"/>
        </p:nvPicPr>
        <p:blipFill rotWithShape="1">
          <a:blip r:embed="rId5" cstate="print">
            <a:alphaModFix amt="50000"/>
            <a:extLst>
              <a:ext uri="{28A0092B-C50C-407E-A947-70E740481C1C}">
                <a14:useLocalDpi xmlns:a14="http://schemas.microsoft.com/office/drawing/2010/main" val="0"/>
              </a:ext>
            </a:extLst>
          </a:blip>
          <a:srcRect t="28977" b="3697"/>
          <a:stretch/>
        </p:blipFill>
        <p:spPr>
          <a:xfrm>
            <a:off x="0" y="1525153"/>
            <a:ext cx="12192000" cy="4617924"/>
          </a:xfrm>
          <a:prstGeom prst="rect">
            <a:avLst/>
          </a:prstGeom>
        </p:spPr>
      </p:pic>
      <p:sp>
        <p:nvSpPr>
          <p:cNvPr id="11" name="Rectangle 10">
            <a:extLst>
              <a:ext uri="{FF2B5EF4-FFF2-40B4-BE49-F238E27FC236}">
                <a16:creationId xmlns:a16="http://schemas.microsoft.com/office/drawing/2014/main" id="{F2C5E8A1-261B-4C6F-805F-68F632634239}"/>
              </a:ext>
            </a:extLst>
          </p:cNvPr>
          <p:cNvSpPr/>
          <p:nvPr userDrawn="1"/>
        </p:nvSpPr>
        <p:spPr>
          <a:xfrm>
            <a:off x="0" y="1525153"/>
            <a:ext cx="12192000" cy="4617924"/>
          </a:xfrm>
          <a:prstGeom prst="rect">
            <a:avLst/>
          </a:prstGeom>
          <a:solidFill>
            <a:schemeClr val="bg1">
              <a:alpha val="7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0" rtlCol="0" anchor="ctr"/>
          <a:lstStyle/>
          <a:p>
            <a:pPr algn="ctr"/>
            <a:endParaRPr lang="en-US" dirty="0"/>
          </a:p>
        </p:txBody>
      </p:sp>
      <p:sp>
        <p:nvSpPr>
          <p:cNvPr id="9" name="Segnaposto testo 2">
            <a:extLst>
              <a:ext uri="{FF2B5EF4-FFF2-40B4-BE49-F238E27FC236}">
                <a16:creationId xmlns:a16="http://schemas.microsoft.com/office/drawing/2014/main" id="{2608F4F4-D714-ED4F-B613-4BD40240FE2E}"/>
              </a:ext>
            </a:extLst>
          </p:cNvPr>
          <p:cNvSpPr>
            <a:spLocks noGrp="1"/>
          </p:cNvSpPr>
          <p:nvPr>
            <p:ph type="body" sz="quarter" idx="10" hasCustomPrompt="1"/>
          </p:nvPr>
        </p:nvSpPr>
        <p:spPr>
          <a:xfrm>
            <a:off x="371475" y="429526"/>
            <a:ext cx="11463338" cy="594810"/>
          </a:xfrm>
          <a:prstGeom prst="rect">
            <a:avLst/>
          </a:prstGeom>
        </p:spPr>
        <p:txBody>
          <a:bodyPr lIns="0" tIns="0" rIns="0" bIns="0"/>
          <a:lstStyle>
            <a:lvl1pPr marL="0" indent="0">
              <a:lnSpc>
                <a:spcPct val="100000"/>
              </a:lnSpc>
              <a:spcBef>
                <a:spcPts val="0"/>
              </a:spcBef>
              <a:buNone/>
              <a:defRPr b="1">
                <a:solidFill>
                  <a:schemeClr val="tx2"/>
                </a:solidFill>
                <a:latin typeface="Calibri" panose="020F0502020204030204" pitchFamily="34" charset="0"/>
                <a:cs typeface="Calibri" panose="020F0502020204030204" pitchFamily="34" charset="0"/>
              </a:defRPr>
            </a:lvl1pPr>
          </a:lstStyle>
          <a:p>
            <a:r>
              <a:rPr lang="it-IT"/>
              <a:t>Title </a:t>
            </a:r>
          </a:p>
        </p:txBody>
      </p:sp>
      <p:cxnSp>
        <p:nvCxnSpPr>
          <p:cNvPr id="5" name="Connettore 1 4">
            <a:extLst>
              <a:ext uri="{FF2B5EF4-FFF2-40B4-BE49-F238E27FC236}">
                <a16:creationId xmlns:a16="http://schemas.microsoft.com/office/drawing/2014/main" id="{3F34CC76-1D7F-9C4E-8F78-6547D55A9BDB}"/>
              </a:ext>
            </a:extLst>
          </p:cNvPr>
          <p:cNvCxnSpPr>
            <a:cxnSpLocks/>
          </p:cNvCxnSpPr>
          <p:nvPr userDrawn="1"/>
        </p:nvCxnSpPr>
        <p:spPr>
          <a:xfrm flipH="1">
            <a:off x="191476" y="-10319"/>
            <a:ext cx="1" cy="775494"/>
          </a:xfrm>
          <a:prstGeom prst="line">
            <a:avLst/>
          </a:prstGeom>
          <a:ln w="12700">
            <a:solidFill>
              <a:schemeClr val="bg2">
                <a:lumMod val="65000"/>
              </a:schemeClr>
            </a:solidFill>
          </a:ln>
        </p:spPr>
        <p:style>
          <a:lnRef idx="1">
            <a:schemeClr val="accent1"/>
          </a:lnRef>
          <a:fillRef idx="0">
            <a:schemeClr val="accent1"/>
          </a:fillRef>
          <a:effectRef idx="0">
            <a:schemeClr val="accent1"/>
          </a:effectRef>
          <a:fontRef idx="minor">
            <a:schemeClr val="tx1"/>
          </a:fontRef>
        </p:style>
      </p:cxnSp>
      <p:sp>
        <p:nvSpPr>
          <p:cNvPr id="6" name="Segnaposto numero diapositiva 5">
            <a:extLst>
              <a:ext uri="{FF2B5EF4-FFF2-40B4-BE49-F238E27FC236}">
                <a16:creationId xmlns:a16="http://schemas.microsoft.com/office/drawing/2014/main" id="{0FD1612C-6837-4A31-AA24-7E6B08A38F9A}"/>
              </a:ext>
            </a:extLst>
          </p:cNvPr>
          <p:cNvSpPr txBox="1">
            <a:spLocks/>
          </p:cNvSpPr>
          <p:nvPr userDrawn="1"/>
        </p:nvSpPr>
        <p:spPr>
          <a:xfrm>
            <a:off x="10475202" y="6484482"/>
            <a:ext cx="1332320" cy="318824"/>
          </a:xfrm>
          <a:prstGeom prst="rect">
            <a:avLst/>
          </a:prstGeom>
        </p:spPr>
        <p:txBody>
          <a:bodyPr lIns="0" tIns="0" rIns="0" bIns="0" anchor="ctr"/>
          <a:lstStyle>
            <a:defPPr>
              <a:defRPr lang="it-IT"/>
            </a:defPPr>
            <a:lvl1pPr marL="0" algn="r" defTabSz="914400" rtl="0" eaLnBrk="1" latinLnBrk="0" hangingPunct="1">
              <a:defRPr sz="1400" kern="1200">
                <a:solidFill>
                  <a:schemeClr val="accent4"/>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8F63A3B-78C7-47BE-AE5E-E10140E04643}" type="slidenum">
              <a:rPr lang="en-US" sz="1200" smtClean="0">
                <a:solidFill>
                  <a:schemeClr val="tx1"/>
                </a:solidFill>
                <a:latin typeface="+mn-lt"/>
              </a:rPr>
              <a:pPr/>
              <a:t>‹N›</a:t>
            </a:fld>
            <a:endParaRPr lang="en-US" sz="1200">
              <a:solidFill>
                <a:schemeClr val="tx1"/>
              </a:solidFill>
              <a:latin typeface="+mn-lt"/>
            </a:endParaRPr>
          </a:p>
        </p:txBody>
      </p:sp>
      <p:cxnSp>
        <p:nvCxnSpPr>
          <p:cNvPr id="7" name="Connettore diritto 6">
            <a:extLst>
              <a:ext uri="{FF2B5EF4-FFF2-40B4-BE49-F238E27FC236}">
                <a16:creationId xmlns:a16="http://schemas.microsoft.com/office/drawing/2014/main" id="{D9862894-CC48-4DC2-8C08-6A78BE39D166}"/>
              </a:ext>
            </a:extLst>
          </p:cNvPr>
          <p:cNvCxnSpPr>
            <a:cxnSpLocks/>
          </p:cNvCxnSpPr>
          <p:nvPr userDrawn="1"/>
        </p:nvCxnSpPr>
        <p:spPr>
          <a:xfrm>
            <a:off x="1182255" y="6643894"/>
            <a:ext cx="102431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8" name="Immagine 7" descr="Immagine che contiene testo, segnale&#10;&#10;Descrizione generata automaticamente">
            <a:extLst>
              <a:ext uri="{FF2B5EF4-FFF2-40B4-BE49-F238E27FC236}">
                <a16:creationId xmlns:a16="http://schemas.microsoft.com/office/drawing/2014/main" id="{44ADB8F3-2AAD-4A0B-8D73-BFD8ACFC5F3C}"/>
              </a:ext>
            </a:extLst>
          </p:cNvPr>
          <p:cNvPicPr>
            <a:picLocks noChangeAspect="1"/>
          </p:cNvPicPr>
          <p:nvPr userDrawn="1"/>
        </p:nvPicPr>
        <p:blipFill rotWithShape="1">
          <a:blip r:embed="rId6"/>
          <a:srcRect b="26223"/>
          <a:stretch/>
        </p:blipFill>
        <p:spPr>
          <a:xfrm>
            <a:off x="356770" y="6521219"/>
            <a:ext cx="714645" cy="245351"/>
          </a:xfrm>
          <a:prstGeom prst="rect">
            <a:avLst/>
          </a:prstGeom>
        </p:spPr>
      </p:pic>
      <p:sp>
        <p:nvSpPr>
          <p:cNvPr id="3" name="TextBox 2">
            <a:extLst>
              <a:ext uri="{FF2B5EF4-FFF2-40B4-BE49-F238E27FC236}">
                <a16:creationId xmlns:a16="http://schemas.microsoft.com/office/drawing/2014/main" id="{FD8EEA5A-2329-4BBA-96D8-11210CFDA7ED}"/>
              </a:ext>
            </a:extLst>
          </p:cNvPr>
          <p:cNvSpPr txBox="1"/>
          <p:nvPr userDrawn="1"/>
        </p:nvSpPr>
        <p:spPr>
          <a:xfrm>
            <a:off x="3836582" y="63793"/>
            <a:ext cx="4518837" cy="307777"/>
          </a:xfrm>
          <a:prstGeom prst="rect">
            <a:avLst/>
          </a:prstGeom>
          <a:noFill/>
        </p:spPr>
        <p:txBody>
          <a:bodyPr wrap="square" rtlCol="0">
            <a:spAutoFit/>
          </a:bodyPr>
          <a:lstStyle/>
          <a:p>
            <a:pPr algn="ctr"/>
            <a:r>
              <a:rPr lang="it-IT" sz="1400" i="1" dirty="0">
                <a:solidFill>
                  <a:schemeClr val="bg1">
                    <a:lumMod val="50000"/>
                  </a:schemeClr>
                </a:solidFill>
              </a:rPr>
              <a:t>DRAFT FOR DISCUSSION – PENDING SENIOR APPROVAL</a:t>
            </a:r>
          </a:p>
        </p:txBody>
      </p:sp>
    </p:spTree>
    <p:extLst>
      <p:ext uri="{BB962C8B-B14F-4D97-AF65-F5344CB8AC3E}">
        <p14:creationId xmlns:p14="http://schemas.microsoft.com/office/powerpoint/2010/main" val="4132383835"/>
      </p:ext>
    </p:extLst>
  </p:cSld>
  <p:clrMapOvr>
    <a:masterClrMapping/>
  </p:clrMapOvr>
  <p:extLst>
    <p:ext uri="{DCECCB84-F9BA-43D5-87BE-67443E8EF086}">
      <p15:sldGuideLst xmlns:p15="http://schemas.microsoft.com/office/powerpoint/2012/main">
        <p15:guide id="1" pos="234">
          <p15:clr>
            <a:srgbClr val="FBAE40"/>
          </p15:clr>
        </p15:guide>
        <p15:guide id="2" pos="7446">
          <p15:clr>
            <a:srgbClr val="FBAE40"/>
          </p15:clr>
        </p15:guide>
        <p15:guide id="3" orient="horz" pos="2160">
          <p15:clr>
            <a:srgbClr val="FBAE40"/>
          </p15:clr>
        </p15:guide>
        <p15:guide id="4" orient="horz" pos="1911">
          <p15:clr>
            <a:srgbClr val="FBAE40"/>
          </p15:clr>
        </p15:guide>
        <p15:guide id="5" orient="horz" pos="1684">
          <p15:clr>
            <a:srgbClr val="FBAE40"/>
          </p15:clr>
        </p15:guide>
        <p15:guide id="6" orient="horz" pos="1434">
          <p15:clr>
            <a:srgbClr val="FBAE40"/>
          </p15:clr>
        </p15:guide>
        <p15:guide id="7" orient="horz" pos="1185">
          <p15:clr>
            <a:srgbClr val="FBAE40"/>
          </p15:clr>
        </p15:guide>
        <p15:guide id="8" orient="horz" pos="958">
          <p15:clr>
            <a:srgbClr val="FBAE40"/>
          </p15:clr>
        </p15:guide>
        <p15:guide id="9" orient="horz" pos="709">
          <p15:clr>
            <a:srgbClr val="FBAE40"/>
          </p15:clr>
        </p15:guide>
        <p15:guide id="10" orient="horz" pos="482">
          <p15:clr>
            <a:srgbClr val="FBAE40"/>
          </p15:clr>
        </p15:guide>
        <p15:guide id="11" orient="horz" pos="232">
          <p15:clr>
            <a:srgbClr val="FBAE40"/>
          </p15:clr>
        </p15:guide>
        <p15:guide id="12" orient="horz" pos="2409">
          <p15:clr>
            <a:srgbClr val="FBAE40"/>
          </p15:clr>
        </p15:guide>
        <p15:guide id="13" orient="horz" pos="2636">
          <p15:clr>
            <a:srgbClr val="FBAE40"/>
          </p15:clr>
        </p15:guide>
        <p15:guide id="14" orient="horz" pos="2886">
          <p15:clr>
            <a:srgbClr val="FBAE40"/>
          </p15:clr>
        </p15:guide>
        <p15:guide id="15" orient="horz" pos="3113">
          <p15:clr>
            <a:srgbClr val="FBAE40"/>
          </p15:clr>
        </p15:guide>
        <p15:guide id="16" orient="horz" pos="3362">
          <p15:clr>
            <a:srgbClr val="FBAE40"/>
          </p15:clr>
        </p15:guide>
        <p15:guide id="17" orient="horz" pos="3589">
          <p15:clr>
            <a:srgbClr val="FBAE40"/>
          </p15:clr>
        </p15:guide>
        <p15:guide id="18" orient="horz" pos="3838">
          <p15:clr>
            <a:srgbClr val="FBAE40"/>
          </p15:clr>
        </p15:guide>
        <p15:guide id="19" orient="horz" pos="4065">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Title + Text White Layout">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F3775371-42EA-488E-8BEB-CD50FC041508}"/>
              </a:ext>
            </a:extLst>
          </p:cNvPr>
          <p:cNvGraphicFramePr>
            <a:graphicFrameLocks noChangeAspect="1"/>
          </p:cNvGraphicFramePr>
          <p:nvPr userDrawn="1">
            <p:custDataLst>
              <p:tags r:id="rId1"/>
            </p:custDataLst>
            <p:extLst>
              <p:ext uri="{D42A27DB-BD31-4B8C-83A1-F6EECF244321}">
                <p14:modId xmlns:p14="http://schemas.microsoft.com/office/powerpoint/2010/main" val="329268857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2" name="Object 1" hidden="1">
                        <a:extLst>
                          <a:ext uri="{FF2B5EF4-FFF2-40B4-BE49-F238E27FC236}">
                            <a16:creationId xmlns:a16="http://schemas.microsoft.com/office/drawing/2014/main" id="{F3775371-42EA-488E-8BEB-CD50FC04150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0" name="Picture 9">
            <a:extLst>
              <a:ext uri="{FF2B5EF4-FFF2-40B4-BE49-F238E27FC236}">
                <a16:creationId xmlns:a16="http://schemas.microsoft.com/office/drawing/2014/main" id="{AE9CBC2A-40C9-48E4-9521-05108023EDCC}"/>
              </a:ext>
            </a:extLst>
          </p:cNvPr>
          <p:cNvPicPr>
            <a:picLocks noChangeAspect="1"/>
          </p:cNvPicPr>
          <p:nvPr userDrawn="1"/>
        </p:nvPicPr>
        <p:blipFill rotWithShape="1">
          <a:blip r:embed="rId5" cstate="print">
            <a:alphaModFix amt="50000"/>
            <a:extLst>
              <a:ext uri="{28A0092B-C50C-407E-A947-70E740481C1C}">
                <a14:useLocalDpi xmlns:a14="http://schemas.microsoft.com/office/drawing/2010/main" val="0"/>
              </a:ext>
            </a:extLst>
          </a:blip>
          <a:srcRect t="28977" b="3697"/>
          <a:stretch/>
        </p:blipFill>
        <p:spPr>
          <a:xfrm>
            <a:off x="0" y="1525153"/>
            <a:ext cx="12192000" cy="4617924"/>
          </a:xfrm>
          <a:prstGeom prst="rect">
            <a:avLst/>
          </a:prstGeom>
        </p:spPr>
      </p:pic>
      <p:sp>
        <p:nvSpPr>
          <p:cNvPr id="11" name="Rectangle 10">
            <a:extLst>
              <a:ext uri="{FF2B5EF4-FFF2-40B4-BE49-F238E27FC236}">
                <a16:creationId xmlns:a16="http://schemas.microsoft.com/office/drawing/2014/main" id="{F2C5E8A1-261B-4C6F-805F-68F632634239}"/>
              </a:ext>
            </a:extLst>
          </p:cNvPr>
          <p:cNvSpPr/>
          <p:nvPr userDrawn="1"/>
        </p:nvSpPr>
        <p:spPr>
          <a:xfrm>
            <a:off x="0" y="1525153"/>
            <a:ext cx="12192000" cy="4617924"/>
          </a:xfrm>
          <a:prstGeom prst="rect">
            <a:avLst/>
          </a:prstGeom>
          <a:solidFill>
            <a:schemeClr val="bg1">
              <a:alpha val="7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0" rtlCol="0" anchor="ctr"/>
          <a:lstStyle/>
          <a:p>
            <a:pPr algn="ctr"/>
            <a:endParaRPr lang="en-US" dirty="0"/>
          </a:p>
        </p:txBody>
      </p:sp>
      <p:sp>
        <p:nvSpPr>
          <p:cNvPr id="9" name="Segnaposto testo 2">
            <a:extLst>
              <a:ext uri="{FF2B5EF4-FFF2-40B4-BE49-F238E27FC236}">
                <a16:creationId xmlns:a16="http://schemas.microsoft.com/office/drawing/2014/main" id="{2608F4F4-D714-ED4F-B613-4BD40240FE2E}"/>
              </a:ext>
            </a:extLst>
          </p:cNvPr>
          <p:cNvSpPr>
            <a:spLocks noGrp="1"/>
          </p:cNvSpPr>
          <p:nvPr>
            <p:ph type="body" sz="quarter" idx="10" hasCustomPrompt="1"/>
          </p:nvPr>
        </p:nvSpPr>
        <p:spPr>
          <a:xfrm>
            <a:off x="371475" y="429526"/>
            <a:ext cx="11463338" cy="594810"/>
          </a:xfrm>
          <a:prstGeom prst="rect">
            <a:avLst/>
          </a:prstGeom>
        </p:spPr>
        <p:txBody>
          <a:bodyPr lIns="0" tIns="0" rIns="0" bIns="0"/>
          <a:lstStyle>
            <a:lvl1pPr marL="0" indent="0">
              <a:lnSpc>
                <a:spcPct val="100000"/>
              </a:lnSpc>
              <a:spcBef>
                <a:spcPts val="0"/>
              </a:spcBef>
              <a:buNone/>
              <a:defRPr b="1">
                <a:solidFill>
                  <a:schemeClr val="tx2"/>
                </a:solidFill>
                <a:latin typeface="Calibri" panose="020F0502020204030204" pitchFamily="34" charset="0"/>
                <a:cs typeface="Calibri" panose="020F0502020204030204" pitchFamily="34" charset="0"/>
              </a:defRPr>
            </a:lvl1pPr>
          </a:lstStyle>
          <a:p>
            <a:r>
              <a:rPr lang="it-IT"/>
              <a:t>Title </a:t>
            </a:r>
          </a:p>
        </p:txBody>
      </p:sp>
      <p:cxnSp>
        <p:nvCxnSpPr>
          <p:cNvPr id="5" name="Connettore 1 4">
            <a:extLst>
              <a:ext uri="{FF2B5EF4-FFF2-40B4-BE49-F238E27FC236}">
                <a16:creationId xmlns:a16="http://schemas.microsoft.com/office/drawing/2014/main" id="{3F34CC76-1D7F-9C4E-8F78-6547D55A9BDB}"/>
              </a:ext>
            </a:extLst>
          </p:cNvPr>
          <p:cNvCxnSpPr>
            <a:cxnSpLocks/>
          </p:cNvCxnSpPr>
          <p:nvPr userDrawn="1"/>
        </p:nvCxnSpPr>
        <p:spPr>
          <a:xfrm flipH="1">
            <a:off x="191476" y="-10319"/>
            <a:ext cx="1" cy="775494"/>
          </a:xfrm>
          <a:prstGeom prst="line">
            <a:avLst/>
          </a:prstGeom>
          <a:ln w="12700">
            <a:solidFill>
              <a:schemeClr val="bg2">
                <a:lumMod val="65000"/>
              </a:schemeClr>
            </a:solidFill>
          </a:ln>
        </p:spPr>
        <p:style>
          <a:lnRef idx="1">
            <a:schemeClr val="accent1"/>
          </a:lnRef>
          <a:fillRef idx="0">
            <a:schemeClr val="accent1"/>
          </a:fillRef>
          <a:effectRef idx="0">
            <a:schemeClr val="accent1"/>
          </a:effectRef>
          <a:fontRef idx="minor">
            <a:schemeClr val="tx1"/>
          </a:fontRef>
        </p:style>
      </p:cxnSp>
      <p:sp>
        <p:nvSpPr>
          <p:cNvPr id="6" name="Segnaposto numero diapositiva 5">
            <a:extLst>
              <a:ext uri="{FF2B5EF4-FFF2-40B4-BE49-F238E27FC236}">
                <a16:creationId xmlns:a16="http://schemas.microsoft.com/office/drawing/2014/main" id="{0FD1612C-6837-4A31-AA24-7E6B08A38F9A}"/>
              </a:ext>
            </a:extLst>
          </p:cNvPr>
          <p:cNvSpPr txBox="1">
            <a:spLocks/>
          </p:cNvSpPr>
          <p:nvPr userDrawn="1"/>
        </p:nvSpPr>
        <p:spPr>
          <a:xfrm>
            <a:off x="10475202" y="6484482"/>
            <a:ext cx="1332320" cy="318824"/>
          </a:xfrm>
          <a:prstGeom prst="rect">
            <a:avLst/>
          </a:prstGeom>
        </p:spPr>
        <p:txBody>
          <a:bodyPr lIns="0" tIns="0" rIns="0" bIns="0" anchor="ctr"/>
          <a:lstStyle>
            <a:defPPr>
              <a:defRPr lang="it-IT"/>
            </a:defPPr>
            <a:lvl1pPr marL="0" algn="r" defTabSz="914400" rtl="0" eaLnBrk="1" latinLnBrk="0" hangingPunct="1">
              <a:defRPr sz="1400" kern="1200">
                <a:solidFill>
                  <a:schemeClr val="accent4"/>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8F63A3B-78C7-47BE-AE5E-E10140E04643}" type="slidenum">
              <a:rPr lang="en-US" sz="1200" smtClean="0">
                <a:solidFill>
                  <a:schemeClr val="tx1"/>
                </a:solidFill>
                <a:latin typeface="+mn-lt"/>
              </a:rPr>
              <a:pPr/>
              <a:t>‹N›</a:t>
            </a:fld>
            <a:endParaRPr lang="en-US" sz="1200">
              <a:solidFill>
                <a:schemeClr val="tx1"/>
              </a:solidFill>
              <a:latin typeface="+mn-lt"/>
            </a:endParaRPr>
          </a:p>
        </p:txBody>
      </p:sp>
      <p:cxnSp>
        <p:nvCxnSpPr>
          <p:cNvPr id="7" name="Connettore diritto 6">
            <a:extLst>
              <a:ext uri="{FF2B5EF4-FFF2-40B4-BE49-F238E27FC236}">
                <a16:creationId xmlns:a16="http://schemas.microsoft.com/office/drawing/2014/main" id="{D9862894-CC48-4DC2-8C08-6A78BE39D166}"/>
              </a:ext>
            </a:extLst>
          </p:cNvPr>
          <p:cNvCxnSpPr>
            <a:cxnSpLocks/>
          </p:cNvCxnSpPr>
          <p:nvPr userDrawn="1"/>
        </p:nvCxnSpPr>
        <p:spPr>
          <a:xfrm>
            <a:off x="1182255" y="6643894"/>
            <a:ext cx="102431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8" name="Immagine 7" descr="Immagine che contiene testo, segnale&#10;&#10;Descrizione generata automaticamente">
            <a:extLst>
              <a:ext uri="{FF2B5EF4-FFF2-40B4-BE49-F238E27FC236}">
                <a16:creationId xmlns:a16="http://schemas.microsoft.com/office/drawing/2014/main" id="{44ADB8F3-2AAD-4A0B-8D73-BFD8ACFC5F3C}"/>
              </a:ext>
            </a:extLst>
          </p:cNvPr>
          <p:cNvPicPr>
            <a:picLocks noChangeAspect="1"/>
          </p:cNvPicPr>
          <p:nvPr userDrawn="1"/>
        </p:nvPicPr>
        <p:blipFill rotWithShape="1">
          <a:blip r:embed="rId6"/>
          <a:srcRect b="26223"/>
          <a:stretch/>
        </p:blipFill>
        <p:spPr>
          <a:xfrm>
            <a:off x="356770" y="6521219"/>
            <a:ext cx="714645" cy="245351"/>
          </a:xfrm>
          <a:prstGeom prst="rect">
            <a:avLst/>
          </a:prstGeom>
        </p:spPr>
      </p:pic>
    </p:spTree>
    <p:extLst>
      <p:ext uri="{BB962C8B-B14F-4D97-AF65-F5344CB8AC3E}">
        <p14:creationId xmlns:p14="http://schemas.microsoft.com/office/powerpoint/2010/main" val="308429681"/>
      </p:ext>
    </p:extLst>
  </p:cSld>
  <p:clrMapOvr>
    <a:masterClrMapping/>
  </p:clrMapOvr>
  <p:extLst>
    <p:ext uri="{DCECCB84-F9BA-43D5-87BE-67443E8EF086}">
      <p15:sldGuideLst xmlns:p15="http://schemas.microsoft.com/office/powerpoint/2012/main">
        <p15:guide id="1" pos="234">
          <p15:clr>
            <a:srgbClr val="FBAE40"/>
          </p15:clr>
        </p15:guide>
        <p15:guide id="2" pos="7446">
          <p15:clr>
            <a:srgbClr val="FBAE40"/>
          </p15:clr>
        </p15:guide>
        <p15:guide id="3" orient="horz" pos="2160">
          <p15:clr>
            <a:srgbClr val="FBAE40"/>
          </p15:clr>
        </p15:guide>
        <p15:guide id="4" orient="horz" pos="1911">
          <p15:clr>
            <a:srgbClr val="FBAE40"/>
          </p15:clr>
        </p15:guide>
        <p15:guide id="5" orient="horz" pos="1684">
          <p15:clr>
            <a:srgbClr val="FBAE40"/>
          </p15:clr>
        </p15:guide>
        <p15:guide id="6" orient="horz" pos="1434">
          <p15:clr>
            <a:srgbClr val="FBAE40"/>
          </p15:clr>
        </p15:guide>
        <p15:guide id="7" orient="horz" pos="1185">
          <p15:clr>
            <a:srgbClr val="FBAE40"/>
          </p15:clr>
        </p15:guide>
        <p15:guide id="8" orient="horz" pos="958">
          <p15:clr>
            <a:srgbClr val="FBAE40"/>
          </p15:clr>
        </p15:guide>
        <p15:guide id="9" orient="horz" pos="709">
          <p15:clr>
            <a:srgbClr val="FBAE40"/>
          </p15:clr>
        </p15:guide>
        <p15:guide id="10" orient="horz" pos="482">
          <p15:clr>
            <a:srgbClr val="FBAE40"/>
          </p15:clr>
        </p15:guide>
        <p15:guide id="11" orient="horz" pos="232">
          <p15:clr>
            <a:srgbClr val="FBAE40"/>
          </p15:clr>
        </p15:guide>
        <p15:guide id="12" orient="horz" pos="2409">
          <p15:clr>
            <a:srgbClr val="FBAE40"/>
          </p15:clr>
        </p15:guide>
        <p15:guide id="13" orient="horz" pos="2636">
          <p15:clr>
            <a:srgbClr val="FBAE40"/>
          </p15:clr>
        </p15:guide>
        <p15:guide id="14" orient="horz" pos="2886">
          <p15:clr>
            <a:srgbClr val="FBAE40"/>
          </p15:clr>
        </p15:guide>
        <p15:guide id="15" orient="horz" pos="3113">
          <p15:clr>
            <a:srgbClr val="FBAE40"/>
          </p15:clr>
        </p15:guide>
        <p15:guide id="16" orient="horz" pos="3362">
          <p15:clr>
            <a:srgbClr val="FBAE40"/>
          </p15:clr>
        </p15:guide>
        <p15:guide id="17" orient="horz" pos="3589">
          <p15:clr>
            <a:srgbClr val="FBAE40"/>
          </p15:clr>
        </p15:guide>
        <p15:guide id="18" orient="horz" pos="3838">
          <p15:clr>
            <a:srgbClr val="FBAE40"/>
          </p15:clr>
        </p15:guide>
        <p15:guide id="19" orient="horz" pos="4065">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 Text Blue Layout">
    <p:spTree>
      <p:nvGrpSpPr>
        <p:cNvPr id="1" name=""/>
        <p:cNvGrpSpPr/>
        <p:nvPr/>
      </p:nvGrpSpPr>
      <p:grpSpPr>
        <a:xfrm>
          <a:off x="0" y="0"/>
          <a:ext cx="0" cy="0"/>
          <a:chOff x="0" y="0"/>
          <a:chExt cx="0" cy="0"/>
        </a:xfrm>
      </p:grpSpPr>
      <p:cxnSp>
        <p:nvCxnSpPr>
          <p:cNvPr id="8" name="Connettore 1 7">
            <a:extLst>
              <a:ext uri="{FF2B5EF4-FFF2-40B4-BE49-F238E27FC236}">
                <a16:creationId xmlns:a16="http://schemas.microsoft.com/office/drawing/2014/main" id="{3ECFE329-B215-BE46-A94D-CB48083AD64E}"/>
              </a:ext>
            </a:extLst>
          </p:cNvPr>
          <p:cNvCxnSpPr>
            <a:cxnSpLocks/>
          </p:cNvCxnSpPr>
          <p:nvPr userDrawn="1"/>
        </p:nvCxnSpPr>
        <p:spPr>
          <a:xfrm flipH="1">
            <a:off x="191476" y="-10319"/>
            <a:ext cx="1" cy="775494"/>
          </a:xfrm>
          <a:prstGeom prst="line">
            <a:avLst/>
          </a:prstGeom>
          <a:noFill/>
          <a:ln w="12700" cap="flat" cmpd="sng" algn="ctr">
            <a:solidFill>
              <a:schemeClr val="bg1"/>
            </a:solidFill>
            <a:prstDash val="solid"/>
            <a:miter lim="800000"/>
          </a:ln>
          <a:effectLst/>
        </p:spPr>
      </p:cxnSp>
      <p:sp>
        <p:nvSpPr>
          <p:cNvPr id="9" name="Segnaposto testo 2">
            <a:extLst>
              <a:ext uri="{FF2B5EF4-FFF2-40B4-BE49-F238E27FC236}">
                <a16:creationId xmlns:a16="http://schemas.microsoft.com/office/drawing/2014/main" id="{5D7EA902-58DC-704C-8886-6F4F74F0A2C9}"/>
              </a:ext>
            </a:extLst>
          </p:cNvPr>
          <p:cNvSpPr>
            <a:spLocks noGrp="1"/>
          </p:cNvSpPr>
          <p:nvPr>
            <p:ph type="body" sz="quarter" idx="10" hasCustomPrompt="1"/>
          </p:nvPr>
        </p:nvSpPr>
        <p:spPr>
          <a:xfrm>
            <a:off x="371475" y="429525"/>
            <a:ext cx="11463338" cy="1080000"/>
          </a:xfrm>
          <a:prstGeom prst="rect">
            <a:avLst/>
          </a:prstGeom>
        </p:spPr>
        <p:txBody>
          <a:bodyPr lIns="0" tIns="0" rIns="0" bIns="0"/>
          <a:lstStyle>
            <a:lvl1pPr marL="0" indent="0">
              <a:lnSpc>
                <a:spcPct val="100000"/>
              </a:lnSpc>
              <a:spcBef>
                <a:spcPts val="0"/>
              </a:spcBef>
              <a:buNone/>
              <a:defRPr b="1">
                <a:solidFill>
                  <a:schemeClr val="bg1"/>
                </a:solidFill>
                <a:latin typeface="Calibri" panose="020F0502020204030204" pitchFamily="34" charset="0"/>
                <a:cs typeface="Calibri" panose="020F0502020204030204" pitchFamily="34" charset="0"/>
              </a:defRPr>
            </a:lvl1pPr>
          </a:lstStyle>
          <a:p>
            <a:r>
              <a:rPr lang="it-IT" dirty="0"/>
              <a:t>Title </a:t>
            </a:r>
          </a:p>
        </p:txBody>
      </p:sp>
      <p:sp>
        <p:nvSpPr>
          <p:cNvPr id="10" name="Segnaposto testo 2">
            <a:extLst>
              <a:ext uri="{FF2B5EF4-FFF2-40B4-BE49-F238E27FC236}">
                <a16:creationId xmlns:a16="http://schemas.microsoft.com/office/drawing/2014/main" id="{9993DC8C-C1DC-6F44-BD64-1B01A0C6F63D}"/>
              </a:ext>
            </a:extLst>
          </p:cNvPr>
          <p:cNvSpPr>
            <a:spLocks noGrp="1"/>
          </p:cNvSpPr>
          <p:nvPr>
            <p:ph type="body" sz="quarter" idx="11" hasCustomPrompt="1"/>
          </p:nvPr>
        </p:nvSpPr>
        <p:spPr>
          <a:xfrm>
            <a:off x="371475" y="1881187"/>
            <a:ext cx="11463338" cy="4284662"/>
          </a:xfrm>
          <a:prstGeom prst="rect">
            <a:avLst/>
          </a:prstGeom>
        </p:spPr>
        <p:txBody>
          <a:bodyPr lIns="0"/>
          <a:lstStyle>
            <a:lvl1pPr marL="0" indent="0">
              <a:buNone/>
              <a:defRPr sz="2000">
                <a:solidFill>
                  <a:schemeClr val="bg1"/>
                </a:solidFill>
              </a:defRPr>
            </a:lvl1pPr>
          </a:lstStyle>
          <a:p>
            <a:r>
              <a:rPr lang="it-IT" dirty="0"/>
              <a:t>Text</a:t>
            </a:r>
          </a:p>
        </p:txBody>
      </p:sp>
    </p:spTree>
    <p:extLst>
      <p:ext uri="{BB962C8B-B14F-4D97-AF65-F5344CB8AC3E}">
        <p14:creationId xmlns:p14="http://schemas.microsoft.com/office/powerpoint/2010/main" val="724270763"/>
      </p:ext>
    </p:extLst>
  </p:cSld>
  <p:clrMapOvr>
    <a:masterClrMapping/>
  </p:clrMapOvr>
  <p:extLst>
    <p:ext uri="{DCECCB84-F9BA-43D5-87BE-67443E8EF086}">
      <p15:sldGuideLst xmlns:p15="http://schemas.microsoft.com/office/powerpoint/2012/main">
        <p15:guide id="9" orient="horz" pos="4065">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 Text Blue Layout">
    <p:spTree>
      <p:nvGrpSpPr>
        <p:cNvPr id="1" name=""/>
        <p:cNvGrpSpPr/>
        <p:nvPr/>
      </p:nvGrpSpPr>
      <p:grpSpPr>
        <a:xfrm>
          <a:off x="0" y="0"/>
          <a:ext cx="0" cy="0"/>
          <a:chOff x="0" y="0"/>
          <a:chExt cx="0" cy="0"/>
        </a:xfrm>
      </p:grpSpPr>
      <p:cxnSp>
        <p:nvCxnSpPr>
          <p:cNvPr id="8" name="Connettore 1 7">
            <a:extLst>
              <a:ext uri="{FF2B5EF4-FFF2-40B4-BE49-F238E27FC236}">
                <a16:creationId xmlns:a16="http://schemas.microsoft.com/office/drawing/2014/main" id="{3ECFE329-B215-BE46-A94D-CB48083AD64E}"/>
              </a:ext>
            </a:extLst>
          </p:cNvPr>
          <p:cNvCxnSpPr>
            <a:cxnSpLocks/>
          </p:cNvCxnSpPr>
          <p:nvPr userDrawn="1"/>
        </p:nvCxnSpPr>
        <p:spPr>
          <a:xfrm flipH="1">
            <a:off x="191476" y="-10319"/>
            <a:ext cx="1" cy="775494"/>
          </a:xfrm>
          <a:prstGeom prst="line">
            <a:avLst/>
          </a:prstGeom>
          <a:noFill/>
          <a:ln w="12700" cap="flat" cmpd="sng" algn="ctr">
            <a:solidFill>
              <a:schemeClr val="bg1"/>
            </a:solidFill>
            <a:prstDash val="solid"/>
            <a:miter lim="800000"/>
          </a:ln>
          <a:effectLst/>
        </p:spPr>
      </p:cxnSp>
      <p:sp>
        <p:nvSpPr>
          <p:cNvPr id="9" name="Segnaposto testo 2">
            <a:extLst>
              <a:ext uri="{FF2B5EF4-FFF2-40B4-BE49-F238E27FC236}">
                <a16:creationId xmlns:a16="http://schemas.microsoft.com/office/drawing/2014/main" id="{5D7EA902-58DC-704C-8886-6F4F74F0A2C9}"/>
              </a:ext>
            </a:extLst>
          </p:cNvPr>
          <p:cNvSpPr>
            <a:spLocks noGrp="1"/>
          </p:cNvSpPr>
          <p:nvPr>
            <p:ph type="body" sz="quarter" idx="10" hasCustomPrompt="1"/>
          </p:nvPr>
        </p:nvSpPr>
        <p:spPr>
          <a:xfrm>
            <a:off x="371475" y="429525"/>
            <a:ext cx="11463338" cy="1080000"/>
          </a:xfrm>
          <a:prstGeom prst="rect">
            <a:avLst/>
          </a:prstGeom>
        </p:spPr>
        <p:txBody>
          <a:bodyPr lIns="0" tIns="0" rIns="0" bIns="0"/>
          <a:lstStyle>
            <a:lvl1pPr marL="0" indent="0">
              <a:lnSpc>
                <a:spcPct val="100000"/>
              </a:lnSpc>
              <a:spcBef>
                <a:spcPts val="0"/>
              </a:spcBef>
              <a:buNone/>
              <a:defRPr b="1">
                <a:solidFill>
                  <a:schemeClr val="bg1"/>
                </a:solidFill>
                <a:latin typeface="Calibri" panose="020F0502020204030204" pitchFamily="34" charset="0"/>
                <a:cs typeface="Calibri" panose="020F0502020204030204" pitchFamily="34" charset="0"/>
              </a:defRPr>
            </a:lvl1pPr>
          </a:lstStyle>
          <a:p>
            <a:r>
              <a:rPr lang="it-IT" dirty="0"/>
              <a:t>Title </a:t>
            </a:r>
          </a:p>
        </p:txBody>
      </p:sp>
    </p:spTree>
    <p:extLst>
      <p:ext uri="{BB962C8B-B14F-4D97-AF65-F5344CB8AC3E}">
        <p14:creationId xmlns:p14="http://schemas.microsoft.com/office/powerpoint/2010/main" val="22731672"/>
      </p:ext>
    </p:extLst>
  </p:cSld>
  <p:clrMapOvr>
    <a:masterClrMapping/>
  </p:clrMapOvr>
  <p:extLst>
    <p:ext uri="{DCECCB84-F9BA-43D5-87BE-67443E8EF086}">
      <p15:sldGuideLst xmlns:p15="http://schemas.microsoft.com/office/powerpoint/2012/main">
        <p15:guide id="9" orient="horz" pos="4065">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 Text + Img dx Blue Layout">
    <p:spTree>
      <p:nvGrpSpPr>
        <p:cNvPr id="1" name=""/>
        <p:cNvGrpSpPr/>
        <p:nvPr/>
      </p:nvGrpSpPr>
      <p:grpSpPr>
        <a:xfrm>
          <a:off x="0" y="0"/>
          <a:ext cx="0" cy="0"/>
          <a:chOff x="0" y="0"/>
          <a:chExt cx="0" cy="0"/>
        </a:xfrm>
      </p:grpSpPr>
      <p:cxnSp>
        <p:nvCxnSpPr>
          <p:cNvPr id="8" name="Connettore 1 7">
            <a:extLst>
              <a:ext uri="{FF2B5EF4-FFF2-40B4-BE49-F238E27FC236}">
                <a16:creationId xmlns:a16="http://schemas.microsoft.com/office/drawing/2014/main" id="{3ECFE329-B215-BE46-A94D-CB48083AD64E}"/>
              </a:ext>
            </a:extLst>
          </p:cNvPr>
          <p:cNvCxnSpPr>
            <a:cxnSpLocks/>
          </p:cNvCxnSpPr>
          <p:nvPr userDrawn="1"/>
        </p:nvCxnSpPr>
        <p:spPr>
          <a:xfrm flipH="1">
            <a:off x="191476" y="-10319"/>
            <a:ext cx="1" cy="775494"/>
          </a:xfrm>
          <a:prstGeom prst="line">
            <a:avLst/>
          </a:prstGeom>
          <a:noFill/>
          <a:ln w="12700" cap="flat" cmpd="sng" algn="ctr">
            <a:solidFill>
              <a:schemeClr val="bg1">
                <a:lumMod val="65000"/>
              </a:schemeClr>
            </a:solidFill>
            <a:prstDash val="solid"/>
            <a:miter lim="800000"/>
          </a:ln>
          <a:effectLst/>
        </p:spPr>
      </p:cxnSp>
      <p:sp>
        <p:nvSpPr>
          <p:cNvPr id="9" name="Segnaposto testo 2">
            <a:extLst>
              <a:ext uri="{FF2B5EF4-FFF2-40B4-BE49-F238E27FC236}">
                <a16:creationId xmlns:a16="http://schemas.microsoft.com/office/drawing/2014/main" id="{5D7EA902-58DC-704C-8886-6F4F74F0A2C9}"/>
              </a:ext>
            </a:extLst>
          </p:cNvPr>
          <p:cNvSpPr>
            <a:spLocks noGrp="1"/>
          </p:cNvSpPr>
          <p:nvPr>
            <p:ph type="body" sz="quarter" idx="10" hasCustomPrompt="1"/>
          </p:nvPr>
        </p:nvSpPr>
        <p:spPr>
          <a:xfrm>
            <a:off x="371475" y="429525"/>
            <a:ext cx="5382000" cy="1080000"/>
          </a:xfrm>
          <a:prstGeom prst="rect">
            <a:avLst/>
          </a:prstGeom>
        </p:spPr>
        <p:txBody>
          <a:bodyPr lIns="0" tIns="0" rIns="0" bIns="0"/>
          <a:lstStyle>
            <a:lvl1pPr marL="0" indent="0">
              <a:lnSpc>
                <a:spcPct val="100000"/>
              </a:lnSpc>
              <a:spcBef>
                <a:spcPts val="0"/>
              </a:spcBef>
              <a:buNone/>
              <a:defRPr b="1">
                <a:solidFill>
                  <a:schemeClr val="bg1"/>
                </a:solidFill>
                <a:latin typeface="Calibri" panose="020F0502020204030204" pitchFamily="34" charset="0"/>
                <a:cs typeface="Calibri" panose="020F0502020204030204" pitchFamily="34" charset="0"/>
              </a:defRPr>
            </a:lvl1pPr>
          </a:lstStyle>
          <a:p>
            <a:r>
              <a:rPr lang="it-IT" dirty="0"/>
              <a:t>Title </a:t>
            </a:r>
          </a:p>
        </p:txBody>
      </p:sp>
      <p:sp>
        <p:nvSpPr>
          <p:cNvPr id="10" name="Segnaposto testo 2">
            <a:extLst>
              <a:ext uri="{FF2B5EF4-FFF2-40B4-BE49-F238E27FC236}">
                <a16:creationId xmlns:a16="http://schemas.microsoft.com/office/drawing/2014/main" id="{9993DC8C-C1DC-6F44-BD64-1B01A0C6F63D}"/>
              </a:ext>
            </a:extLst>
          </p:cNvPr>
          <p:cNvSpPr>
            <a:spLocks noGrp="1"/>
          </p:cNvSpPr>
          <p:nvPr>
            <p:ph type="body" sz="quarter" idx="11" hasCustomPrompt="1"/>
          </p:nvPr>
        </p:nvSpPr>
        <p:spPr>
          <a:xfrm>
            <a:off x="371475" y="1881188"/>
            <a:ext cx="5382000" cy="4284661"/>
          </a:xfrm>
          <a:prstGeom prst="rect">
            <a:avLst/>
          </a:prstGeom>
        </p:spPr>
        <p:txBody>
          <a:bodyPr lIns="0"/>
          <a:lstStyle>
            <a:lvl1pPr marL="0" indent="0">
              <a:buNone/>
              <a:defRPr sz="2000">
                <a:solidFill>
                  <a:schemeClr val="bg1"/>
                </a:solidFill>
              </a:defRPr>
            </a:lvl1pPr>
          </a:lstStyle>
          <a:p>
            <a:r>
              <a:rPr lang="it-IT" dirty="0"/>
              <a:t>Text</a:t>
            </a:r>
          </a:p>
        </p:txBody>
      </p:sp>
      <p:sp>
        <p:nvSpPr>
          <p:cNvPr id="13" name="Segnaposto immagine 4">
            <a:extLst>
              <a:ext uri="{FF2B5EF4-FFF2-40B4-BE49-F238E27FC236}">
                <a16:creationId xmlns:a16="http://schemas.microsoft.com/office/drawing/2014/main" id="{B468BC9F-DF0B-464F-A3A5-79FAE92853B4}"/>
              </a:ext>
            </a:extLst>
          </p:cNvPr>
          <p:cNvSpPr>
            <a:spLocks noGrp="1"/>
          </p:cNvSpPr>
          <p:nvPr>
            <p:ph type="pic" sz="quarter" idx="12" hasCustomPrompt="1"/>
          </p:nvPr>
        </p:nvSpPr>
        <p:spPr>
          <a:xfrm>
            <a:off x="6096000" y="0"/>
            <a:ext cx="6096000" cy="6491288"/>
          </a:xfrm>
          <a:prstGeom prst="rect">
            <a:avLst/>
          </a:prstGeom>
        </p:spPr>
        <p:txBody>
          <a:bodyPr anchor="ctr"/>
          <a:lstStyle>
            <a:lvl1pPr marL="0" indent="0" algn="ctr">
              <a:buNone/>
              <a:defRPr>
                <a:solidFill>
                  <a:schemeClr val="bg1"/>
                </a:solidFill>
              </a:defRPr>
            </a:lvl1pPr>
          </a:lstStyle>
          <a:p>
            <a:r>
              <a:rPr lang="it-IT" dirty="0" err="1"/>
              <a:t>Img</a:t>
            </a:r>
            <a:endParaRPr lang="it-IT" dirty="0"/>
          </a:p>
        </p:txBody>
      </p:sp>
    </p:spTree>
    <p:extLst>
      <p:ext uri="{BB962C8B-B14F-4D97-AF65-F5344CB8AC3E}">
        <p14:creationId xmlns:p14="http://schemas.microsoft.com/office/powerpoint/2010/main" val="2831099295"/>
      </p:ext>
    </p:extLst>
  </p:cSld>
  <p:clrMapOvr>
    <a:masterClrMapping/>
  </p:clrMapOvr>
  <p:extLst>
    <p:ext uri="{DCECCB84-F9BA-43D5-87BE-67443E8EF086}">
      <p15:sldGuideLst xmlns:p15="http://schemas.microsoft.com/office/powerpoint/2012/main">
        <p15:guide id="9" orient="horz" pos="4065">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 Text + Img sx Blue Layout">
    <p:spTree>
      <p:nvGrpSpPr>
        <p:cNvPr id="1" name=""/>
        <p:cNvGrpSpPr/>
        <p:nvPr/>
      </p:nvGrpSpPr>
      <p:grpSpPr>
        <a:xfrm>
          <a:off x="0" y="0"/>
          <a:ext cx="0" cy="0"/>
          <a:chOff x="0" y="0"/>
          <a:chExt cx="0" cy="0"/>
        </a:xfrm>
      </p:grpSpPr>
      <p:sp>
        <p:nvSpPr>
          <p:cNvPr id="13" name="Segnaposto immagine 4">
            <a:extLst>
              <a:ext uri="{FF2B5EF4-FFF2-40B4-BE49-F238E27FC236}">
                <a16:creationId xmlns:a16="http://schemas.microsoft.com/office/drawing/2014/main" id="{B468BC9F-DF0B-464F-A3A5-79FAE92853B4}"/>
              </a:ext>
            </a:extLst>
          </p:cNvPr>
          <p:cNvSpPr>
            <a:spLocks noGrp="1"/>
          </p:cNvSpPr>
          <p:nvPr>
            <p:ph type="pic" sz="quarter" idx="12" hasCustomPrompt="1"/>
          </p:nvPr>
        </p:nvSpPr>
        <p:spPr>
          <a:xfrm>
            <a:off x="0" y="0"/>
            <a:ext cx="6096000" cy="6491288"/>
          </a:xfrm>
          <a:prstGeom prst="rect">
            <a:avLst/>
          </a:prstGeom>
        </p:spPr>
        <p:txBody>
          <a:bodyPr anchor="ctr"/>
          <a:lstStyle>
            <a:lvl1pPr marL="0" indent="0" algn="ctr">
              <a:buNone/>
              <a:defRPr>
                <a:solidFill>
                  <a:schemeClr val="bg1"/>
                </a:solidFill>
              </a:defRPr>
            </a:lvl1pPr>
          </a:lstStyle>
          <a:p>
            <a:r>
              <a:rPr lang="it-IT" dirty="0" err="1"/>
              <a:t>Img</a:t>
            </a:r>
            <a:endParaRPr lang="it-IT" dirty="0"/>
          </a:p>
        </p:txBody>
      </p:sp>
      <p:sp>
        <p:nvSpPr>
          <p:cNvPr id="6" name="Segnaposto testo 2">
            <a:extLst>
              <a:ext uri="{FF2B5EF4-FFF2-40B4-BE49-F238E27FC236}">
                <a16:creationId xmlns:a16="http://schemas.microsoft.com/office/drawing/2014/main" id="{B2F85DD4-2683-9742-AC5A-2C0E8B0DDF82}"/>
              </a:ext>
            </a:extLst>
          </p:cNvPr>
          <p:cNvSpPr>
            <a:spLocks noGrp="1"/>
          </p:cNvSpPr>
          <p:nvPr>
            <p:ph type="body" sz="quarter" idx="11" hasCustomPrompt="1"/>
          </p:nvPr>
        </p:nvSpPr>
        <p:spPr>
          <a:xfrm>
            <a:off x="6467707" y="1881188"/>
            <a:ext cx="5352818" cy="4211636"/>
          </a:xfrm>
          <a:prstGeom prst="rect">
            <a:avLst/>
          </a:prstGeom>
        </p:spPr>
        <p:txBody>
          <a:bodyPr lIns="0"/>
          <a:lstStyle>
            <a:lvl1pPr marL="0" indent="0">
              <a:buNone/>
              <a:defRPr sz="2000">
                <a:solidFill>
                  <a:schemeClr val="bg1"/>
                </a:solidFill>
              </a:defRPr>
            </a:lvl1pPr>
          </a:lstStyle>
          <a:p>
            <a:r>
              <a:rPr lang="it-IT" dirty="0"/>
              <a:t>Testo</a:t>
            </a:r>
          </a:p>
        </p:txBody>
      </p:sp>
      <p:sp>
        <p:nvSpPr>
          <p:cNvPr id="7" name="Segnaposto testo 2">
            <a:extLst>
              <a:ext uri="{FF2B5EF4-FFF2-40B4-BE49-F238E27FC236}">
                <a16:creationId xmlns:a16="http://schemas.microsoft.com/office/drawing/2014/main" id="{B6A2CDA5-18EC-7B40-924F-C91C912DC84D}"/>
              </a:ext>
            </a:extLst>
          </p:cNvPr>
          <p:cNvSpPr>
            <a:spLocks noGrp="1"/>
          </p:cNvSpPr>
          <p:nvPr>
            <p:ph type="body" sz="quarter" idx="13" hasCustomPrompt="1"/>
          </p:nvPr>
        </p:nvSpPr>
        <p:spPr>
          <a:xfrm>
            <a:off x="6467707" y="429525"/>
            <a:ext cx="5352818" cy="1080000"/>
          </a:xfrm>
          <a:prstGeom prst="rect">
            <a:avLst/>
          </a:prstGeom>
        </p:spPr>
        <p:txBody>
          <a:bodyPr lIns="0" tIns="0" rIns="0" bIns="0"/>
          <a:lstStyle>
            <a:lvl1pPr marL="0" indent="0">
              <a:lnSpc>
                <a:spcPct val="100000"/>
              </a:lnSpc>
              <a:spcBef>
                <a:spcPts val="0"/>
              </a:spcBef>
              <a:buNone/>
              <a:defRPr b="1">
                <a:solidFill>
                  <a:schemeClr val="bg1"/>
                </a:solidFill>
                <a:latin typeface="Calibri" panose="020F0502020204030204" pitchFamily="34" charset="0"/>
                <a:cs typeface="Calibri" panose="020F0502020204030204" pitchFamily="34" charset="0"/>
              </a:defRPr>
            </a:lvl1pPr>
          </a:lstStyle>
          <a:p>
            <a:r>
              <a:rPr lang="it-IT" dirty="0"/>
              <a:t>Title</a:t>
            </a:r>
          </a:p>
        </p:txBody>
      </p:sp>
      <p:cxnSp>
        <p:nvCxnSpPr>
          <p:cNvPr id="9" name="Connettore 1 8">
            <a:extLst>
              <a:ext uri="{FF2B5EF4-FFF2-40B4-BE49-F238E27FC236}">
                <a16:creationId xmlns:a16="http://schemas.microsoft.com/office/drawing/2014/main" id="{1E4E594D-0DF4-AF44-A8A6-5A8B81416D7B}"/>
              </a:ext>
            </a:extLst>
          </p:cNvPr>
          <p:cNvCxnSpPr>
            <a:cxnSpLocks/>
          </p:cNvCxnSpPr>
          <p:nvPr userDrawn="1"/>
        </p:nvCxnSpPr>
        <p:spPr>
          <a:xfrm flipH="1">
            <a:off x="6281853" y="-10319"/>
            <a:ext cx="1" cy="775494"/>
          </a:xfrm>
          <a:prstGeom prst="line">
            <a:avLst/>
          </a:prstGeom>
          <a:ln w="12700">
            <a:solidFill>
              <a:schemeClr val="bg2">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77153623"/>
      </p:ext>
    </p:extLst>
  </p:cSld>
  <p:clrMapOvr>
    <a:masterClrMapping/>
  </p:clrMapOvr>
  <p:extLst>
    <p:ext uri="{DCECCB84-F9BA-43D5-87BE-67443E8EF086}">
      <p15:sldGuideLst xmlns:p15="http://schemas.microsoft.com/office/powerpoint/2012/main">
        <p15:guide id="9" orient="horz" pos="4065">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Empty Blue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22127652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oleObject" Target="../embeddings/oleObject1.bin"/><Relationship Id="rId3" Type="http://schemas.openxmlformats.org/officeDocument/2006/relationships/slideLayout" Target="../slideLayouts/slideLayout3.xml"/><Relationship Id="rId7" Type="http://schemas.openxmlformats.org/officeDocument/2006/relationships/tags" Target="../tags/tag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8" Type="http://schemas.openxmlformats.org/officeDocument/2006/relationships/oleObject" Target="../embeddings/oleObject6.bin"/><Relationship Id="rId3" Type="http://schemas.openxmlformats.org/officeDocument/2006/relationships/slideLayout" Target="../slideLayouts/slideLayout8.xml"/><Relationship Id="rId7" Type="http://schemas.openxmlformats.org/officeDocument/2006/relationships/tags" Target="../tags/tag7.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theme" Target="../theme/theme2.xml"/><Relationship Id="rId5" Type="http://schemas.openxmlformats.org/officeDocument/2006/relationships/slideLayout" Target="../slideLayouts/slideLayout10.xml"/><Relationship Id="rId10" Type="http://schemas.openxmlformats.org/officeDocument/2006/relationships/image" Target="../media/image4.png"/><Relationship Id="rId4" Type="http://schemas.openxmlformats.org/officeDocument/2006/relationships/slideLayout" Target="../slideLayouts/slideLayout9.xml"/><Relationship Id="rId9"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40527444-DD25-4805-96CA-FC1CEC2B9CF7}"/>
              </a:ext>
            </a:extLst>
          </p:cNvPr>
          <p:cNvGraphicFramePr>
            <a:graphicFrameLocks noChangeAspect="1"/>
          </p:cNvGraphicFramePr>
          <p:nvPr userDrawn="1">
            <p:custDataLst>
              <p:tags r:id="rId7"/>
            </p:custDataLst>
            <p:extLst>
              <p:ext uri="{D42A27DB-BD31-4B8C-83A1-F6EECF244321}">
                <p14:modId xmlns:p14="http://schemas.microsoft.com/office/powerpoint/2010/main" val="111865691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395" imgH="396" progId="TCLayout.ActiveDocument.1">
                  <p:embed/>
                </p:oleObj>
              </mc:Choice>
              <mc:Fallback>
                <p:oleObj name="think-cell Slide" r:id="rId8" imgW="395" imgH="396" progId="TCLayout.ActiveDocument.1">
                  <p:embed/>
                  <p:pic>
                    <p:nvPicPr>
                      <p:cNvPr id="2" name="Object 1" hidden="1">
                        <a:extLst>
                          <a:ext uri="{FF2B5EF4-FFF2-40B4-BE49-F238E27FC236}">
                            <a16:creationId xmlns:a16="http://schemas.microsoft.com/office/drawing/2014/main" id="{40527444-DD25-4805-96CA-FC1CEC2B9CF7}"/>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3" name="MSIPCMContentMarking" descr="{&quot;HashCode&quot;:-965965455,&quot;Placement&quot;:&quot;Header&quot;,&quot;Top&quot;:0.0,&quot;Left&quot;:411.156525,&quot;SlideWidth&quot;:960,&quot;SlideHeight&quot;:540}">
            <a:extLst>
              <a:ext uri="{FF2B5EF4-FFF2-40B4-BE49-F238E27FC236}">
                <a16:creationId xmlns:a16="http://schemas.microsoft.com/office/drawing/2014/main" id="{5E818A76-CFA8-2ED9-A645-C98C212F39B1}"/>
              </a:ext>
            </a:extLst>
          </p:cNvPr>
          <p:cNvSpPr txBox="1"/>
          <p:nvPr userDrawn="1"/>
        </p:nvSpPr>
        <p:spPr>
          <a:xfrm>
            <a:off x="5221688" y="0"/>
            <a:ext cx="1748624" cy="228163"/>
          </a:xfrm>
          <a:prstGeom prst="rect">
            <a:avLst/>
          </a:prstGeom>
          <a:noFill/>
        </p:spPr>
        <p:txBody>
          <a:bodyPr vert="horz" wrap="square" lIns="0" tIns="0" rIns="0" bIns="0" rtlCol="0" anchor="ctr" anchorCtr="1">
            <a:spAutoFit/>
          </a:bodyPr>
          <a:lstStyle/>
          <a:p>
            <a:pPr algn="ctr">
              <a:spcBef>
                <a:spcPts val="0"/>
              </a:spcBef>
              <a:spcAft>
                <a:spcPts val="0"/>
              </a:spcAft>
            </a:pPr>
            <a:r>
              <a:rPr lang="en-US" sz="800">
                <a:solidFill>
                  <a:srgbClr val="000000"/>
                </a:solidFill>
                <a:latin typeface="Calibri" panose="020F0502020204030204" pitchFamily="34" charset="0"/>
              </a:rPr>
              <a:t> This content is classified as Internal </a:t>
            </a:r>
            <a:endParaRPr lang="it-IT" sz="800">
              <a:solidFill>
                <a:srgbClr val="000000"/>
              </a:solidFill>
              <a:latin typeface="Calibri" panose="020F0502020204030204" pitchFamily="34" charset="0"/>
            </a:endParaRPr>
          </a:p>
        </p:txBody>
      </p:sp>
      <p:sp>
        <p:nvSpPr>
          <p:cNvPr id="4" name="MSIPCMContentMarking" descr="{&quot;HashCode&quot;:-1864263245,&quot;Placement&quot;:&quot;Footer&quot;,&quot;Top&quot;:522.0343,&quot;Left&quot;:471.066681,&quot;SlideWidth&quot;:960,&quot;SlideHeight&quot;:540}">
            <a:extLst>
              <a:ext uri="{FF2B5EF4-FFF2-40B4-BE49-F238E27FC236}">
                <a16:creationId xmlns:a16="http://schemas.microsoft.com/office/drawing/2014/main" id="{33843B35-55CF-4BFB-441F-C785D7B9775B}"/>
              </a:ext>
            </a:extLst>
          </p:cNvPr>
          <p:cNvSpPr txBox="1"/>
          <p:nvPr userDrawn="1"/>
        </p:nvSpPr>
        <p:spPr>
          <a:xfrm>
            <a:off x="5982547" y="6629836"/>
            <a:ext cx="226907" cy="228163"/>
          </a:xfrm>
          <a:prstGeom prst="rect">
            <a:avLst/>
          </a:prstGeom>
          <a:noFill/>
        </p:spPr>
        <p:txBody>
          <a:bodyPr vert="horz" wrap="square" lIns="0" tIns="0" rIns="0" bIns="0" rtlCol="0" anchor="ctr" anchorCtr="1">
            <a:spAutoFit/>
          </a:bodyPr>
          <a:lstStyle/>
          <a:p>
            <a:pPr algn="ctr">
              <a:spcBef>
                <a:spcPts val="0"/>
              </a:spcBef>
              <a:spcAft>
                <a:spcPts val="0"/>
              </a:spcAft>
            </a:pPr>
            <a:r>
              <a:rPr lang="it-IT" sz="800">
                <a:solidFill>
                  <a:srgbClr val="000000"/>
                </a:solidFill>
                <a:latin typeface="Calibri" panose="020F0502020204030204" pitchFamily="34" charset="0"/>
              </a:rPr>
              <a:t> </a:t>
            </a:r>
          </a:p>
        </p:txBody>
      </p:sp>
    </p:spTree>
    <p:extLst>
      <p:ext uri="{BB962C8B-B14F-4D97-AF65-F5344CB8AC3E}">
        <p14:creationId xmlns:p14="http://schemas.microsoft.com/office/powerpoint/2010/main" val="4044450928"/>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63" r:id="rId3"/>
    <p:sldLayoutId id="2147483655" r:id="rId4"/>
    <p:sldLayoutId id="2147483662" r:id="rId5"/>
  </p:sldLayoutIdLst>
  <p:txStyles>
    <p:titleStyle>
      <a:lvl1pPr algn="l" defTabSz="914400" rtl="0" eaLnBrk="1" latinLnBrk="0" hangingPunct="1">
        <a:lnSpc>
          <a:spcPct val="90000"/>
        </a:lnSpc>
        <a:spcBef>
          <a:spcPct val="0"/>
        </a:spcBef>
        <a:buNone/>
        <a:defRPr sz="3600" b="1" kern="1200">
          <a:solidFill>
            <a:schemeClr val="bg1"/>
          </a:solidFill>
          <a:latin typeface="+mn-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2F38AC"/>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88FD9455-9756-480D-905E-D3703A4AE1E5}"/>
              </a:ext>
            </a:extLst>
          </p:cNvPr>
          <p:cNvGraphicFramePr>
            <a:graphicFrameLocks noChangeAspect="1"/>
          </p:cNvGraphicFramePr>
          <p:nvPr userDrawn="1">
            <p:custDataLst>
              <p:tags r:id="rId7"/>
            </p:custDataLst>
            <p:extLst>
              <p:ext uri="{D42A27DB-BD31-4B8C-83A1-F6EECF244321}">
                <p14:modId xmlns:p14="http://schemas.microsoft.com/office/powerpoint/2010/main" val="20818110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395" imgH="396" progId="TCLayout.ActiveDocument.1">
                  <p:embed/>
                </p:oleObj>
              </mc:Choice>
              <mc:Fallback>
                <p:oleObj name="think-cell Slide" r:id="rId8" imgW="395" imgH="396" progId="TCLayout.ActiveDocument.1">
                  <p:embed/>
                  <p:pic>
                    <p:nvPicPr>
                      <p:cNvPr id="3" name="Object 2" hidden="1">
                        <a:extLst>
                          <a:ext uri="{FF2B5EF4-FFF2-40B4-BE49-F238E27FC236}">
                            <a16:creationId xmlns:a16="http://schemas.microsoft.com/office/drawing/2014/main" id="{88FD9455-9756-480D-905E-D3703A4AE1E5}"/>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2" name="Segnaposto numero diapositiva 5">
            <a:extLst>
              <a:ext uri="{FF2B5EF4-FFF2-40B4-BE49-F238E27FC236}">
                <a16:creationId xmlns:a16="http://schemas.microsoft.com/office/drawing/2014/main" id="{AEE447CE-4FA8-4643-99E0-B5CC22C4E714}"/>
              </a:ext>
            </a:extLst>
          </p:cNvPr>
          <p:cNvSpPr txBox="1">
            <a:spLocks/>
          </p:cNvSpPr>
          <p:nvPr userDrawn="1"/>
        </p:nvSpPr>
        <p:spPr>
          <a:xfrm>
            <a:off x="10502910" y="6493718"/>
            <a:ext cx="1332320" cy="318824"/>
          </a:xfrm>
          <a:prstGeom prst="rect">
            <a:avLst/>
          </a:prstGeom>
        </p:spPr>
        <p:txBody>
          <a:bodyPr lIns="0" tIns="0" rIns="0" bIns="0" anchor="ctr"/>
          <a:lstStyle>
            <a:defPPr>
              <a:defRPr lang="it-IT"/>
            </a:defPPr>
            <a:lvl1pPr marL="0" algn="r" defTabSz="914400" rtl="0" eaLnBrk="1" latinLnBrk="0" hangingPunct="1">
              <a:defRPr sz="1400" kern="1200">
                <a:solidFill>
                  <a:schemeClr val="accent4"/>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8F63A3B-78C7-47BE-AE5E-E10140E04643}" type="slidenum">
              <a:rPr lang="en-US" sz="1200" smtClean="0">
                <a:solidFill>
                  <a:schemeClr val="bg2"/>
                </a:solidFill>
                <a:latin typeface="+mn-lt"/>
              </a:rPr>
              <a:pPr/>
              <a:t>‹N›</a:t>
            </a:fld>
            <a:endParaRPr lang="en-US" sz="1200" dirty="0">
              <a:solidFill>
                <a:schemeClr val="bg2"/>
              </a:solidFill>
              <a:latin typeface="+mn-lt"/>
            </a:endParaRPr>
          </a:p>
        </p:txBody>
      </p:sp>
      <p:cxnSp>
        <p:nvCxnSpPr>
          <p:cNvPr id="9" name="Connettore diritto 8">
            <a:extLst>
              <a:ext uri="{FF2B5EF4-FFF2-40B4-BE49-F238E27FC236}">
                <a16:creationId xmlns:a16="http://schemas.microsoft.com/office/drawing/2014/main" id="{FCBDDB22-B399-4A36-9CCB-38F70233FB13}"/>
              </a:ext>
            </a:extLst>
          </p:cNvPr>
          <p:cNvCxnSpPr>
            <a:cxnSpLocks/>
          </p:cNvCxnSpPr>
          <p:nvPr userDrawn="1"/>
        </p:nvCxnSpPr>
        <p:spPr>
          <a:xfrm>
            <a:off x="1182255" y="6643894"/>
            <a:ext cx="102431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7" name="Immagine 6">
            <a:extLst>
              <a:ext uri="{FF2B5EF4-FFF2-40B4-BE49-F238E27FC236}">
                <a16:creationId xmlns:a16="http://schemas.microsoft.com/office/drawing/2014/main" id="{4C37B69B-C560-494C-892B-67B9C1956E54}"/>
              </a:ext>
            </a:extLst>
          </p:cNvPr>
          <p:cNvPicPr>
            <a:picLocks noChangeAspect="1"/>
          </p:cNvPicPr>
          <p:nvPr userDrawn="1"/>
        </p:nvPicPr>
        <p:blipFill rotWithShape="1">
          <a:blip r:embed="rId10" cstate="screen">
            <a:extLst>
              <a:ext uri="{28A0092B-C50C-407E-A947-70E740481C1C}">
                <a14:useLocalDpi xmlns:a14="http://schemas.microsoft.com/office/drawing/2010/main"/>
              </a:ext>
            </a:extLst>
          </a:blip>
          <a:srcRect/>
          <a:stretch/>
        </p:blipFill>
        <p:spPr>
          <a:xfrm>
            <a:off x="353790" y="6516097"/>
            <a:ext cx="714645" cy="252169"/>
          </a:xfrm>
          <a:prstGeom prst="rect">
            <a:avLst/>
          </a:prstGeom>
        </p:spPr>
      </p:pic>
      <p:sp>
        <p:nvSpPr>
          <p:cNvPr id="4" name="MSIPCMContentMarking" descr="{&quot;HashCode&quot;:-965965455,&quot;Placement&quot;:&quot;Header&quot;,&quot;Top&quot;:0.0,&quot;Left&quot;:411.156525,&quot;SlideWidth&quot;:960,&quot;SlideHeight&quot;:540}">
            <a:extLst>
              <a:ext uri="{FF2B5EF4-FFF2-40B4-BE49-F238E27FC236}">
                <a16:creationId xmlns:a16="http://schemas.microsoft.com/office/drawing/2014/main" id="{D695C3E7-7F32-224F-D040-96CB9D66373C}"/>
              </a:ext>
            </a:extLst>
          </p:cNvPr>
          <p:cNvSpPr txBox="1"/>
          <p:nvPr userDrawn="1"/>
        </p:nvSpPr>
        <p:spPr>
          <a:xfrm>
            <a:off x="5221688" y="0"/>
            <a:ext cx="1748624" cy="228163"/>
          </a:xfrm>
          <a:prstGeom prst="rect">
            <a:avLst/>
          </a:prstGeom>
          <a:noFill/>
        </p:spPr>
        <p:txBody>
          <a:bodyPr vert="horz" wrap="square" lIns="0" tIns="0" rIns="0" bIns="0" rtlCol="0" anchor="ctr" anchorCtr="1">
            <a:spAutoFit/>
          </a:bodyPr>
          <a:lstStyle/>
          <a:p>
            <a:pPr algn="ctr">
              <a:spcBef>
                <a:spcPts val="0"/>
              </a:spcBef>
              <a:spcAft>
                <a:spcPts val="0"/>
              </a:spcAft>
            </a:pPr>
            <a:r>
              <a:rPr lang="en-US" sz="800">
                <a:solidFill>
                  <a:srgbClr val="000000"/>
                </a:solidFill>
                <a:latin typeface="Calibri" panose="020F0502020204030204" pitchFamily="34" charset="0"/>
              </a:rPr>
              <a:t> This content is classified as Internal </a:t>
            </a:r>
            <a:endParaRPr lang="it-IT" sz="800">
              <a:solidFill>
                <a:srgbClr val="000000"/>
              </a:solidFill>
              <a:latin typeface="Calibri" panose="020F0502020204030204" pitchFamily="34" charset="0"/>
            </a:endParaRPr>
          </a:p>
        </p:txBody>
      </p:sp>
      <p:sp>
        <p:nvSpPr>
          <p:cNvPr id="5" name="MSIPCMContentMarking" descr="{&quot;HashCode&quot;:-1864263245,&quot;Placement&quot;:&quot;Footer&quot;,&quot;Top&quot;:522.0343,&quot;Left&quot;:471.066681,&quot;SlideWidth&quot;:960,&quot;SlideHeight&quot;:540}">
            <a:extLst>
              <a:ext uri="{FF2B5EF4-FFF2-40B4-BE49-F238E27FC236}">
                <a16:creationId xmlns:a16="http://schemas.microsoft.com/office/drawing/2014/main" id="{94769C5E-208B-A3B1-E3DA-AAD8475E3930}"/>
              </a:ext>
            </a:extLst>
          </p:cNvPr>
          <p:cNvSpPr txBox="1"/>
          <p:nvPr userDrawn="1"/>
        </p:nvSpPr>
        <p:spPr>
          <a:xfrm>
            <a:off x="5982547" y="6629836"/>
            <a:ext cx="226907" cy="228163"/>
          </a:xfrm>
          <a:prstGeom prst="rect">
            <a:avLst/>
          </a:prstGeom>
          <a:noFill/>
        </p:spPr>
        <p:txBody>
          <a:bodyPr vert="horz" wrap="square" lIns="0" tIns="0" rIns="0" bIns="0" rtlCol="0" anchor="ctr" anchorCtr="1">
            <a:spAutoFit/>
          </a:bodyPr>
          <a:lstStyle/>
          <a:p>
            <a:pPr algn="ctr">
              <a:spcBef>
                <a:spcPts val="0"/>
              </a:spcBef>
              <a:spcAft>
                <a:spcPts val="0"/>
              </a:spcAft>
            </a:pPr>
            <a:r>
              <a:rPr lang="it-IT" sz="800">
                <a:solidFill>
                  <a:srgbClr val="000000"/>
                </a:solidFill>
                <a:latin typeface="Calibri" panose="020F0502020204030204" pitchFamily="34" charset="0"/>
              </a:rPr>
              <a:t> </a:t>
            </a:r>
          </a:p>
        </p:txBody>
      </p:sp>
    </p:spTree>
    <p:extLst>
      <p:ext uri="{BB962C8B-B14F-4D97-AF65-F5344CB8AC3E}">
        <p14:creationId xmlns:p14="http://schemas.microsoft.com/office/powerpoint/2010/main" val="3993288371"/>
      </p:ext>
    </p:extLst>
  </p:cSld>
  <p:clrMap bg1="lt1" tx1="dk1" bg2="lt2" tx2="dk2" accent1="accent1" accent2="accent2" accent3="accent3" accent4="accent4" accent5="accent5" accent6="accent6" hlink="hlink" folHlink="folHlink"/>
  <p:sldLayoutIdLst>
    <p:sldLayoutId id="2147483657" r:id="rId1"/>
    <p:sldLayoutId id="2147483658" r:id="rId2"/>
    <p:sldLayoutId id="2147483659" r:id="rId3"/>
    <p:sldLayoutId id="2147483660" r:id="rId4"/>
    <p:sldLayoutId id="2147483661" r:id="rId5"/>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840">
          <p15:clr>
            <a:srgbClr val="F26B43"/>
          </p15:clr>
        </p15:guide>
        <p15:guide id="4" orient="horz" pos="2160">
          <p15:clr>
            <a:srgbClr val="F26B43"/>
          </p15:clr>
        </p15:guide>
        <p15:guide id="5" orient="horz" pos="2409">
          <p15:clr>
            <a:srgbClr val="F26B43"/>
          </p15:clr>
        </p15:guide>
        <p15:guide id="6" orient="horz" pos="1911">
          <p15:clr>
            <a:srgbClr val="F26B43"/>
          </p15:clr>
        </p15:guide>
        <p15:guide id="7" orient="horz" pos="1684">
          <p15:clr>
            <a:srgbClr val="F26B43"/>
          </p15:clr>
        </p15:guide>
        <p15:guide id="8" orient="horz" pos="1434">
          <p15:clr>
            <a:srgbClr val="F26B43"/>
          </p15:clr>
        </p15:guide>
        <p15:guide id="9" orient="horz" pos="2636">
          <p15:clr>
            <a:srgbClr val="F26B43"/>
          </p15:clr>
        </p15:guide>
        <p15:guide id="10" orient="horz" pos="2886">
          <p15:clr>
            <a:srgbClr val="F26B43"/>
          </p15:clr>
        </p15:guide>
        <p15:guide id="11" orient="horz" pos="1185">
          <p15:clr>
            <a:srgbClr val="F26B43"/>
          </p15:clr>
        </p15:guide>
        <p15:guide id="12" orient="horz" pos="935">
          <p15:clr>
            <a:srgbClr val="F26B43"/>
          </p15:clr>
        </p15:guide>
        <p15:guide id="13" orient="horz" pos="709">
          <p15:clr>
            <a:srgbClr val="F26B43"/>
          </p15:clr>
        </p15:guide>
        <p15:guide id="14" orient="horz" pos="482">
          <p15:clr>
            <a:srgbClr val="F26B43"/>
          </p15:clr>
        </p15:guide>
        <p15:guide id="15" orient="horz" pos="232">
          <p15:clr>
            <a:srgbClr val="F26B43"/>
          </p15:clr>
        </p15:guide>
        <p15:guide id="16" orient="horz" pos="4088">
          <p15:clr>
            <a:srgbClr val="F26B43"/>
          </p15:clr>
        </p15:guide>
        <p15:guide id="17" orient="horz" pos="3884">
          <p15:clr>
            <a:srgbClr val="F26B43"/>
          </p15:clr>
        </p15:guide>
        <p15:guide id="18" orient="horz" pos="3657">
          <p15:clr>
            <a:srgbClr val="F26B43"/>
          </p15:clr>
        </p15:guide>
        <p15:guide id="19" orient="horz" pos="3385">
          <p15:clr>
            <a:srgbClr val="F26B43"/>
          </p15:clr>
        </p15:guide>
        <p15:guide id="20" orient="horz" pos="3135">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1.xml"/><Relationship Id="rId1" Type="http://schemas.openxmlformats.org/officeDocument/2006/relationships/tags" Target="../tags/tag8.xml"/><Relationship Id="rId4" Type="http://schemas.openxmlformats.org/officeDocument/2006/relationships/image" Target="../media/image1.emf"/></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tags" Target="../tags/tag9.xml"/><Relationship Id="rId4" Type="http://schemas.openxmlformats.org/officeDocument/2006/relationships/image" Target="../media/image5.emf"/></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tags" Target="../tags/tag10.xml"/><Relationship Id="rId5" Type="http://schemas.openxmlformats.org/officeDocument/2006/relationships/image" Target="../media/image8.png"/><Relationship Id="rId4" Type="http://schemas.openxmlformats.org/officeDocument/2006/relationships/image" Target="../media/image1.em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tags" Target="../tags/tag11.xml"/><Relationship Id="rId4" Type="http://schemas.openxmlformats.org/officeDocument/2006/relationships/image" Target="../media/image1.e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13DC07F3-4A27-4587-9E3A-7F455DB7780B}"/>
              </a:ext>
            </a:extLst>
          </p:cNvPr>
          <p:cNvGraphicFramePr>
            <a:graphicFrameLocks noChangeAspect="1"/>
          </p:cNvGraphicFramePr>
          <p:nvPr>
            <p:custDataLst>
              <p:tags r:id="rId1"/>
            </p:custDataLst>
            <p:extLst>
              <p:ext uri="{D42A27DB-BD31-4B8C-83A1-F6EECF244321}">
                <p14:modId xmlns:p14="http://schemas.microsoft.com/office/powerpoint/2010/main" val="30836744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6" name="Object 5" hidden="1">
                        <a:extLst>
                          <a:ext uri="{FF2B5EF4-FFF2-40B4-BE49-F238E27FC236}">
                            <a16:creationId xmlns:a16="http://schemas.microsoft.com/office/drawing/2014/main" id="{13DC07F3-4A27-4587-9E3A-7F455DB7780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E1170DE5-F157-4E42-99D7-363A2922E6A9}"/>
              </a:ext>
            </a:extLst>
          </p:cNvPr>
          <p:cNvSpPr>
            <a:spLocks noGrp="1"/>
          </p:cNvSpPr>
          <p:nvPr>
            <p:ph type="title"/>
          </p:nvPr>
        </p:nvSpPr>
        <p:spPr/>
        <p:txBody>
          <a:bodyPr vert="horz">
            <a:normAutofit fontScale="90000"/>
          </a:bodyPr>
          <a:lstStyle/>
          <a:p>
            <a:r>
              <a:rPr lang="en-US" dirty="0"/>
              <a:t>CBI HUB CLOUD</a:t>
            </a:r>
          </a:p>
        </p:txBody>
      </p:sp>
      <p:sp>
        <p:nvSpPr>
          <p:cNvPr id="3" name="Text Placeholder 2">
            <a:extLst>
              <a:ext uri="{FF2B5EF4-FFF2-40B4-BE49-F238E27FC236}">
                <a16:creationId xmlns:a16="http://schemas.microsoft.com/office/drawing/2014/main" id="{479FE553-8182-49D8-808B-08C2DC8F1633}"/>
              </a:ext>
            </a:extLst>
          </p:cNvPr>
          <p:cNvSpPr>
            <a:spLocks noGrp="1"/>
          </p:cNvSpPr>
          <p:nvPr>
            <p:ph type="body" sz="quarter" idx="10"/>
          </p:nvPr>
        </p:nvSpPr>
        <p:spPr/>
        <p:txBody>
          <a:bodyPr/>
          <a:lstStyle/>
          <a:p>
            <a:r>
              <a:rPr lang="en-US" dirty="0"/>
              <a:t>SLA E PENALI</a:t>
            </a:r>
          </a:p>
        </p:txBody>
      </p:sp>
      <p:sp>
        <p:nvSpPr>
          <p:cNvPr id="4" name="Text Placeholder 3">
            <a:extLst>
              <a:ext uri="{FF2B5EF4-FFF2-40B4-BE49-F238E27FC236}">
                <a16:creationId xmlns:a16="http://schemas.microsoft.com/office/drawing/2014/main" id="{0E005494-947A-43F1-9BD9-F1AA5F7418BF}"/>
              </a:ext>
            </a:extLst>
          </p:cNvPr>
          <p:cNvSpPr>
            <a:spLocks noGrp="1"/>
          </p:cNvSpPr>
          <p:nvPr>
            <p:ph type="body" sz="quarter" idx="11"/>
          </p:nvPr>
        </p:nvSpPr>
        <p:spPr/>
        <p:txBody>
          <a:bodyPr/>
          <a:lstStyle/>
          <a:p>
            <a:r>
              <a:rPr lang="en-US" dirty="0"/>
              <a:t>Milano, 30 </a:t>
            </a:r>
            <a:r>
              <a:rPr lang="en-US" dirty="0" err="1"/>
              <a:t>Marzo</a:t>
            </a:r>
            <a:r>
              <a:rPr lang="en-US" dirty="0"/>
              <a:t> 2023</a:t>
            </a:r>
          </a:p>
        </p:txBody>
      </p:sp>
    </p:spTree>
    <p:extLst>
      <p:ext uri="{BB962C8B-B14F-4D97-AF65-F5344CB8AC3E}">
        <p14:creationId xmlns:p14="http://schemas.microsoft.com/office/powerpoint/2010/main" val="12146200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Object 10" hidden="1">
            <a:extLst>
              <a:ext uri="{FF2B5EF4-FFF2-40B4-BE49-F238E27FC236}">
                <a16:creationId xmlns:a16="http://schemas.microsoft.com/office/drawing/2014/main" id="{A41DD24C-5171-4F36-95AA-50F9682089F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11" name="Object 10" hidden="1">
                        <a:extLst>
                          <a:ext uri="{FF2B5EF4-FFF2-40B4-BE49-F238E27FC236}">
                            <a16:creationId xmlns:a16="http://schemas.microsoft.com/office/drawing/2014/main" id="{A41DD24C-5171-4F36-95AA-50F9682089F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ext Placeholder 1">
            <a:extLst>
              <a:ext uri="{FF2B5EF4-FFF2-40B4-BE49-F238E27FC236}">
                <a16:creationId xmlns:a16="http://schemas.microsoft.com/office/drawing/2014/main" id="{6673D9AD-2689-4683-AA24-FE5689A4D3D3}"/>
              </a:ext>
            </a:extLst>
          </p:cNvPr>
          <p:cNvSpPr>
            <a:spLocks noGrp="1"/>
          </p:cNvSpPr>
          <p:nvPr>
            <p:ph type="body" sz="quarter" idx="10"/>
          </p:nvPr>
        </p:nvSpPr>
        <p:spPr>
          <a:xfrm>
            <a:off x="371475" y="429526"/>
            <a:ext cx="11463338" cy="1080000"/>
          </a:xfrm>
        </p:spPr>
        <p:txBody>
          <a:bodyPr/>
          <a:lstStyle/>
          <a:p>
            <a:r>
              <a:rPr lang="it-IT" dirty="0"/>
              <a:t>Componenti attraversate per Cluster servizi CBI</a:t>
            </a:r>
          </a:p>
        </p:txBody>
      </p:sp>
      <p:grpSp>
        <p:nvGrpSpPr>
          <p:cNvPr id="590" name="Group 589">
            <a:extLst>
              <a:ext uri="{FF2B5EF4-FFF2-40B4-BE49-F238E27FC236}">
                <a16:creationId xmlns:a16="http://schemas.microsoft.com/office/drawing/2014/main" id="{62F7225E-BBC9-444B-AF7D-CF076651805E}"/>
              </a:ext>
            </a:extLst>
          </p:cNvPr>
          <p:cNvGrpSpPr/>
          <p:nvPr/>
        </p:nvGrpSpPr>
        <p:grpSpPr>
          <a:xfrm>
            <a:off x="371475" y="970308"/>
            <a:ext cx="11463338" cy="4982114"/>
            <a:chOff x="239350" y="970307"/>
            <a:chExt cx="11090515" cy="5490249"/>
          </a:xfrm>
        </p:grpSpPr>
        <p:cxnSp>
          <p:nvCxnSpPr>
            <p:cNvPr id="591" name="Straight Connector 590">
              <a:extLst>
                <a:ext uri="{FF2B5EF4-FFF2-40B4-BE49-F238E27FC236}">
                  <a16:creationId xmlns:a16="http://schemas.microsoft.com/office/drawing/2014/main" id="{563426A6-E00A-40DC-ADE3-7DB0481C0EB5}"/>
                </a:ext>
              </a:extLst>
            </p:cNvPr>
            <p:cNvCxnSpPr>
              <a:cxnSpLocks/>
            </p:cNvCxnSpPr>
            <p:nvPr/>
          </p:nvCxnSpPr>
          <p:spPr>
            <a:xfrm>
              <a:off x="239350" y="2406551"/>
              <a:ext cx="11085864" cy="0"/>
            </a:xfrm>
            <a:prstGeom prst="line">
              <a:avLst/>
            </a:prstGeom>
            <a:noFill/>
            <a:ln w="6350" cap="flat" cmpd="sng" algn="ctr">
              <a:solidFill>
                <a:sysClr val="window" lastClr="FFFFFF">
                  <a:lumMod val="75000"/>
                </a:sysClr>
              </a:solidFill>
              <a:prstDash val="solid"/>
              <a:miter lim="800000"/>
            </a:ln>
            <a:effectLst/>
          </p:spPr>
        </p:cxnSp>
        <p:cxnSp>
          <p:nvCxnSpPr>
            <p:cNvPr id="592" name="Straight Connector 591">
              <a:extLst>
                <a:ext uri="{FF2B5EF4-FFF2-40B4-BE49-F238E27FC236}">
                  <a16:creationId xmlns:a16="http://schemas.microsoft.com/office/drawing/2014/main" id="{136314D3-5483-4536-9179-DF72AB42CECC}"/>
                </a:ext>
              </a:extLst>
            </p:cNvPr>
            <p:cNvCxnSpPr>
              <a:cxnSpLocks/>
            </p:cNvCxnSpPr>
            <p:nvPr/>
          </p:nvCxnSpPr>
          <p:spPr>
            <a:xfrm>
              <a:off x="239350" y="3158662"/>
              <a:ext cx="11085864" cy="0"/>
            </a:xfrm>
            <a:prstGeom prst="line">
              <a:avLst/>
            </a:prstGeom>
            <a:noFill/>
            <a:ln w="6350" cap="flat" cmpd="sng" algn="ctr">
              <a:solidFill>
                <a:sysClr val="window" lastClr="FFFFFF">
                  <a:lumMod val="75000"/>
                </a:sysClr>
              </a:solidFill>
              <a:prstDash val="solid"/>
              <a:miter lim="800000"/>
            </a:ln>
            <a:effectLst/>
          </p:spPr>
        </p:cxnSp>
        <p:cxnSp>
          <p:nvCxnSpPr>
            <p:cNvPr id="593" name="Straight Connector 592">
              <a:extLst>
                <a:ext uri="{FF2B5EF4-FFF2-40B4-BE49-F238E27FC236}">
                  <a16:creationId xmlns:a16="http://schemas.microsoft.com/office/drawing/2014/main" id="{DAAED568-5231-4B94-95B9-6B057F91237E}"/>
                </a:ext>
              </a:extLst>
            </p:cNvPr>
            <p:cNvCxnSpPr>
              <a:cxnSpLocks/>
            </p:cNvCxnSpPr>
            <p:nvPr/>
          </p:nvCxnSpPr>
          <p:spPr>
            <a:xfrm>
              <a:off x="239350" y="3880453"/>
              <a:ext cx="11085864" cy="0"/>
            </a:xfrm>
            <a:prstGeom prst="line">
              <a:avLst/>
            </a:prstGeom>
            <a:noFill/>
            <a:ln w="6350" cap="flat" cmpd="sng" algn="ctr">
              <a:solidFill>
                <a:sysClr val="window" lastClr="FFFFFF">
                  <a:lumMod val="75000"/>
                </a:sysClr>
              </a:solidFill>
              <a:prstDash val="solid"/>
              <a:miter lim="800000"/>
            </a:ln>
            <a:effectLst/>
          </p:spPr>
        </p:cxnSp>
        <p:cxnSp>
          <p:nvCxnSpPr>
            <p:cNvPr id="594" name="Straight Connector 593">
              <a:extLst>
                <a:ext uri="{FF2B5EF4-FFF2-40B4-BE49-F238E27FC236}">
                  <a16:creationId xmlns:a16="http://schemas.microsoft.com/office/drawing/2014/main" id="{29B2F461-5CA9-473F-870C-22F90E5176E6}"/>
                </a:ext>
              </a:extLst>
            </p:cNvPr>
            <p:cNvCxnSpPr>
              <a:cxnSpLocks/>
            </p:cNvCxnSpPr>
            <p:nvPr/>
          </p:nvCxnSpPr>
          <p:spPr>
            <a:xfrm>
              <a:off x="239350" y="4629740"/>
              <a:ext cx="11085864" cy="0"/>
            </a:xfrm>
            <a:prstGeom prst="line">
              <a:avLst/>
            </a:prstGeom>
            <a:noFill/>
            <a:ln w="6350" cap="flat" cmpd="sng" algn="ctr">
              <a:solidFill>
                <a:sysClr val="window" lastClr="FFFFFF">
                  <a:lumMod val="75000"/>
                </a:sysClr>
              </a:solidFill>
              <a:prstDash val="solid"/>
              <a:miter lim="800000"/>
            </a:ln>
            <a:effectLst/>
          </p:spPr>
        </p:cxnSp>
        <p:sp>
          <p:nvSpPr>
            <p:cNvPr id="595" name="Rectangle 594">
              <a:extLst>
                <a:ext uri="{FF2B5EF4-FFF2-40B4-BE49-F238E27FC236}">
                  <a16:creationId xmlns:a16="http://schemas.microsoft.com/office/drawing/2014/main" id="{D63435C9-D336-4A12-BCC7-7D56511DFDA3}"/>
                </a:ext>
              </a:extLst>
            </p:cNvPr>
            <p:cNvSpPr/>
            <p:nvPr/>
          </p:nvSpPr>
          <p:spPr>
            <a:xfrm>
              <a:off x="239350" y="1123832"/>
              <a:ext cx="1030593" cy="460991"/>
            </a:xfrm>
            <a:prstGeom prst="rect">
              <a:avLst/>
            </a:prstGeom>
            <a:noFill/>
            <a:ln w="12700" cap="flat" cmpd="sng" algn="ctr">
              <a:noFill/>
              <a:prstDash val="solid"/>
              <a:miter lim="800000"/>
            </a:ln>
            <a:effectLst/>
          </p:spPr>
          <p:txBody>
            <a:bodyPr vert="horz"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it-IT" sz="900" b="1" i="0" u="none" strike="noStrike" kern="0" cap="none" spc="0" normalizeH="0" baseline="0" noProof="0" dirty="0">
                  <a:ln>
                    <a:noFill/>
                  </a:ln>
                  <a:solidFill>
                    <a:srgbClr val="44546A"/>
                  </a:solidFill>
                  <a:effectLst/>
                  <a:uLnTx/>
                  <a:uFillTx/>
                  <a:latin typeface="Verdana" panose="020B0604030504040204" pitchFamily="34" charset="0"/>
                  <a:ea typeface="Verdana" panose="020B0604030504040204" pitchFamily="34" charset="0"/>
                  <a:sym typeface="Wingdings" panose="05000000000000000000" pitchFamily="2" charset="2"/>
                </a:rPr>
                <a:t>Cluster</a:t>
              </a:r>
            </a:p>
          </p:txBody>
        </p:sp>
        <p:cxnSp>
          <p:nvCxnSpPr>
            <p:cNvPr id="596" name="Straight Connector 595">
              <a:extLst>
                <a:ext uri="{FF2B5EF4-FFF2-40B4-BE49-F238E27FC236}">
                  <a16:creationId xmlns:a16="http://schemas.microsoft.com/office/drawing/2014/main" id="{9F42FD4D-EEE2-44D2-BEA4-9F7D49D2B8E1}"/>
                </a:ext>
              </a:extLst>
            </p:cNvPr>
            <p:cNvCxnSpPr>
              <a:cxnSpLocks/>
            </p:cNvCxnSpPr>
            <p:nvPr/>
          </p:nvCxnSpPr>
          <p:spPr>
            <a:xfrm>
              <a:off x="239350" y="1584825"/>
              <a:ext cx="1030593" cy="0"/>
            </a:xfrm>
            <a:prstGeom prst="line">
              <a:avLst/>
            </a:prstGeom>
            <a:noFill/>
            <a:ln w="12700" cap="flat" cmpd="sng" algn="ctr">
              <a:solidFill>
                <a:sysClr val="windowText" lastClr="000000"/>
              </a:solidFill>
              <a:prstDash val="solid"/>
              <a:miter lim="800000"/>
            </a:ln>
            <a:effectLst/>
          </p:spPr>
        </p:cxnSp>
        <p:sp>
          <p:nvSpPr>
            <p:cNvPr id="597" name="Rectangle 596">
              <a:extLst>
                <a:ext uri="{FF2B5EF4-FFF2-40B4-BE49-F238E27FC236}">
                  <a16:creationId xmlns:a16="http://schemas.microsoft.com/office/drawing/2014/main" id="{ABCFBE5B-7692-4575-857A-1511B9BC84FF}"/>
                </a:ext>
              </a:extLst>
            </p:cNvPr>
            <p:cNvSpPr/>
            <p:nvPr/>
          </p:nvSpPr>
          <p:spPr>
            <a:xfrm>
              <a:off x="239350" y="1733225"/>
              <a:ext cx="1030593" cy="594541"/>
            </a:xfrm>
            <a:prstGeom prst="rect">
              <a:avLst/>
            </a:prstGeom>
            <a:solidFill>
              <a:schemeClr val="tx1"/>
            </a:solidFill>
            <a:ln w="12700" cap="flat" cmpd="sng" algn="ctr">
              <a:no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mn-cs"/>
                </a:rPr>
                <a:t>GPA - GPA</a:t>
              </a:r>
            </a:p>
          </p:txBody>
        </p:sp>
        <p:sp>
          <p:nvSpPr>
            <p:cNvPr id="598" name="Rectangle 597">
              <a:extLst>
                <a:ext uri="{FF2B5EF4-FFF2-40B4-BE49-F238E27FC236}">
                  <a16:creationId xmlns:a16="http://schemas.microsoft.com/office/drawing/2014/main" id="{D3229589-92F7-4F9F-8A5E-24172885D299}"/>
                </a:ext>
              </a:extLst>
            </p:cNvPr>
            <p:cNvSpPr/>
            <p:nvPr/>
          </p:nvSpPr>
          <p:spPr>
            <a:xfrm>
              <a:off x="239350" y="2485336"/>
              <a:ext cx="1030593" cy="594541"/>
            </a:xfrm>
            <a:prstGeom prst="rect">
              <a:avLst/>
            </a:prstGeom>
            <a:solidFill>
              <a:schemeClr val="tx1"/>
            </a:solidFill>
            <a:ln w="12700" cap="flat" cmpd="sng" algn="ctr">
              <a:no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mn-cs"/>
                </a:rPr>
                <a:t>GPA - PA</a:t>
              </a:r>
            </a:p>
          </p:txBody>
        </p:sp>
        <p:sp>
          <p:nvSpPr>
            <p:cNvPr id="599" name="Rectangle 598">
              <a:extLst>
                <a:ext uri="{FF2B5EF4-FFF2-40B4-BE49-F238E27FC236}">
                  <a16:creationId xmlns:a16="http://schemas.microsoft.com/office/drawing/2014/main" id="{C20F2FBD-3559-4466-8702-0A5F40B273D1}"/>
                </a:ext>
              </a:extLst>
            </p:cNvPr>
            <p:cNvSpPr/>
            <p:nvPr/>
          </p:nvSpPr>
          <p:spPr>
            <a:xfrm>
              <a:off x="239350" y="3237447"/>
              <a:ext cx="1030593" cy="590429"/>
            </a:xfrm>
            <a:prstGeom prst="rect">
              <a:avLst/>
            </a:prstGeom>
            <a:solidFill>
              <a:schemeClr val="tx1"/>
            </a:solidFill>
            <a:ln w="12700" cap="flat" cmpd="sng" algn="ctr">
              <a:no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mn-cs"/>
                </a:rPr>
                <a:t>CBILL</a:t>
              </a:r>
            </a:p>
          </p:txBody>
        </p:sp>
        <p:sp>
          <p:nvSpPr>
            <p:cNvPr id="600" name="Rectangle 599">
              <a:extLst>
                <a:ext uri="{FF2B5EF4-FFF2-40B4-BE49-F238E27FC236}">
                  <a16:creationId xmlns:a16="http://schemas.microsoft.com/office/drawing/2014/main" id="{3E4F0D0A-E615-4D98-AA8F-02BBF67C8496}"/>
                </a:ext>
              </a:extLst>
            </p:cNvPr>
            <p:cNvSpPr/>
            <p:nvPr/>
          </p:nvSpPr>
          <p:spPr>
            <a:xfrm>
              <a:off x="239350" y="3959238"/>
              <a:ext cx="1030593" cy="600975"/>
            </a:xfrm>
            <a:prstGeom prst="rect">
              <a:avLst/>
            </a:prstGeom>
            <a:solidFill>
              <a:schemeClr val="tx1"/>
            </a:solidFill>
            <a:ln w="12700" cap="flat" cmpd="sng" algn="ctr">
              <a:no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err="1">
                  <a:ln>
                    <a:noFill/>
                  </a:ln>
                  <a:solidFill>
                    <a:prstClr val="white"/>
                  </a:solidFill>
                  <a:effectLst/>
                  <a:uLnTx/>
                  <a:uFillTx/>
                  <a:latin typeface="Verdana" panose="020B0604030504040204" pitchFamily="34" charset="0"/>
                  <a:ea typeface="Verdana" panose="020B0604030504040204" pitchFamily="34" charset="0"/>
                  <a:cs typeface="+mn-cs"/>
                </a:rPr>
                <a:t>Messaggi</a:t>
              </a:r>
              <a:r>
                <a:rPr kumimoji="0" lang="en-US" sz="800" b="1" i="0" u="none" strike="noStrike" kern="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mn-cs"/>
                </a:rPr>
                <a:t> DAM</a:t>
              </a:r>
            </a:p>
          </p:txBody>
        </p:sp>
        <p:sp>
          <p:nvSpPr>
            <p:cNvPr id="601" name="Rectangle 600">
              <a:extLst>
                <a:ext uri="{FF2B5EF4-FFF2-40B4-BE49-F238E27FC236}">
                  <a16:creationId xmlns:a16="http://schemas.microsoft.com/office/drawing/2014/main" id="{A99E1A2B-8E1E-4058-8515-13CE7CBABA2C}"/>
                </a:ext>
              </a:extLst>
            </p:cNvPr>
            <p:cNvSpPr/>
            <p:nvPr/>
          </p:nvSpPr>
          <p:spPr>
            <a:xfrm>
              <a:off x="239350" y="4708525"/>
              <a:ext cx="1030593" cy="594541"/>
            </a:xfrm>
            <a:prstGeom prst="rect">
              <a:avLst/>
            </a:prstGeom>
            <a:solidFill>
              <a:schemeClr val="tx1"/>
            </a:solidFill>
            <a:ln w="12700" cap="flat" cmpd="sng" algn="ctr">
              <a:no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mn-cs"/>
                </a:rPr>
                <a:t>MUTUITEL </a:t>
              </a:r>
            </a:p>
          </p:txBody>
        </p:sp>
        <p:sp>
          <p:nvSpPr>
            <p:cNvPr id="602" name="Rectangle 601">
              <a:extLst>
                <a:ext uri="{FF2B5EF4-FFF2-40B4-BE49-F238E27FC236}">
                  <a16:creationId xmlns:a16="http://schemas.microsoft.com/office/drawing/2014/main" id="{1B3DBAEB-7AE3-4AB7-BF75-396C31EF081A}"/>
                </a:ext>
              </a:extLst>
            </p:cNvPr>
            <p:cNvSpPr/>
            <p:nvPr/>
          </p:nvSpPr>
          <p:spPr>
            <a:xfrm>
              <a:off x="239350" y="5460639"/>
              <a:ext cx="1030593" cy="285464"/>
            </a:xfrm>
            <a:prstGeom prst="rect">
              <a:avLst/>
            </a:prstGeom>
            <a:solidFill>
              <a:schemeClr val="tx1"/>
            </a:solidFill>
            <a:ln w="12700" cap="flat" cmpd="sng" algn="ctr">
              <a:no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mn-cs"/>
                </a:rPr>
                <a:t>API</a:t>
              </a:r>
            </a:p>
          </p:txBody>
        </p:sp>
        <p:cxnSp>
          <p:nvCxnSpPr>
            <p:cNvPr id="603" name="Straight Connector 602">
              <a:extLst>
                <a:ext uri="{FF2B5EF4-FFF2-40B4-BE49-F238E27FC236}">
                  <a16:creationId xmlns:a16="http://schemas.microsoft.com/office/drawing/2014/main" id="{44246132-7DAB-4BAE-9664-AE3720F69EAD}"/>
                </a:ext>
              </a:extLst>
            </p:cNvPr>
            <p:cNvCxnSpPr>
              <a:cxnSpLocks/>
            </p:cNvCxnSpPr>
            <p:nvPr/>
          </p:nvCxnSpPr>
          <p:spPr>
            <a:xfrm>
              <a:off x="239350" y="5381851"/>
              <a:ext cx="11085864" cy="0"/>
            </a:xfrm>
            <a:prstGeom prst="line">
              <a:avLst/>
            </a:prstGeom>
            <a:noFill/>
            <a:ln w="6350" cap="flat" cmpd="sng" algn="ctr">
              <a:solidFill>
                <a:sysClr val="window" lastClr="FFFFFF">
                  <a:lumMod val="75000"/>
                </a:sysClr>
              </a:solidFill>
              <a:prstDash val="solid"/>
              <a:miter lim="800000"/>
            </a:ln>
            <a:effectLst/>
          </p:spPr>
        </p:cxnSp>
        <p:sp>
          <p:nvSpPr>
            <p:cNvPr id="604" name="Rectangle 603">
              <a:extLst>
                <a:ext uri="{FF2B5EF4-FFF2-40B4-BE49-F238E27FC236}">
                  <a16:creationId xmlns:a16="http://schemas.microsoft.com/office/drawing/2014/main" id="{2A7E2A01-E6C9-43A0-8F72-EF63857A2733}"/>
                </a:ext>
              </a:extLst>
            </p:cNvPr>
            <p:cNvSpPr/>
            <p:nvPr/>
          </p:nvSpPr>
          <p:spPr>
            <a:xfrm>
              <a:off x="2174600" y="1601067"/>
              <a:ext cx="2229712" cy="3786431"/>
            </a:xfrm>
            <a:prstGeom prst="rect">
              <a:avLst/>
            </a:prstGeom>
            <a:solidFill>
              <a:sysClr val="window" lastClr="FFFFFF">
                <a:lumMod val="95000"/>
              </a:sysClr>
            </a:solidFill>
            <a:ln w="12700" cap="flat" cmpd="sng" algn="ctr">
              <a:no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800" b="1"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p:txBody>
        </p:sp>
        <p:grpSp>
          <p:nvGrpSpPr>
            <p:cNvPr id="605" name="Group 604">
              <a:extLst>
                <a:ext uri="{FF2B5EF4-FFF2-40B4-BE49-F238E27FC236}">
                  <a16:creationId xmlns:a16="http://schemas.microsoft.com/office/drawing/2014/main" id="{9B3D6EBF-3F46-41A5-8380-4DC473F5235D}"/>
                </a:ext>
              </a:extLst>
            </p:cNvPr>
            <p:cNvGrpSpPr/>
            <p:nvPr/>
          </p:nvGrpSpPr>
          <p:grpSpPr>
            <a:xfrm>
              <a:off x="1326261" y="1123832"/>
              <a:ext cx="691945" cy="460993"/>
              <a:chOff x="1375972" y="1624284"/>
              <a:chExt cx="1030594" cy="261604"/>
            </a:xfrm>
          </p:grpSpPr>
          <p:sp>
            <p:nvSpPr>
              <p:cNvPr id="752" name="Rectangle 751">
                <a:extLst>
                  <a:ext uri="{FF2B5EF4-FFF2-40B4-BE49-F238E27FC236}">
                    <a16:creationId xmlns:a16="http://schemas.microsoft.com/office/drawing/2014/main" id="{8DE7B043-9AAE-4D5A-8329-A30F5EBA3ED4}"/>
                  </a:ext>
                </a:extLst>
              </p:cNvPr>
              <p:cNvSpPr/>
              <p:nvPr/>
            </p:nvSpPr>
            <p:spPr>
              <a:xfrm>
                <a:off x="1375973" y="1624284"/>
                <a:ext cx="1030593" cy="261603"/>
              </a:xfrm>
              <a:prstGeom prst="rect">
                <a:avLst/>
              </a:prstGeom>
              <a:noFill/>
              <a:ln w="12700" cap="flat" cmpd="sng" algn="ctr">
                <a:noFill/>
                <a:prstDash val="solid"/>
                <a:miter lim="800000"/>
              </a:ln>
              <a:effectLst/>
            </p:spPr>
            <p:txBody>
              <a:bodyPr vert="horz"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it-IT" sz="900" b="1" i="0" u="none" strike="noStrike" kern="0" cap="none" spc="0" normalizeH="0" baseline="0" noProof="0" dirty="0">
                    <a:ln>
                      <a:noFill/>
                    </a:ln>
                    <a:solidFill>
                      <a:srgbClr val="44546A"/>
                    </a:solidFill>
                    <a:effectLst/>
                    <a:uLnTx/>
                    <a:uFillTx/>
                    <a:latin typeface="Verdana" panose="020B0604030504040204" pitchFamily="34" charset="0"/>
                    <a:ea typeface="Verdana" panose="020B0604030504040204" pitchFamily="34" charset="0"/>
                  </a:rPr>
                  <a:t>Online/ Batch</a:t>
                </a:r>
                <a:endParaRPr kumimoji="0" lang="it-IT" sz="900" b="1" i="0" u="none" strike="noStrike" kern="0" cap="none" spc="0" normalizeH="0" baseline="0" noProof="0" dirty="0">
                  <a:ln>
                    <a:noFill/>
                  </a:ln>
                  <a:solidFill>
                    <a:srgbClr val="44546A"/>
                  </a:solidFill>
                  <a:effectLst/>
                  <a:uLnTx/>
                  <a:uFillTx/>
                  <a:latin typeface="Verdana" panose="020B0604030504040204" pitchFamily="34" charset="0"/>
                  <a:ea typeface="Verdana" panose="020B0604030504040204" pitchFamily="34" charset="0"/>
                  <a:sym typeface="Wingdings" panose="05000000000000000000" pitchFamily="2" charset="2"/>
                </a:endParaRPr>
              </a:p>
            </p:txBody>
          </p:sp>
          <p:cxnSp>
            <p:nvCxnSpPr>
              <p:cNvPr id="753" name="Straight Connector 752">
                <a:extLst>
                  <a:ext uri="{FF2B5EF4-FFF2-40B4-BE49-F238E27FC236}">
                    <a16:creationId xmlns:a16="http://schemas.microsoft.com/office/drawing/2014/main" id="{DCEB4314-F994-48B4-AB99-2D8ACE80F9C2}"/>
                  </a:ext>
                </a:extLst>
              </p:cNvPr>
              <p:cNvCxnSpPr>
                <a:cxnSpLocks/>
              </p:cNvCxnSpPr>
              <p:nvPr/>
            </p:nvCxnSpPr>
            <p:spPr>
              <a:xfrm>
                <a:off x="1375972" y="1885888"/>
                <a:ext cx="1030593" cy="0"/>
              </a:xfrm>
              <a:prstGeom prst="line">
                <a:avLst/>
              </a:prstGeom>
              <a:noFill/>
              <a:ln w="12700" cap="flat" cmpd="sng" algn="ctr">
                <a:solidFill>
                  <a:sysClr val="windowText" lastClr="000000"/>
                </a:solidFill>
                <a:prstDash val="solid"/>
                <a:miter lim="800000"/>
              </a:ln>
              <a:effectLst/>
            </p:spPr>
          </p:cxnSp>
        </p:grpSp>
        <p:sp>
          <p:nvSpPr>
            <p:cNvPr id="606" name="Rectangle 605">
              <a:extLst>
                <a:ext uri="{FF2B5EF4-FFF2-40B4-BE49-F238E27FC236}">
                  <a16:creationId xmlns:a16="http://schemas.microsoft.com/office/drawing/2014/main" id="{2EFD81C1-A565-4071-AC7D-23D6BB4A371E}"/>
                </a:ext>
              </a:extLst>
            </p:cNvPr>
            <p:cNvSpPr/>
            <p:nvPr/>
          </p:nvSpPr>
          <p:spPr>
            <a:xfrm>
              <a:off x="8227857" y="976831"/>
              <a:ext cx="687292" cy="607992"/>
            </a:xfrm>
            <a:prstGeom prst="rect">
              <a:avLst/>
            </a:prstGeom>
            <a:noFill/>
            <a:ln w="12700" cap="flat" cmpd="sng" algn="ctr">
              <a:noFill/>
              <a:prstDash val="solid"/>
              <a:miter lim="800000"/>
            </a:ln>
            <a:effectLst/>
          </p:spPr>
          <p:txBody>
            <a:bodyPr vert="horz"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it-IT" sz="900" b="1" i="0" u="none" strike="noStrike" kern="0" cap="none" spc="0" normalizeH="0" baseline="0" noProof="0" dirty="0">
                  <a:ln>
                    <a:noFill/>
                  </a:ln>
                  <a:solidFill>
                    <a:srgbClr val="44546A"/>
                  </a:solidFill>
                  <a:effectLst/>
                  <a:uLnTx/>
                  <a:uFillTx/>
                  <a:latin typeface="Verdana" panose="020B0604030504040204" pitchFamily="34" charset="0"/>
                  <a:ea typeface="Verdana" panose="020B0604030504040204" pitchFamily="34" charset="0"/>
                </a:rPr>
                <a:t>CBILL Batch</a:t>
              </a:r>
              <a:endParaRPr kumimoji="0" lang="it-IT" sz="900" b="1" i="0" u="none" strike="noStrike" kern="0" cap="none" spc="0" normalizeH="0" baseline="0" noProof="0" dirty="0">
                <a:ln>
                  <a:noFill/>
                </a:ln>
                <a:solidFill>
                  <a:srgbClr val="44546A"/>
                </a:solidFill>
                <a:effectLst/>
                <a:uLnTx/>
                <a:uFillTx/>
                <a:latin typeface="Verdana" panose="020B0604030504040204" pitchFamily="34" charset="0"/>
                <a:ea typeface="Verdana" panose="020B0604030504040204" pitchFamily="34" charset="0"/>
                <a:sym typeface="Wingdings" panose="05000000000000000000" pitchFamily="2" charset="2"/>
              </a:endParaRPr>
            </a:p>
          </p:txBody>
        </p:sp>
        <p:cxnSp>
          <p:nvCxnSpPr>
            <p:cNvPr id="607" name="Straight Connector 606">
              <a:extLst>
                <a:ext uri="{FF2B5EF4-FFF2-40B4-BE49-F238E27FC236}">
                  <a16:creationId xmlns:a16="http://schemas.microsoft.com/office/drawing/2014/main" id="{DA5B7EB1-B1AF-49B5-9F03-53A0B4A8CFF7}"/>
                </a:ext>
              </a:extLst>
            </p:cNvPr>
            <p:cNvCxnSpPr>
              <a:cxnSpLocks/>
            </p:cNvCxnSpPr>
            <p:nvPr/>
          </p:nvCxnSpPr>
          <p:spPr>
            <a:xfrm>
              <a:off x="8227858" y="1584825"/>
              <a:ext cx="687292" cy="0"/>
            </a:xfrm>
            <a:prstGeom prst="line">
              <a:avLst/>
            </a:prstGeom>
            <a:noFill/>
            <a:ln w="12700" cap="flat" cmpd="sng" algn="ctr">
              <a:solidFill>
                <a:sysClr val="windowText" lastClr="000000"/>
              </a:solidFill>
              <a:prstDash val="solid"/>
              <a:miter lim="800000"/>
            </a:ln>
            <a:effectLst/>
          </p:spPr>
        </p:cxnSp>
        <p:sp>
          <p:nvSpPr>
            <p:cNvPr id="608" name="Rectangle 607">
              <a:extLst>
                <a:ext uri="{FF2B5EF4-FFF2-40B4-BE49-F238E27FC236}">
                  <a16:creationId xmlns:a16="http://schemas.microsoft.com/office/drawing/2014/main" id="{560E5FE4-A6B2-422B-B29C-53CC1D94A960}"/>
                </a:ext>
              </a:extLst>
            </p:cNvPr>
            <p:cNvSpPr/>
            <p:nvPr/>
          </p:nvSpPr>
          <p:spPr>
            <a:xfrm>
              <a:off x="6620815" y="976831"/>
              <a:ext cx="687292" cy="607992"/>
            </a:xfrm>
            <a:prstGeom prst="rect">
              <a:avLst/>
            </a:prstGeom>
            <a:noFill/>
            <a:ln w="12700" cap="flat" cmpd="sng" algn="ctr">
              <a:noFill/>
              <a:prstDash val="solid"/>
              <a:miter lim="800000"/>
            </a:ln>
            <a:effectLst/>
          </p:spPr>
          <p:txBody>
            <a:bodyPr vert="horz"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it-IT" sz="900" b="1" i="0" u="none" strike="noStrike" kern="0" cap="none" spc="0" normalizeH="0" baseline="0" noProof="0" dirty="0">
                  <a:ln>
                    <a:noFill/>
                  </a:ln>
                  <a:solidFill>
                    <a:srgbClr val="44546A"/>
                  </a:solidFill>
                  <a:effectLst/>
                  <a:uLnTx/>
                  <a:uFillTx/>
                  <a:latin typeface="Verdana" panose="020B0604030504040204" pitchFamily="34" charset="0"/>
                  <a:ea typeface="Verdana" panose="020B0604030504040204" pitchFamily="34" charset="0"/>
                </a:rPr>
                <a:t>New DAM</a:t>
              </a:r>
              <a:endParaRPr kumimoji="0" lang="it-IT" sz="900" b="1" i="0" u="none" strike="noStrike" kern="0" cap="none" spc="0" normalizeH="0" baseline="0" noProof="0" dirty="0">
                <a:ln>
                  <a:noFill/>
                </a:ln>
                <a:solidFill>
                  <a:srgbClr val="44546A"/>
                </a:solidFill>
                <a:effectLst/>
                <a:uLnTx/>
                <a:uFillTx/>
                <a:latin typeface="Verdana" panose="020B0604030504040204" pitchFamily="34" charset="0"/>
                <a:ea typeface="Verdana" panose="020B0604030504040204" pitchFamily="34" charset="0"/>
                <a:sym typeface="Wingdings" panose="05000000000000000000" pitchFamily="2" charset="2"/>
              </a:endParaRPr>
            </a:p>
          </p:txBody>
        </p:sp>
        <p:cxnSp>
          <p:nvCxnSpPr>
            <p:cNvPr id="609" name="Straight Connector 608">
              <a:extLst>
                <a:ext uri="{FF2B5EF4-FFF2-40B4-BE49-F238E27FC236}">
                  <a16:creationId xmlns:a16="http://schemas.microsoft.com/office/drawing/2014/main" id="{310A6ECB-B605-45CB-9573-4AE6168CFFCD}"/>
                </a:ext>
              </a:extLst>
            </p:cNvPr>
            <p:cNvCxnSpPr>
              <a:cxnSpLocks/>
            </p:cNvCxnSpPr>
            <p:nvPr/>
          </p:nvCxnSpPr>
          <p:spPr>
            <a:xfrm>
              <a:off x="6620816" y="1584825"/>
              <a:ext cx="687292" cy="0"/>
            </a:xfrm>
            <a:prstGeom prst="line">
              <a:avLst/>
            </a:prstGeom>
            <a:noFill/>
            <a:ln w="12700" cap="flat" cmpd="sng" algn="ctr">
              <a:solidFill>
                <a:sysClr val="windowText" lastClr="000000"/>
              </a:solidFill>
              <a:prstDash val="solid"/>
              <a:miter lim="800000"/>
            </a:ln>
            <a:effectLst/>
          </p:spPr>
        </p:cxnSp>
        <p:sp>
          <p:nvSpPr>
            <p:cNvPr id="610" name="Rectangle 609">
              <a:extLst>
                <a:ext uri="{FF2B5EF4-FFF2-40B4-BE49-F238E27FC236}">
                  <a16:creationId xmlns:a16="http://schemas.microsoft.com/office/drawing/2014/main" id="{43264205-3F74-427F-8E54-03E8B50FD222}"/>
                </a:ext>
              </a:extLst>
            </p:cNvPr>
            <p:cNvSpPr/>
            <p:nvPr/>
          </p:nvSpPr>
          <p:spPr>
            <a:xfrm>
              <a:off x="9872887" y="976831"/>
              <a:ext cx="687292" cy="607992"/>
            </a:xfrm>
            <a:prstGeom prst="rect">
              <a:avLst/>
            </a:prstGeom>
            <a:noFill/>
            <a:ln w="12700" cap="flat" cmpd="sng" algn="ctr">
              <a:noFill/>
              <a:prstDash val="solid"/>
              <a:miter lim="800000"/>
            </a:ln>
            <a:effectLst/>
          </p:spPr>
          <p:txBody>
            <a:bodyPr vert="horz"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it-IT" sz="900" b="1" i="0" u="none" strike="noStrike" kern="0" cap="none" spc="0" normalizeH="0" baseline="0" noProof="0" dirty="0">
                  <a:ln>
                    <a:noFill/>
                  </a:ln>
                  <a:solidFill>
                    <a:srgbClr val="44546A"/>
                  </a:solidFill>
                  <a:effectLst/>
                  <a:uLnTx/>
                  <a:uFillTx/>
                  <a:latin typeface="Verdana" panose="020B0604030504040204" pitchFamily="34" charset="0"/>
                  <a:ea typeface="Verdana" panose="020B0604030504040204" pitchFamily="34" charset="0"/>
                </a:rPr>
                <a:t>Mutuitel</a:t>
              </a:r>
              <a:endParaRPr kumimoji="0" lang="it-IT" sz="900" b="1" i="0" u="none" strike="noStrike" kern="0" cap="none" spc="0" normalizeH="0" baseline="0" noProof="0" dirty="0">
                <a:ln>
                  <a:noFill/>
                </a:ln>
                <a:solidFill>
                  <a:srgbClr val="44546A"/>
                </a:solidFill>
                <a:effectLst/>
                <a:uLnTx/>
                <a:uFillTx/>
                <a:latin typeface="Verdana" panose="020B0604030504040204" pitchFamily="34" charset="0"/>
                <a:ea typeface="Verdana" panose="020B0604030504040204" pitchFamily="34" charset="0"/>
                <a:sym typeface="Wingdings" panose="05000000000000000000" pitchFamily="2" charset="2"/>
              </a:endParaRPr>
            </a:p>
          </p:txBody>
        </p:sp>
        <p:cxnSp>
          <p:nvCxnSpPr>
            <p:cNvPr id="611" name="Straight Connector 610">
              <a:extLst>
                <a:ext uri="{FF2B5EF4-FFF2-40B4-BE49-F238E27FC236}">
                  <a16:creationId xmlns:a16="http://schemas.microsoft.com/office/drawing/2014/main" id="{ABF2A709-541F-46EA-B4F8-8330937AFEE9}"/>
                </a:ext>
              </a:extLst>
            </p:cNvPr>
            <p:cNvCxnSpPr>
              <a:cxnSpLocks/>
            </p:cNvCxnSpPr>
            <p:nvPr/>
          </p:nvCxnSpPr>
          <p:spPr>
            <a:xfrm>
              <a:off x="9872888" y="1584825"/>
              <a:ext cx="687292" cy="0"/>
            </a:xfrm>
            <a:prstGeom prst="line">
              <a:avLst/>
            </a:prstGeom>
            <a:noFill/>
            <a:ln w="12700" cap="flat" cmpd="sng" algn="ctr">
              <a:solidFill>
                <a:sysClr val="windowText" lastClr="000000"/>
              </a:solidFill>
              <a:prstDash val="solid"/>
              <a:miter lim="800000"/>
            </a:ln>
            <a:effectLst/>
          </p:spPr>
        </p:cxnSp>
        <p:sp>
          <p:nvSpPr>
            <p:cNvPr id="612" name="Rectangle 611">
              <a:extLst>
                <a:ext uri="{FF2B5EF4-FFF2-40B4-BE49-F238E27FC236}">
                  <a16:creationId xmlns:a16="http://schemas.microsoft.com/office/drawing/2014/main" id="{3E331399-A1B1-4A2A-BD24-293B834F50E6}"/>
                </a:ext>
              </a:extLst>
            </p:cNvPr>
            <p:cNvSpPr/>
            <p:nvPr/>
          </p:nvSpPr>
          <p:spPr>
            <a:xfrm>
              <a:off x="5173674" y="976831"/>
              <a:ext cx="687292" cy="607992"/>
            </a:xfrm>
            <a:prstGeom prst="rect">
              <a:avLst/>
            </a:prstGeom>
            <a:noFill/>
            <a:ln w="12700" cap="flat" cmpd="sng" algn="ctr">
              <a:noFill/>
              <a:prstDash val="solid"/>
              <a:miter lim="800000"/>
            </a:ln>
            <a:effectLst/>
          </p:spPr>
          <p:txBody>
            <a:bodyPr vert="horz"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it-IT" sz="900" b="1" i="0" u="none" strike="noStrike" kern="0" cap="none" spc="0" normalizeH="0" baseline="0" noProof="0" dirty="0">
                  <a:ln>
                    <a:noFill/>
                  </a:ln>
                  <a:solidFill>
                    <a:srgbClr val="44546A"/>
                  </a:solidFill>
                  <a:effectLst/>
                  <a:uLnTx/>
                  <a:uFillTx/>
                  <a:latin typeface="Verdana" panose="020B0604030504040204" pitchFamily="34" charset="0"/>
                  <a:ea typeface="Verdana" panose="020B0604030504040204" pitchFamily="34" charset="0"/>
                </a:rPr>
                <a:t>CBI Core Batch</a:t>
              </a:r>
              <a:endParaRPr kumimoji="0" lang="it-IT" sz="900" b="1" i="0" u="none" strike="noStrike" kern="0" cap="none" spc="0" normalizeH="0" baseline="0" noProof="0" dirty="0">
                <a:ln>
                  <a:noFill/>
                </a:ln>
                <a:solidFill>
                  <a:srgbClr val="44546A"/>
                </a:solidFill>
                <a:effectLst/>
                <a:uLnTx/>
                <a:uFillTx/>
                <a:latin typeface="Verdana" panose="020B0604030504040204" pitchFamily="34" charset="0"/>
                <a:ea typeface="Verdana" panose="020B0604030504040204" pitchFamily="34" charset="0"/>
                <a:sym typeface="Wingdings" panose="05000000000000000000" pitchFamily="2" charset="2"/>
              </a:endParaRPr>
            </a:p>
          </p:txBody>
        </p:sp>
        <p:cxnSp>
          <p:nvCxnSpPr>
            <p:cNvPr id="613" name="Straight Connector 612">
              <a:extLst>
                <a:ext uri="{FF2B5EF4-FFF2-40B4-BE49-F238E27FC236}">
                  <a16:creationId xmlns:a16="http://schemas.microsoft.com/office/drawing/2014/main" id="{B0009418-E6C8-4DF3-A826-D9E8F7C89D75}"/>
                </a:ext>
              </a:extLst>
            </p:cNvPr>
            <p:cNvCxnSpPr>
              <a:cxnSpLocks/>
            </p:cNvCxnSpPr>
            <p:nvPr/>
          </p:nvCxnSpPr>
          <p:spPr>
            <a:xfrm>
              <a:off x="5176001" y="1584825"/>
              <a:ext cx="687292" cy="0"/>
            </a:xfrm>
            <a:prstGeom prst="line">
              <a:avLst/>
            </a:prstGeom>
            <a:noFill/>
            <a:ln w="12700" cap="flat" cmpd="sng" algn="ctr">
              <a:solidFill>
                <a:sysClr val="windowText" lastClr="000000"/>
              </a:solidFill>
              <a:prstDash val="solid"/>
              <a:miter lim="800000"/>
            </a:ln>
            <a:effectLst/>
          </p:spPr>
        </p:cxnSp>
        <p:sp>
          <p:nvSpPr>
            <p:cNvPr id="614" name="Rectangle 613">
              <a:extLst>
                <a:ext uri="{FF2B5EF4-FFF2-40B4-BE49-F238E27FC236}">
                  <a16:creationId xmlns:a16="http://schemas.microsoft.com/office/drawing/2014/main" id="{DC95A8D2-8347-454F-85A3-E48CA6AF22D5}"/>
                </a:ext>
              </a:extLst>
            </p:cNvPr>
            <p:cNvSpPr/>
            <p:nvPr/>
          </p:nvSpPr>
          <p:spPr>
            <a:xfrm>
              <a:off x="2151088" y="976831"/>
              <a:ext cx="687292" cy="607992"/>
            </a:xfrm>
            <a:prstGeom prst="rect">
              <a:avLst/>
            </a:prstGeom>
            <a:noFill/>
            <a:ln w="12700" cap="flat" cmpd="sng" algn="ctr">
              <a:noFill/>
              <a:prstDash val="solid"/>
              <a:miter lim="800000"/>
            </a:ln>
            <a:effectLst/>
          </p:spPr>
          <p:txBody>
            <a:bodyPr vert="horz"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it-IT" sz="900" b="1" i="0" u="none" strike="noStrike" kern="0" cap="none" spc="0" normalizeH="0" baseline="0" noProof="0" dirty="0">
                  <a:ln>
                    <a:noFill/>
                  </a:ln>
                  <a:solidFill>
                    <a:srgbClr val="44546A"/>
                  </a:solidFill>
                  <a:effectLst/>
                  <a:uLnTx/>
                  <a:uFillTx/>
                  <a:latin typeface="Verdana" panose="020B0604030504040204" pitchFamily="34" charset="0"/>
                  <a:ea typeface="Verdana" panose="020B0604030504040204" pitchFamily="34" charset="0"/>
                </a:rPr>
                <a:t>Security Layer</a:t>
              </a:r>
              <a:endParaRPr kumimoji="0" lang="it-IT" sz="900" b="1" i="0" u="none" strike="noStrike" kern="0" cap="none" spc="0" normalizeH="0" baseline="0" noProof="0" dirty="0">
                <a:ln>
                  <a:noFill/>
                </a:ln>
                <a:solidFill>
                  <a:srgbClr val="44546A"/>
                </a:solidFill>
                <a:effectLst/>
                <a:uLnTx/>
                <a:uFillTx/>
                <a:latin typeface="Verdana" panose="020B0604030504040204" pitchFamily="34" charset="0"/>
                <a:ea typeface="Verdana" panose="020B0604030504040204" pitchFamily="34" charset="0"/>
                <a:sym typeface="Wingdings" panose="05000000000000000000" pitchFamily="2" charset="2"/>
              </a:endParaRPr>
            </a:p>
          </p:txBody>
        </p:sp>
        <p:cxnSp>
          <p:nvCxnSpPr>
            <p:cNvPr id="615" name="Straight Connector 614">
              <a:extLst>
                <a:ext uri="{FF2B5EF4-FFF2-40B4-BE49-F238E27FC236}">
                  <a16:creationId xmlns:a16="http://schemas.microsoft.com/office/drawing/2014/main" id="{EC5125A5-E8A8-440A-A12D-DC7871E07724}"/>
                </a:ext>
              </a:extLst>
            </p:cNvPr>
            <p:cNvCxnSpPr>
              <a:cxnSpLocks/>
            </p:cNvCxnSpPr>
            <p:nvPr/>
          </p:nvCxnSpPr>
          <p:spPr>
            <a:xfrm>
              <a:off x="2151089" y="1584825"/>
              <a:ext cx="687292" cy="0"/>
            </a:xfrm>
            <a:prstGeom prst="line">
              <a:avLst/>
            </a:prstGeom>
            <a:noFill/>
            <a:ln w="12700" cap="flat" cmpd="sng" algn="ctr">
              <a:solidFill>
                <a:sysClr val="windowText" lastClr="000000"/>
              </a:solidFill>
              <a:prstDash val="solid"/>
              <a:miter lim="800000"/>
            </a:ln>
            <a:effectLst/>
          </p:spPr>
        </p:cxnSp>
        <p:sp>
          <p:nvSpPr>
            <p:cNvPr id="616" name="Rectangle 615">
              <a:extLst>
                <a:ext uri="{FF2B5EF4-FFF2-40B4-BE49-F238E27FC236}">
                  <a16:creationId xmlns:a16="http://schemas.microsoft.com/office/drawing/2014/main" id="{370A5489-8B6F-4900-9036-3E5127CBEFEA}"/>
                </a:ext>
              </a:extLst>
            </p:cNvPr>
            <p:cNvSpPr/>
            <p:nvPr/>
          </p:nvSpPr>
          <p:spPr>
            <a:xfrm>
              <a:off x="2903593" y="976831"/>
              <a:ext cx="687292" cy="607992"/>
            </a:xfrm>
            <a:prstGeom prst="rect">
              <a:avLst/>
            </a:prstGeom>
            <a:noFill/>
            <a:ln w="12700" cap="flat" cmpd="sng" algn="ctr">
              <a:noFill/>
              <a:prstDash val="solid"/>
              <a:miter lim="800000"/>
            </a:ln>
            <a:effectLst/>
          </p:spPr>
          <p:txBody>
            <a:bodyPr vert="horz"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it-IT" sz="900" b="1" i="0" u="none" strike="noStrike" kern="0" cap="none" spc="0" normalizeH="0" baseline="0" noProof="0" dirty="0">
                  <a:ln>
                    <a:noFill/>
                  </a:ln>
                  <a:solidFill>
                    <a:srgbClr val="44546A"/>
                  </a:solidFill>
                  <a:effectLst/>
                  <a:uLnTx/>
                  <a:uFillTx/>
                  <a:latin typeface="Verdana" panose="020B0604030504040204" pitchFamily="34" charset="0"/>
                  <a:ea typeface="Verdana" panose="020B0604030504040204" pitchFamily="34" charset="0"/>
                </a:rPr>
                <a:t>Client Server CCR</a:t>
              </a:r>
              <a:endParaRPr kumimoji="0" lang="it-IT" sz="900" b="1" i="0" u="none" strike="noStrike" kern="0" cap="none" spc="0" normalizeH="0" baseline="0" noProof="0" dirty="0">
                <a:ln>
                  <a:noFill/>
                </a:ln>
                <a:solidFill>
                  <a:srgbClr val="44546A"/>
                </a:solidFill>
                <a:effectLst/>
                <a:uLnTx/>
                <a:uFillTx/>
                <a:latin typeface="Verdana" panose="020B0604030504040204" pitchFamily="34" charset="0"/>
                <a:ea typeface="Verdana" panose="020B0604030504040204" pitchFamily="34" charset="0"/>
                <a:sym typeface="Wingdings" panose="05000000000000000000" pitchFamily="2" charset="2"/>
              </a:endParaRPr>
            </a:p>
          </p:txBody>
        </p:sp>
        <p:cxnSp>
          <p:nvCxnSpPr>
            <p:cNvPr id="617" name="Straight Connector 616">
              <a:extLst>
                <a:ext uri="{FF2B5EF4-FFF2-40B4-BE49-F238E27FC236}">
                  <a16:creationId xmlns:a16="http://schemas.microsoft.com/office/drawing/2014/main" id="{B5724598-A047-4812-A5AA-212B3A02EE7E}"/>
                </a:ext>
              </a:extLst>
            </p:cNvPr>
            <p:cNvCxnSpPr>
              <a:cxnSpLocks/>
            </p:cNvCxnSpPr>
            <p:nvPr/>
          </p:nvCxnSpPr>
          <p:spPr>
            <a:xfrm>
              <a:off x="2908246" y="1584825"/>
              <a:ext cx="687292" cy="0"/>
            </a:xfrm>
            <a:prstGeom prst="line">
              <a:avLst/>
            </a:prstGeom>
            <a:noFill/>
            <a:ln w="12700" cap="flat" cmpd="sng" algn="ctr">
              <a:solidFill>
                <a:sysClr val="windowText" lastClr="000000"/>
              </a:solidFill>
              <a:prstDash val="solid"/>
              <a:miter lim="800000"/>
            </a:ln>
            <a:effectLst/>
          </p:spPr>
        </p:cxnSp>
        <p:sp>
          <p:nvSpPr>
            <p:cNvPr id="618" name="Rectangle 617">
              <a:extLst>
                <a:ext uri="{FF2B5EF4-FFF2-40B4-BE49-F238E27FC236}">
                  <a16:creationId xmlns:a16="http://schemas.microsoft.com/office/drawing/2014/main" id="{0E8AA0B3-000E-49EE-A67F-4E4A447796B9}"/>
                </a:ext>
              </a:extLst>
            </p:cNvPr>
            <p:cNvSpPr/>
            <p:nvPr/>
          </p:nvSpPr>
          <p:spPr>
            <a:xfrm>
              <a:off x="3691360" y="976831"/>
              <a:ext cx="687292" cy="607992"/>
            </a:xfrm>
            <a:prstGeom prst="rect">
              <a:avLst/>
            </a:prstGeom>
            <a:noFill/>
            <a:ln w="12700" cap="flat" cmpd="sng" algn="ctr">
              <a:noFill/>
              <a:prstDash val="solid"/>
              <a:miter lim="800000"/>
            </a:ln>
            <a:effectLst/>
          </p:spPr>
          <p:txBody>
            <a:bodyPr vert="horz"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it-IT" sz="900" b="1" i="0" u="none" strike="noStrike" kern="0" cap="none" spc="0" normalizeH="0" baseline="0" noProof="0" dirty="0" err="1">
                  <a:ln>
                    <a:noFill/>
                  </a:ln>
                  <a:solidFill>
                    <a:srgbClr val="44546A"/>
                  </a:solidFill>
                  <a:effectLst/>
                  <a:uLnTx/>
                  <a:uFillTx/>
                  <a:latin typeface="Verdana" panose="020B0604030504040204" pitchFamily="34" charset="0"/>
                  <a:ea typeface="Verdana" panose="020B0604030504040204" pitchFamily="34" charset="0"/>
                </a:rPr>
                <a:t>Orchestr</a:t>
              </a:r>
              <a:r>
                <a:rPr kumimoji="0" lang="it-IT" sz="900" b="1" i="0" u="none" strike="noStrike" kern="0" cap="none" spc="0" normalizeH="0" baseline="0" noProof="0" dirty="0">
                  <a:ln>
                    <a:noFill/>
                  </a:ln>
                  <a:solidFill>
                    <a:srgbClr val="44546A"/>
                  </a:solidFill>
                  <a:effectLst/>
                  <a:uLnTx/>
                  <a:uFillTx/>
                  <a:latin typeface="Verdana" panose="020B0604030504040204" pitchFamily="34" charset="0"/>
                  <a:ea typeface="Verdana" panose="020B0604030504040204" pitchFamily="34" charset="0"/>
                </a:rPr>
                <a:t>.</a:t>
              </a:r>
              <a:endParaRPr kumimoji="0" lang="it-IT" sz="900" b="1" i="0" u="none" strike="noStrike" kern="0" cap="none" spc="0" normalizeH="0" baseline="0" noProof="0" dirty="0">
                <a:ln>
                  <a:noFill/>
                </a:ln>
                <a:solidFill>
                  <a:srgbClr val="44546A"/>
                </a:solidFill>
                <a:effectLst/>
                <a:uLnTx/>
                <a:uFillTx/>
                <a:latin typeface="Verdana" panose="020B0604030504040204" pitchFamily="34" charset="0"/>
                <a:ea typeface="Verdana" panose="020B0604030504040204" pitchFamily="34" charset="0"/>
                <a:sym typeface="Wingdings" panose="05000000000000000000" pitchFamily="2" charset="2"/>
              </a:endParaRPr>
            </a:p>
          </p:txBody>
        </p:sp>
        <p:cxnSp>
          <p:nvCxnSpPr>
            <p:cNvPr id="619" name="Straight Connector 618">
              <a:extLst>
                <a:ext uri="{FF2B5EF4-FFF2-40B4-BE49-F238E27FC236}">
                  <a16:creationId xmlns:a16="http://schemas.microsoft.com/office/drawing/2014/main" id="{BD22D6AE-70C2-4F7F-9702-3DCC1D4E04D5}"/>
                </a:ext>
              </a:extLst>
            </p:cNvPr>
            <p:cNvCxnSpPr>
              <a:cxnSpLocks/>
            </p:cNvCxnSpPr>
            <p:nvPr/>
          </p:nvCxnSpPr>
          <p:spPr>
            <a:xfrm>
              <a:off x="3689035" y="1584825"/>
              <a:ext cx="687292" cy="0"/>
            </a:xfrm>
            <a:prstGeom prst="line">
              <a:avLst/>
            </a:prstGeom>
            <a:noFill/>
            <a:ln w="12700" cap="flat" cmpd="sng" algn="ctr">
              <a:solidFill>
                <a:sysClr val="windowText" lastClr="000000"/>
              </a:solidFill>
              <a:prstDash val="solid"/>
              <a:miter lim="800000"/>
            </a:ln>
            <a:effectLst/>
          </p:spPr>
        </p:cxnSp>
        <p:cxnSp>
          <p:nvCxnSpPr>
            <p:cNvPr id="620" name="Straight Connector 619">
              <a:extLst>
                <a:ext uri="{FF2B5EF4-FFF2-40B4-BE49-F238E27FC236}">
                  <a16:creationId xmlns:a16="http://schemas.microsoft.com/office/drawing/2014/main" id="{496E77EC-0746-4220-9ED0-A72ABCBDC2C9}"/>
                </a:ext>
              </a:extLst>
            </p:cNvPr>
            <p:cNvCxnSpPr>
              <a:cxnSpLocks/>
            </p:cNvCxnSpPr>
            <p:nvPr/>
          </p:nvCxnSpPr>
          <p:spPr>
            <a:xfrm>
              <a:off x="10642573" y="1584825"/>
              <a:ext cx="687292" cy="0"/>
            </a:xfrm>
            <a:prstGeom prst="line">
              <a:avLst/>
            </a:prstGeom>
            <a:noFill/>
            <a:ln w="12700" cap="flat" cmpd="sng" algn="ctr">
              <a:solidFill>
                <a:sysClr val="windowText" lastClr="000000"/>
              </a:solidFill>
              <a:prstDash val="solid"/>
              <a:miter lim="800000"/>
            </a:ln>
            <a:effectLst/>
          </p:spPr>
        </p:cxnSp>
        <p:sp>
          <p:nvSpPr>
            <p:cNvPr id="621" name="Rectangle 620">
              <a:extLst>
                <a:ext uri="{FF2B5EF4-FFF2-40B4-BE49-F238E27FC236}">
                  <a16:creationId xmlns:a16="http://schemas.microsoft.com/office/drawing/2014/main" id="{E5A6EFD7-F35A-433A-A2CB-D4A8595A7D49}"/>
                </a:ext>
              </a:extLst>
            </p:cNvPr>
            <p:cNvSpPr/>
            <p:nvPr/>
          </p:nvSpPr>
          <p:spPr>
            <a:xfrm>
              <a:off x="1326262" y="1733225"/>
              <a:ext cx="691945" cy="594541"/>
            </a:xfrm>
            <a:prstGeom prst="rect">
              <a:avLst/>
            </a:prstGeom>
            <a:solidFill>
              <a:schemeClr val="tx1">
                <a:lumMod val="20000"/>
                <a:lumOff val="80000"/>
              </a:schemeClr>
            </a:solidFill>
            <a:ln w="12700" cap="flat" cmpd="sng" algn="ctr">
              <a:no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0070C0"/>
                  </a:solidFill>
                  <a:effectLst/>
                  <a:uLnTx/>
                  <a:uFillTx/>
                  <a:latin typeface="Verdana" panose="020B0604030504040204" pitchFamily="34" charset="0"/>
                  <a:ea typeface="Verdana" panose="020B0604030504040204" pitchFamily="34" charset="0"/>
                  <a:cs typeface="+mn-cs"/>
                </a:rPr>
                <a:t>Batch</a:t>
              </a:r>
              <a:endParaRPr kumimoji="0" lang="en-US" sz="800" b="1"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622" name="Rectangle 621">
              <a:extLst>
                <a:ext uri="{FF2B5EF4-FFF2-40B4-BE49-F238E27FC236}">
                  <a16:creationId xmlns:a16="http://schemas.microsoft.com/office/drawing/2014/main" id="{53404F7E-95D8-4005-A468-AD4665B2DFC1}"/>
                </a:ext>
              </a:extLst>
            </p:cNvPr>
            <p:cNvSpPr/>
            <p:nvPr/>
          </p:nvSpPr>
          <p:spPr>
            <a:xfrm>
              <a:off x="8223206" y="1733225"/>
              <a:ext cx="691944" cy="594541"/>
            </a:xfrm>
            <a:prstGeom prst="rect">
              <a:avLst/>
            </a:prstGeom>
            <a:noFill/>
            <a:ln w="12700" cap="flat" cmpd="sng" algn="ctr">
              <a:no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N.A.</a:t>
              </a:r>
            </a:p>
          </p:txBody>
        </p:sp>
        <p:sp>
          <p:nvSpPr>
            <p:cNvPr id="623" name="Rectangle 622">
              <a:extLst>
                <a:ext uri="{FF2B5EF4-FFF2-40B4-BE49-F238E27FC236}">
                  <a16:creationId xmlns:a16="http://schemas.microsoft.com/office/drawing/2014/main" id="{7BD0334A-151C-4CEA-8CC5-0ADC95E553A0}"/>
                </a:ext>
              </a:extLst>
            </p:cNvPr>
            <p:cNvSpPr/>
            <p:nvPr/>
          </p:nvSpPr>
          <p:spPr>
            <a:xfrm>
              <a:off x="6616164" y="1733225"/>
              <a:ext cx="691944" cy="594541"/>
            </a:xfrm>
            <a:prstGeom prst="rect">
              <a:avLst/>
            </a:prstGeom>
            <a:noFill/>
            <a:ln w="12700" cap="flat" cmpd="sng" algn="ctr">
              <a:no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N.A.</a:t>
              </a:r>
            </a:p>
          </p:txBody>
        </p:sp>
        <p:sp>
          <p:nvSpPr>
            <p:cNvPr id="624" name="Rectangle 623">
              <a:extLst>
                <a:ext uri="{FF2B5EF4-FFF2-40B4-BE49-F238E27FC236}">
                  <a16:creationId xmlns:a16="http://schemas.microsoft.com/office/drawing/2014/main" id="{BF98FFB4-B59D-4C97-85E3-FFB6D1E66258}"/>
                </a:ext>
              </a:extLst>
            </p:cNvPr>
            <p:cNvSpPr/>
            <p:nvPr/>
          </p:nvSpPr>
          <p:spPr>
            <a:xfrm>
              <a:off x="9868236" y="1733225"/>
              <a:ext cx="691944" cy="594541"/>
            </a:xfrm>
            <a:prstGeom prst="rect">
              <a:avLst/>
            </a:prstGeom>
            <a:noFill/>
            <a:ln w="12700" cap="flat" cmpd="sng" algn="ctr">
              <a:no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N.A.</a:t>
              </a:r>
            </a:p>
          </p:txBody>
        </p:sp>
        <p:sp>
          <p:nvSpPr>
            <p:cNvPr id="625" name="Oval 624">
              <a:extLst>
                <a:ext uri="{FF2B5EF4-FFF2-40B4-BE49-F238E27FC236}">
                  <a16:creationId xmlns:a16="http://schemas.microsoft.com/office/drawing/2014/main" id="{B93BEBDE-F430-4657-968D-7024D09E7943}"/>
                </a:ext>
              </a:extLst>
            </p:cNvPr>
            <p:cNvSpPr/>
            <p:nvPr/>
          </p:nvSpPr>
          <p:spPr>
            <a:xfrm>
              <a:off x="5362024" y="1906507"/>
              <a:ext cx="216063" cy="247977"/>
            </a:xfrm>
            <a:prstGeom prst="ellipse">
              <a:avLst/>
            </a:prstGeom>
            <a:solidFill>
              <a:sysClr val="window" lastClr="FFFFFF"/>
            </a:solidFill>
            <a:ln w="6350" cap="flat" cmpd="sng" algn="ctr">
              <a:solidFill>
                <a:srgbClr val="44546A"/>
              </a:solidFill>
              <a:prstDash val="solid"/>
              <a:miter lim="800000"/>
            </a:ln>
            <a:effectLst/>
          </p:spPr>
          <p:txBody>
            <a:bodyPr lIns="3600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it-IT" sz="2000" b="1" i="0" u="none" strike="noStrike" kern="0" cap="none" spc="0" normalizeH="0" baseline="0" noProof="0" dirty="0">
                  <a:ln>
                    <a:solidFill>
                      <a:srgbClr val="000000"/>
                    </a:solidFill>
                  </a:ln>
                  <a:solidFill>
                    <a:srgbClr val="00F66F"/>
                  </a:solidFill>
                  <a:effectLst/>
                  <a:uLnTx/>
                  <a:uFillTx/>
                  <a:sym typeface="Wingdings" panose="05000000000000000000" pitchFamily="2" charset="2"/>
                </a:rPr>
                <a:t></a:t>
              </a:r>
              <a:endParaRPr kumimoji="0" lang="it-IT" sz="2000" b="1" i="0" u="none" strike="noStrike" kern="0" cap="none" spc="0" normalizeH="0" baseline="0" noProof="0" dirty="0">
                <a:ln>
                  <a:solidFill>
                    <a:srgbClr val="000000"/>
                  </a:solidFill>
                </a:ln>
                <a:solidFill>
                  <a:srgbClr val="00F66F"/>
                </a:solidFill>
                <a:effectLst/>
                <a:uLnTx/>
                <a:uFillTx/>
              </a:endParaRPr>
            </a:p>
          </p:txBody>
        </p:sp>
        <p:sp>
          <p:nvSpPr>
            <p:cNvPr id="626" name="Oval 625">
              <a:extLst>
                <a:ext uri="{FF2B5EF4-FFF2-40B4-BE49-F238E27FC236}">
                  <a16:creationId xmlns:a16="http://schemas.microsoft.com/office/drawing/2014/main" id="{214348C1-9D57-419F-AA32-99E1C38F809A}"/>
                </a:ext>
              </a:extLst>
            </p:cNvPr>
            <p:cNvSpPr/>
            <p:nvPr/>
          </p:nvSpPr>
          <p:spPr>
            <a:xfrm>
              <a:off x="2334785" y="1906507"/>
              <a:ext cx="216063" cy="247977"/>
            </a:xfrm>
            <a:prstGeom prst="ellipse">
              <a:avLst/>
            </a:prstGeom>
            <a:solidFill>
              <a:sysClr val="window" lastClr="FFFFFF"/>
            </a:solidFill>
            <a:ln w="6350" cap="flat" cmpd="sng" algn="ctr">
              <a:solidFill>
                <a:srgbClr val="44546A"/>
              </a:solidFill>
              <a:prstDash val="solid"/>
              <a:miter lim="800000"/>
            </a:ln>
            <a:effectLst/>
          </p:spPr>
          <p:txBody>
            <a:bodyPr lIns="3600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it-IT" sz="2000" b="1" i="0" u="none" strike="noStrike" kern="0" cap="none" spc="0" normalizeH="0" baseline="0" noProof="0" dirty="0">
                  <a:ln>
                    <a:solidFill>
                      <a:srgbClr val="000000"/>
                    </a:solidFill>
                  </a:ln>
                  <a:solidFill>
                    <a:srgbClr val="00F66F"/>
                  </a:solidFill>
                  <a:effectLst/>
                  <a:uLnTx/>
                  <a:uFillTx/>
                  <a:sym typeface="Wingdings" panose="05000000000000000000" pitchFamily="2" charset="2"/>
                </a:rPr>
                <a:t></a:t>
              </a:r>
              <a:endParaRPr kumimoji="0" lang="it-IT" sz="2000" b="1" i="0" u="none" strike="noStrike" kern="0" cap="none" spc="0" normalizeH="0" baseline="0" noProof="0" dirty="0">
                <a:ln>
                  <a:solidFill>
                    <a:srgbClr val="000000"/>
                  </a:solidFill>
                </a:ln>
                <a:solidFill>
                  <a:srgbClr val="00F66F"/>
                </a:solidFill>
                <a:effectLst/>
                <a:uLnTx/>
                <a:uFillTx/>
              </a:endParaRPr>
            </a:p>
          </p:txBody>
        </p:sp>
        <p:sp>
          <p:nvSpPr>
            <p:cNvPr id="627" name="Oval 626">
              <a:extLst>
                <a:ext uri="{FF2B5EF4-FFF2-40B4-BE49-F238E27FC236}">
                  <a16:creationId xmlns:a16="http://schemas.microsoft.com/office/drawing/2014/main" id="{3C58B500-5E18-4C40-B534-1E147B151FC6}"/>
                </a:ext>
              </a:extLst>
            </p:cNvPr>
            <p:cNvSpPr/>
            <p:nvPr/>
          </p:nvSpPr>
          <p:spPr>
            <a:xfrm>
              <a:off x="3094268" y="1906507"/>
              <a:ext cx="216063" cy="247977"/>
            </a:xfrm>
            <a:prstGeom prst="ellipse">
              <a:avLst/>
            </a:prstGeom>
            <a:solidFill>
              <a:sysClr val="window" lastClr="FFFFFF"/>
            </a:solidFill>
            <a:ln w="6350" cap="flat" cmpd="sng" algn="ctr">
              <a:solidFill>
                <a:srgbClr val="44546A"/>
              </a:solidFill>
              <a:prstDash val="solid"/>
              <a:miter lim="800000"/>
            </a:ln>
            <a:effectLst/>
          </p:spPr>
          <p:txBody>
            <a:bodyPr lIns="3600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it-IT" sz="2000" b="1" i="0" u="none" strike="noStrike" kern="0" cap="none" spc="0" normalizeH="0" baseline="0" noProof="0" dirty="0">
                  <a:ln>
                    <a:solidFill>
                      <a:srgbClr val="000000"/>
                    </a:solidFill>
                  </a:ln>
                  <a:solidFill>
                    <a:srgbClr val="00F66F"/>
                  </a:solidFill>
                  <a:effectLst/>
                  <a:uLnTx/>
                  <a:uFillTx/>
                  <a:sym typeface="Wingdings" panose="05000000000000000000" pitchFamily="2" charset="2"/>
                </a:rPr>
                <a:t></a:t>
              </a:r>
              <a:endParaRPr kumimoji="0" lang="it-IT" sz="2000" b="1" i="0" u="none" strike="noStrike" kern="0" cap="none" spc="0" normalizeH="0" baseline="0" noProof="0" dirty="0">
                <a:ln>
                  <a:solidFill>
                    <a:srgbClr val="000000"/>
                  </a:solidFill>
                </a:ln>
                <a:solidFill>
                  <a:srgbClr val="00F66F"/>
                </a:solidFill>
                <a:effectLst/>
                <a:uLnTx/>
                <a:uFillTx/>
              </a:endParaRPr>
            </a:p>
          </p:txBody>
        </p:sp>
        <p:sp>
          <p:nvSpPr>
            <p:cNvPr id="628" name="Oval 627">
              <a:extLst>
                <a:ext uri="{FF2B5EF4-FFF2-40B4-BE49-F238E27FC236}">
                  <a16:creationId xmlns:a16="http://schemas.microsoft.com/office/drawing/2014/main" id="{63032192-D500-4B93-9114-2CD2AB1F5D84}"/>
                </a:ext>
              </a:extLst>
            </p:cNvPr>
            <p:cNvSpPr/>
            <p:nvPr/>
          </p:nvSpPr>
          <p:spPr>
            <a:xfrm>
              <a:off x="3877384" y="1906507"/>
              <a:ext cx="216063" cy="247977"/>
            </a:xfrm>
            <a:prstGeom prst="ellipse">
              <a:avLst/>
            </a:prstGeom>
            <a:solidFill>
              <a:sysClr val="window" lastClr="FFFFFF"/>
            </a:solidFill>
            <a:ln w="6350" cap="flat" cmpd="sng" algn="ctr">
              <a:solidFill>
                <a:srgbClr val="44546A"/>
              </a:solidFill>
              <a:prstDash val="solid"/>
              <a:miter lim="800000"/>
            </a:ln>
            <a:effectLst/>
          </p:spPr>
          <p:txBody>
            <a:bodyPr lIns="3600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it-IT" sz="2000" b="1" i="0" u="none" strike="noStrike" kern="0" cap="none" spc="0" normalizeH="0" baseline="0" noProof="0" dirty="0">
                  <a:ln>
                    <a:solidFill>
                      <a:srgbClr val="000000"/>
                    </a:solidFill>
                  </a:ln>
                  <a:solidFill>
                    <a:srgbClr val="00F66F"/>
                  </a:solidFill>
                  <a:effectLst/>
                  <a:uLnTx/>
                  <a:uFillTx/>
                  <a:sym typeface="Wingdings" panose="05000000000000000000" pitchFamily="2" charset="2"/>
                </a:rPr>
                <a:t></a:t>
              </a:r>
              <a:endParaRPr kumimoji="0" lang="it-IT" sz="2000" b="1" i="0" u="none" strike="noStrike" kern="0" cap="none" spc="0" normalizeH="0" baseline="0" noProof="0" dirty="0">
                <a:ln>
                  <a:solidFill>
                    <a:srgbClr val="000000"/>
                  </a:solidFill>
                </a:ln>
                <a:solidFill>
                  <a:srgbClr val="00F66F"/>
                </a:solidFill>
                <a:effectLst/>
                <a:uLnTx/>
                <a:uFillTx/>
              </a:endParaRPr>
            </a:p>
          </p:txBody>
        </p:sp>
        <p:sp>
          <p:nvSpPr>
            <p:cNvPr id="629" name="Rectangle 628">
              <a:extLst>
                <a:ext uri="{FF2B5EF4-FFF2-40B4-BE49-F238E27FC236}">
                  <a16:creationId xmlns:a16="http://schemas.microsoft.com/office/drawing/2014/main" id="{D61497D2-167A-4E65-8E21-51CDE395081D}"/>
                </a:ext>
              </a:extLst>
            </p:cNvPr>
            <p:cNvSpPr/>
            <p:nvPr/>
          </p:nvSpPr>
          <p:spPr>
            <a:xfrm>
              <a:off x="10637921" y="1733225"/>
              <a:ext cx="691944" cy="594541"/>
            </a:xfrm>
            <a:prstGeom prst="rect">
              <a:avLst/>
            </a:prstGeom>
            <a:noFill/>
            <a:ln w="12700" cap="flat" cmpd="sng" algn="ctr">
              <a:no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N.A.</a:t>
              </a:r>
            </a:p>
          </p:txBody>
        </p:sp>
        <p:sp>
          <p:nvSpPr>
            <p:cNvPr id="630" name="Rectangle 629">
              <a:extLst>
                <a:ext uri="{FF2B5EF4-FFF2-40B4-BE49-F238E27FC236}">
                  <a16:creationId xmlns:a16="http://schemas.microsoft.com/office/drawing/2014/main" id="{C26B73EF-02E8-4996-93F7-2DC0F240A691}"/>
                </a:ext>
              </a:extLst>
            </p:cNvPr>
            <p:cNvSpPr/>
            <p:nvPr/>
          </p:nvSpPr>
          <p:spPr>
            <a:xfrm>
              <a:off x="1326262" y="2485336"/>
              <a:ext cx="691945" cy="594541"/>
            </a:xfrm>
            <a:prstGeom prst="rect">
              <a:avLst/>
            </a:prstGeom>
            <a:solidFill>
              <a:schemeClr val="tx1">
                <a:lumMod val="20000"/>
                <a:lumOff val="80000"/>
              </a:schemeClr>
            </a:solidFill>
            <a:ln w="12700" cap="flat" cmpd="sng" algn="ctr">
              <a:no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0070C0"/>
                  </a:solidFill>
                  <a:effectLst/>
                  <a:uLnTx/>
                  <a:uFillTx/>
                  <a:latin typeface="Verdana" panose="020B0604030504040204" pitchFamily="34" charset="0"/>
                  <a:ea typeface="Verdana" panose="020B0604030504040204" pitchFamily="34" charset="0"/>
                  <a:cs typeface="+mn-cs"/>
                </a:rPr>
                <a:t>Batch</a:t>
              </a:r>
              <a:endParaRPr kumimoji="0" lang="en-US" sz="800" b="0"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631" name="Rectangle 630">
              <a:extLst>
                <a:ext uri="{FF2B5EF4-FFF2-40B4-BE49-F238E27FC236}">
                  <a16:creationId xmlns:a16="http://schemas.microsoft.com/office/drawing/2014/main" id="{79FA8E7A-917C-433F-82A2-70F39D0FA530}"/>
                </a:ext>
              </a:extLst>
            </p:cNvPr>
            <p:cNvSpPr/>
            <p:nvPr/>
          </p:nvSpPr>
          <p:spPr>
            <a:xfrm>
              <a:off x="8223206" y="2632848"/>
              <a:ext cx="691944" cy="299517"/>
            </a:xfrm>
            <a:prstGeom prst="rect">
              <a:avLst/>
            </a:prstGeom>
            <a:noFill/>
            <a:ln w="12700" cap="flat" cmpd="sng" algn="ctr">
              <a:no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N.A.</a:t>
              </a:r>
            </a:p>
          </p:txBody>
        </p:sp>
        <p:sp>
          <p:nvSpPr>
            <p:cNvPr id="632" name="Rectangle 631">
              <a:extLst>
                <a:ext uri="{FF2B5EF4-FFF2-40B4-BE49-F238E27FC236}">
                  <a16:creationId xmlns:a16="http://schemas.microsoft.com/office/drawing/2014/main" id="{8A447314-32E5-4523-A6B1-46425ACED61A}"/>
                </a:ext>
              </a:extLst>
            </p:cNvPr>
            <p:cNvSpPr/>
            <p:nvPr/>
          </p:nvSpPr>
          <p:spPr>
            <a:xfrm>
              <a:off x="6616164" y="2632848"/>
              <a:ext cx="691944" cy="299517"/>
            </a:xfrm>
            <a:prstGeom prst="rect">
              <a:avLst/>
            </a:prstGeom>
            <a:noFill/>
            <a:ln w="12700" cap="flat" cmpd="sng" algn="ctr">
              <a:no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N.A.</a:t>
              </a:r>
            </a:p>
          </p:txBody>
        </p:sp>
        <p:sp>
          <p:nvSpPr>
            <p:cNvPr id="633" name="Rectangle 632">
              <a:extLst>
                <a:ext uri="{FF2B5EF4-FFF2-40B4-BE49-F238E27FC236}">
                  <a16:creationId xmlns:a16="http://schemas.microsoft.com/office/drawing/2014/main" id="{3D3959EA-467C-4891-9BA6-02C066EC66E4}"/>
                </a:ext>
              </a:extLst>
            </p:cNvPr>
            <p:cNvSpPr/>
            <p:nvPr/>
          </p:nvSpPr>
          <p:spPr>
            <a:xfrm>
              <a:off x="9868236" y="2632848"/>
              <a:ext cx="691944" cy="299517"/>
            </a:xfrm>
            <a:prstGeom prst="rect">
              <a:avLst/>
            </a:prstGeom>
            <a:noFill/>
            <a:ln w="12700" cap="flat" cmpd="sng" algn="ctr">
              <a:no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N.A.</a:t>
              </a:r>
            </a:p>
          </p:txBody>
        </p:sp>
        <p:sp>
          <p:nvSpPr>
            <p:cNvPr id="634" name="Oval 633">
              <a:extLst>
                <a:ext uri="{FF2B5EF4-FFF2-40B4-BE49-F238E27FC236}">
                  <a16:creationId xmlns:a16="http://schemas.microsoft.com/office/drawing/2014/main" id="{5A3251B1-ABC6-4391-AAF5-75962FF48379}"/>
                </a:ext>
              </a:extLst>
            </p:cNvPr>
            <p:cNvSpPr/>
            <p:nvPr/>
          </p:nvSpPr>
          <p:spPr>
            <a:xfrm>
              <a:off x="5362024" y="2658618"/>
              <a:ext cx="216063" cy="247977"/>
            </a:xfrm>
            <a:prstGeom prst="ellipse">
              <a:avLst/>
            </a:prstGeom>
            <a:solidFill>
              <a:sysClr val="window" lastClr="FFFFFF"/>
            </a:solidFill>
            <a:ln w="6350" cap="flat" cmpd="sng" algn="ctr">
              <a:solidFill>
                <a:srgbClr val="44546A"/>
              </a:solidFill>
              <a:prstDash val="solid"/>
              <a:miter lim="800000"/>
            </a:ln>
            <a:effectLst/>
          </p:spPr>
          <p:txBody>
            <a:bodyPr lIns="3600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it-IT" sz="2000" b="1" i="0" u="none" strike="noStrike" kern="0" cap="none" spc="0" normalizeH="0" baseline="0" noProof="0" dirty="0">
                  <a:ln>
                    <a:solidFill>
                      <a:srgbClr val="000000"/>
                    </a:solidFill>
                  </a:ln>
                  <a:solidFill>
                    <a:srgbClr val="00F66F"/>
                  </a:solidFill>
                  <a:effectLst/>
                  <a:uLnTx/>
                  <a:uFillTx/>
                  <a:sym typeface="Wingdings" panose="05000000000000000000" pitchFamily="2" charset="2"/>
                </a:rPr>
                <a:t></a:t>
              </a:r>
              <a:endParaRPr kumimoji="0" lang="it-IT" sz="2000" b="1" i="0" u="none" strike="noStrike" kern="0" cap="none" spc="0" normalizeH="0" baseline="0" noProof="0" dirty="0">
                <a:ln>
                  <a:solidFill>
                    <a:srgbClr val="000000"/>
                  </a:solidFill>
                </a:ln>
                <a:solidFill>
                  <a:srgbClr val="00F66F"/>
                </a:solidFill>
                <a:effectLst/>
                <a:uLnTx/>
                <a:uFillTx/>
              </a:endParaRPr>
            </a:p>
          </p:txBody>
        </p:sp>
        <p:sp>
          <p:nvSpPr>
            <p:cNvPr id="635" name="Oval 634">
              <a:extLst>
                <a:ext uri="{FF2B5EF4-FFF2-40B4-BE49-F238E27FC236}">
                  <a16:creationId xmlns:a16="http://schemas.microsoft.com/office/drawing/2014/main" id="{3E60EAA9-2240-486B-AEE2-89349ADD0F28}"/>
                </a:ext>
              </a:extLst>
            </p:cNvPr>
            <p:cNvSpPr/>
            <p:nvPr/>
          </p:nvSpPr>
          <p:spPr>
            <a:xfrm>
              <a:off x="2334785" y="2658618"/>
              <a:ext cx="216063" cy="247977"/>
            </a:xfrm>
            <a:prstGeom prst="ellipse">
              <a:avLst/>
            </a:prstGeom>
            <a:solidFill>
              <a:sysClr val="window" lastClr="FFFFFF"/>
            </a:solidFill>
            <a:ln w="6350" cap="flat" cmpd="sng" algn="ctr">
              <a:solidFill>
                <a:srgbClr val="44546A"/>
              </a:solidFill>
              <a:prstDash val="solid"/>
              <a:miter lim="800000"/>
            </a:ln>
            <a:effectLst/>
          </p:spPr>
          <p:txBody>
            <a:bodyPr lIns="3600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it-IT" sz="2000" b="1" i="0" u="none" strike="noStrike" kern="0" cap="none" spc="0" normalizeH="0" baseline="0" noProof="0" dirty="0">
                  <a:ln>
                    <a:solidFill>
                      <a:srgbClr val="000000"/>
                    </a:solidFill>
                  </a:ln>
                  <a:solidFill>
                    <a:srgbClr val="00F66F"/>
                  </a:solidFill>
                  <a:effectLst/>
                  <a:uLnTx/>
                  <a:uFillTx/>
                  <a:sym typeface="Wingdings" panose="05000000000000000000" pitchFamily="2" charset="2"/>
                </a:rPr>
                <a:t></a:t>
              </a:r>
              <a:endParaRPr kumimoji="0" lang="it-IT" sz="2000" b="1" i="0" u="none" strike="noStrike" kern="0" cap="none" spc="0" normalizeH="0" baseline="0" noProof="0" dirty="0">
                <a:ln>
                  <a:solidFill>
                    <a:srgbClr val="000000"/>
                  </a:solidFill>
                </a:ln>
                <a:solidFill>
                  <a:srgbClr val="00F66F"/>
                </a:solidFill>
                <a:effectLst/>
                <a:uLnTx/>
                <a:uFillTx/>
              </a:endParaRPr>
            </a:p>
          </p:txBody>
        </p:sp>
        <p:sp>
          <p:nvSpPr>
            <p:cNvPr id="636" name="Oval 635">
              <a:extLst>
                <a:ext uri="{FF2B5EF4-FFF2-40B4-BE49-F238E27FC236}">
                  <a16:creationId xmlns:a16="http://schemas.microsoft.com/office/drawing/2014/main" id="{A30D7348-A110-4BD5-ACC5-219CE1FF709B}"/>
                </a:ext>
              </a:extLst>
            </p:cNvPr>
            <p:cNvSpPr/>
            <p:nvPr/>
          </p:nvSpPr>
          <p:spPr>
            <a:xfrm>
              <a:off x="3094268" y="2658618"/>
              <a:ext cx="216063" cy="247977"/>
            </a:xfrm>
            <a:prstGeom prst="ellipse">
              <a:avLst/>
            </a:prstGeom>
            <a:solidFill>
              <a:sysClr val="window" lastClr="FFFFFF"/>
            </a:solidFill>
            <a:ln w="6350" cap="flat" cmpd="sng" algn="ctr">
              <a:solidFill>
                <a:srgbClr val="44546A"/>
              </a:solidFill>
              <a:prstDash val="solid"/>
              <a:miter lim="800000"/>
            </a:ln>
            <a:effectLst/>
          </p:spPr>
          <p:txBody>
            <a:bodyPr lIns="3600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it-IT" sz="2000" b="1" i="0" u="none" strike="noStrike" kern="0" cap="none" spc="0" normalizeH="0" baseline="0" noProof="0" dirty="0">
                  <a:ln>
                    <a:solidFill>
                      <a:srgbClr val="000000"/>
                    </a:solidFill>
                  </a:ln>
                  <a:solidFill>
                    <a:srgbClr val="00F66F"/>
                  </a:solidFill>
                  <a:effectLst/>
                  <a:uLnTx/>
                  <a:uFillTx/>
                  <a:sym typeface="Wingdings" panose="05000000000000000000" pitchFamily="2" charset="2"/>
                </a:rPr>
                <a:t></a:t>
              </a:r>
              <a:endParaRPr kumimoji="0" lang="it-IT" sz="2000" b="1" i="0" u="none" strike="noStrike" kern="0" cap="none" spc="0" normalizeH="0" baseline="0" noProof="0" dirty="0">
                <a:ln>
                  <a:solidFill>
                    <a:srgbClr val="000000"/>
                  </a:solidFill>
                </a:ln>
                <a:solidFill>
                  <a:srgbClr val="00F66F"/>
                </a:solidFill>
                <a:effectLst/>
                <a:uLnTx/>
                <a:uFillTx/>
              </a:endParaRPr>
            </a:p>
          </p:txBody>
        </p:sp>
        <p:sp>
          <p:nvSpPr>
            <p:cNvPr id="637" name="Oval 636">
              <a:extLst>
                <a:ext uri="{FF2B5EF4-FFF2-40B4-BE49-F238E27FC236}">
                  <a16:creationId xmlns:a16="http://schemas.microsoft.com/office/drawing/2014/main" id="{3E72C53F-9E45-481B-B0A0-D983FA55797E}"/>
                </a:ext>
              </a:extLst>
            </p:cNvPr>
            <p:cNvSpPr/>
            <p:nvPr/>
          </p:nvSpPr>
          <p:spPr>
            <a:xfrm>
              <a:off x="3877384" y="2658618"/>
              <a:ext cx="216063" cy="247977"/>
            </a:xfrm>
            <a:prstGeom prst="ellipse">
              <a:avLst/>
            </a:prstGeom>
            <a:solidFill>
              <a:sysClr val="window" lastClr="FFFFFF"/>
            </a:solidFill>
            <a:ln w="6350" cap="flat" cmpd="sng" algn="ctr">
              <a:solidFill>
                <a:srgbClr val="44546A"/>
              </a:solidFill>
              <a:prstDash val="solid"/>
              <a:miter lim="800000"/>
            </a:ln>
            <a:effectLst/>
          </p:spPr>
          <p:txBody>
            <a:bodyPr lIns="3600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it-IT" sz="2000" b="1" i="0" u="none" strike="noStrike" kern="0" cap="none" spc="0" normalizeH="0" baseline="0" noProof="0" dirty="0">
                  <a:ln>
                    <a:solidFill>
                      <a:srgbClr val="000000"/>
                    </a:solidFill>
                  </a:ln>
                  <a:solidFill>
                    <a:srgbClr val="00F66F"/>
                  </a:solidFill>
                  <a:effectLst/>
                  <a:uLnTx/>
                  <a:uFillTx/>
                  <a:sym typeface="Wingdings" panose="05000000000000000000" pitchFamily="2" charset="2"/>
                </a:rPr>
                <a:t></a:t>
              </a:r>
              <a:endParaRPr kumimoji="0" lang="it-IT" sz="2000" b="1" i="0" u="none" strike="noStrike" kern="0" cap="none" spc="0" normalizeH="0" baseline="0" noProof="0" dirty="0">
                <a:ln>
                  <a:solidFill>
                    <a:srgbClr val="000000"/>
                  </a:solidFill>
                </a:ln>
                <a:solidFill>
                  <a:srgbClr val="00F66F"/>
                </a:solidFill>
                <a:effectLst/>
                <a:uLnTx/>
                <a:uFillTx/>
              </a:endParaRPr>
            </a:p>
          </p:txBody>
        </p:sp>
        <p:sp>
          <p:nvSpPr>
            <p:cNvPr id="638" name="Oval 637">
              <a:extLst>
                <a:ext uri="{FF2B5EF4-FFF2-40B4-BE49-F238E27FC236}">
                  <a16:creationId xmlns:a16="http://schemas.microsoft.com/office/drawing/2014/main" id="{91C1ECC5-4368-40B1-B33D-2F059E3A7854}"/>
                </a:ext>
              </a:extLst>
            </p:cNvPr>
            <p:cNvSpPr/>
            <p:nvPr/>
          </p:nvSpPr>
          <p:spPr>
            <a:xfrm>
              <a:off x="10830922" y="2658618"/>
              <a:ext cx="216063" cy="247977"/>
            </a:xfrm>
            <a:prstGeom prst="ellipse">
              <a:avLst/>
            </a:prstGeom>
            <a:solidFill>
              <a:sysClr val="window" lastClr="FFFFFF"/>
            </a:solidFill>
            <a:ln w="6350" cap="flat" cmpd="sng" algn="ctr">
              <a:solidFill>
                <a:srgbClr val="44546A"/>
              </a:solidFill>
              <a:prstDash val="solid"/>
              <a:miter lim="800000"/>
            </a:ln>
            <a:effectLst/>
          </p:spPr>
          <p:txBody>
            <a:bodyPr lIns="3600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it-IT" sz="2000" b="1" i="0" u="none" strike="noStrike" kern="0" cap="none" spc="0" normalizeH="0" baseline="0" noProof="0" dirty="0">
                  <a:ln>
                    <a:solidFill>
                      <a:srgbClr val="000000"/>
                    </a:solidFill>
                  </a:ln>
                  <a:solidFill>
                    <a:srgbClr val="00F66F"/>
                  </a:solidFill>
                  <a:effectLst/>
                  <a:uLnTx/>
                  <a:uFillTx/>
                  <a:sym typeface="Wingdings" panose="05000000000000000000" pitchFamily="2" charset="2"/>
                </a:rPr>
                <a:t></a:t>
              </a:r>
              <a:endParaRPr kumimoji="0" lang="it-IT" sz="2000" b="1" i="0" u="none" strike="noStrike" kern="0" cap="none" spc="0" normalizeH="0" baseline="0" noProof="0" dirty="0">
                <a:ln>
                  <a:solidFill>
                    <a:srgbClr val="000000"/>
                  </a:solidFill>
                </a:ln>
                <a:solidFill>
                  <a:srgbClr val="00F66F"/>
                </a:solidFill>
                <a:effectLst/>
                <a:uLnTx/>
                <a:uFillTx/>
              </a:endParaRPr>
            </a:p>
          </p:txBody>
        </p:sp>
        <p:sp>
          <p:nvSpPr>
            <p:cNvPr id="639" name="Rectangle 638">
              <a:extLst>
                <a:ext uri="{FF2B5EF4-FFF2-40B4-BE49-F238E27FC236}">
                  <a16:creationId xmlns:a16="http://schemas.microsoft.com/office/drawing/2014/main" id="{F963F753-2E35-48C1-9543-B85389FCE2BD}"/>
                </a:ext>
              </a:extLst>
            </p:cNvPr>
            <p:cNvSpPr/>
            <p:nvPr/>
          </p:nvSpPr>
          <p:spPr>
            <a:xfrm>
              <a:off x="10642572" y="976831"/>
              <a:ext cx="687292" cy="607992"/>
            </a:xfrm>
            <a:prstGeom prst="rect">
              <a:avLst/>
            </a:prstGeom>
            <a:noFill/>
            <a:ln w="12700" cap="flat" cmpd="sng" algn="ctr">
              <a:noFill/>
              <a:prstDash val="solid"/>
              <a:miter lim="800000"/>
            </a:ln>
            <a:effectLst/>
          </p:spPr>
          <p:txBody>
            <a:bodyPr vert="horz"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it-IT" sz="900" b="1" i="0" u="none" strike="noStrike" kern="0" cap="none" spc="0" normalizeH="0" baseline="0" noProof="0" dirty="0">
                  <a:ln>
                    <a:noFill/>
                  </a:ln>
                  <a:solidFill>
                    <a:srgbClr val="44546A"/>
                  </a:solidFill>
                  <a:effectLst/>
                  <a:uLnTx/>
                  <a:uFillTx/>
                  <a:latin typeface="Verdana" panose="020B0604030504040204" pitchFamily="34" charset="0"/>
                  <a:ea typeface="Verdana" panose="020B0604030504040204" pitchFamily="34" charset="0"/>
                </a:rPr>
                <a:t>PA / </a:t>
              </a:r>
              <a:br>
                <a:rPr kumimoji="0" lang="it-IT" sz="900" b="1" i="0" u="none" strike="noStrike" kern="0" cap="none" spc="0" normalizeH="0" baseline="0" noProof="0" dirty="0">
                  <a:ln>
                    <a:noFill/>
                  </a:ln>
                  <a:solidFill>
                    <a:srgbClr val="44546A"/>
                  </a:solidFill>
                  <a:effectLst/>
                  <a:uLnTx/>
                  <a:uFillTx/>
                  <a:latin typeface="Verdana" panose="020B0604030504040204" pitchFamily="34" charset="0"/>
                  <a:ea typeface="Verdana" panose="020B0604030504040204" pitchFamily="34" charset="0"/>
                </a:rPr>
              </a:br>
              <a:r>
                <a:rPr kumimoji="0" lang="it-IT" sz="900" b="1" i="0" u="none" strike="noStrike" kern="0" cap="none" spc="0" normalizeH="0" baseline="0" noProof="0" dirty="0" err="1">
                  <a:ln>
                    <a:noFill/>
                  </a:ln>
                  <a:solidFill>
                    <a:srgbClr val="44546A"/>
                  </a:solidFill>
                  <a:effectLst/>
                  <a:uLnTx/>
                  <a:uFillTx/>
                  <a:latin typeface="Verdana" panose="020B0604030504040204" pitchFamily="34" charset="0"/>
                  <a:ea typeface="Verdana" panose="020B0604030504040204" pitchFamily="34" charset="0"/>
                </a:rPr>
                <a:t>Anag</a:t>
              </a:r>
              <a:r>
                <a:rPr kumimoji="0" lang="it-IT" sz="900" b="1" i="0" u="none" strike="noStrike" kern="0" cap="none" spc="0" normalizeH="0" baseline="0" noProof="0" dirty="0">
                  <a:ln>
                    <a:noFill/>
                  </a:ln>
                  <a:solidFill>
                    <a:srgbClr val="44546A"/>
                  </a:solidFill>
                  <a:effectLst/>
                  <a:uLnTx/>
                  <a:uFillTx/>
                  <a:latin typeface="Verdana" panose="020B0604030504040204" pitchFamily="34" charset="0"/>
                  <a:ea typeface="Verdana" panose="020B0604030504040204" pitchFamily="34" charset="0"/>
                </a:rPr>
                <a:t>. </a:t>
              </a:r>
              <a:r>
                <a:rPr kumimoji="0" lang="it-IT" sz="900" b="1" i="0" u="none" strike="noStrike" kern="0" cap="none" spc="0" normalizeH="0" baseline="0" noProof="0" dirty="0" err="1">
                  <a:ln>
                    <a:noFill/>
                  </a:ln>
                  <a:solidFill>
                    <a:srgbClr val="44546A"/>
                  </a:solidFill>
                  <a:effectLst/>
                  <a:uLnTx/>
                  <a:uFillTx/>
                  <a:latin typeface="Verdana" panose="020B0604030504040204" pitchFamily="34" charset="0"/>
                  <a:ea typeface="Verdana" panose="020B0604030504040204" pitchFamily="34" charset="0"/>
                </a:rPr>
                <a:t>Tribut</a:t>
              </a:r>
              <a:endParaRPr kumimoji="0" lang="it-IT" sz="900" b="1" i="0" u="none" strike="noStrike" kern="0" cap="none" spc="0" normalizeH="0" baseline="0" noProof="0" dirty="0">
                <a:ln>
                  <a:noFill/>
                </a:ln>
                <a:solidFill>
                  <a:srgbClr val="44546A"/>
                </a:solidFill>
                <a:effectLst/>
                <a:uLnTx/>
                <a:uFillTx/>
                <a:latin typeface="Verdana" panose="020B0604030504040204" pitchFamily="34" charset="0"/>
                <a:ea typeface="Verdana" panose="020B0604030504040204" pitchFamily="34" charset="0"/>
                <a:sym typeface="Wingdings" panose="05000000000000000000" pitchFamily="2" charset="2"/>
              </a:endParaRPr>
            </a:p>
          </p:txBody>
        </p:sp>
        <p:sp>
          <p:nvSpPr>
            <p:cNvPr id="640" name="Rectangle 639">
              <a:extLst>
                <a:ext uri="{FF2B5EF4-FFF2-40B4-BE49-F238E27FC236}">
                  <a16:creationId xmlns:a16="http://schemas.microsoft.com/office/drawing/2014/main" id="{6B9A0E19-E796-4DD5-992B-AD1EC1AB84EE}"/>
                </a:ext>
              </a:extLst>
            </p:cNvPr>
            <p:cNvSpPr/>
            <p:nvPr/>
          </p:nvSpPr>
          <p:spPr>
            <a:xfrm>
              <a:off x="1326262" y="5460640"/>
              <a:ext cx="691945" cy="287996"/>
            </a:xfrm>
            <a:prstGeom prst="rect">
              <a:avLst/>
            </a:prstGeom>
            <a:solidFill>
              <a:schemeClr val="tx1">
                <a:lumMod val="20000"/>
                <a:lumOff val="80000"/>
              </a:schemeClr>
            </a:solidFill>
            <a:ln w="12700" cap="flat" cmpd="sng" algn="ctr">
              <a:noFill/>
              <a:prstDash val="solid"/>
              <a:miter lim="800000"/>
            </a:ln>
            <a:effectLst/>
          </p:spPr>
          <p:txBody>
            <a:bodyPr vert="horz" lIns="0" r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err="1">
                  <a:ln>
                    <a:noFill/>
                  </a:ln>
                  <a:solidFill>
                    <a:srgbClr val="00B050"/>
                  </a:solidFill>
                  <a:effectLst/>
                  <a:uLnTx/>
                  <a:uFillTx/>
                  <a:latin typeface="Verdana" panose="020B0604030504040204" pitchFamily="34" charset="0"/>
                  <a:ea typeface="Verdana" panose="020B0604030504040204" pitchFamily="34" charset="0"/>
                  <a:cs typeface="+mn-cs"/>
                </a:rPr>
                <a:t>Nuovi</a:t>
              </a:r>
              <a:r>
                <a:rPr kumimoji="0" lang="en-US" sz="800" b="1" i="0" u="none" strike="noStrike" kern="0" cap="none" spc="0" normalizeH="0" baseline="0" noProof="0" dirty="0">
                  <a:ln>
                    <a:noFill/>
                  </a:ln>
                  <a:solidFill>
                    <a:srgbClr val="00B050"/>
                  </a:solidFill>
                  <a:effectLst/>
                  <a:uLnTx/>
                  <a:uFillTx/>
                  <a:latin typeface="Verdana" panose="020B0604030504040204" pitchFamily="34" charset="0"/>
                  <a:ea typeface="Verdana" panose="020B0604030504040204" pitchFamily="34" charset="0"/>
                  <a:cs typeface="+mn-cs"/>
                </a:rPr>
                <a:t> </a:t>
              </a:r>
              <a:r>
                <a:rPr kumimoji="0" lang="en-US" sz="800" b="1" i="0" u="none" strike="noStrike" kern="0" cap="none" spc="0" normalizeH="0" baseline="0" noProof="0" dirty="0" err="1">
                  <a:ln>
                    <a:noFill/>
                  </a:ln>
                  <a:solidFill>
                    <a:srgbClr val="00B050"/>
                  </a:solidFill>
                  <a:effectLst/>
                  <a:uLnTx/>
                  <a:uFillTx/>
                  <a:latin typeface="Verdana" panose="020B0604030504040204" pitchFamily="34" charset="0"/>
                  <a:ea typeface="Verdana" panose="020B0604030504040204" pitchFamily="34" charset="0"/>
                  <a:cs typeface="+mn-cs"/>
                </a:rPr>
                <a:t>servizi</a:t>
              </a:r>
              <a:r>
                <a:rPr kumimoji="0" lang="en-US" sz="800" b="1" i="0" u="none" strike="noStrike" kern="0" cap="none" spc="0" normalizeH="0" baseline="0" noProof="0" dirty="0">
                  <a:ln>
                    <a:noFill/>
                  </a:ln>
                  <a:solidFill>
                    <a:srgbClr val="00B050"/>
                  </a:solidFill>
                  <a:effectLst/>
                  <a:uLnTx/>
                  <a:uFillTx/>
                  <a:latin typeface="Verdana" panose="020B0604030504040204" pitchFamily="34" charset="0"/>
                  <a:ea typeface="Verdana" panose="020B0604030504040204" pitchFamily="34" charset="0"/>
                  <a:cs typeface="+mn-cs"/>
                </a:rPr>
                <a:t> API</a:t>
              </a:r>
              <a:endParaRPr kumimoji="0" lang="en-US" sz="800" b="0"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641" name="Rectangle 640">
              <a:extLst>
                <a:ext uri="{FF2B5EF4-FFF2-40B4-BE49-F238E27FC236}">
                  <a16:creationId xmlns:a16="http://schemas.microsoft.com/office/drawing/2014/main" id="{B33171E7-95E1-4FDF-AD23-26E460808B43}"/>
                </a:ext>
              </a:extLst>
            </p:cNvPr>
            <p:cNvSpPr/>
            <p:nvPr/>
          </p:nvSpPr>
          <p:spPr>
            <a:xfrm>
              <a:off x="8223206" y="5472356"/>
              <a:ext cx="691944" cy="299517"/>
            </a:xfrm>
            <a:prstGeom prst="rect">
              <a:avLst/>
            </a:prstGeom>
            <a:noFill/>
            <a:ln w="12700" cap="flat" cmpd="sng" algn="ctr">
              <a:no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N.A.</a:t>
              </a:r>
            </a:p>
          </p:txBody>
        </p:sp>
        <p:sp>
          <p:nvSpPr>
            <p:cNvPr id="642" name="Oval 641">
              <a:extLst>
                <a:ext uri="{FF2B5EF4-FFF2-40B4-BE49-F238E27FC236}">
                  <a16:creationId xmlns:a16="http://schemas.microsoft.com/office/drawing/2014/main" id="{8F774094-72B4-4598-A3F7-6527C44D957D}"/>
                </a:ext>
              </a:extLst>
            </p:cNvPr>
            <p:cNvSpPr/>
            <p:nvPr/>
          </p:nvSpPr>
          <p:spPr>
            <a:xfrm>
              <a:off x="2334785" y="5498126"/>
              <a:ext cx="216063" cy="247977"/>
            </a:xfrm>
            <a:prstGeom prst="ellipse">
              <a:avLst/>
            </a:prstGeom>
            <a:solidFill>
              <a:sysClr val="window" lastClr="FFFFFF"/>
            </a:solidFill>
            <a:ln w="6350" cap="flat" cmpd="sng" algn="ctr">
              <a:solidFill>
                <a:srgbClr val="44546A"/>
              </a:solidFill>
              <a:prstDash val="solid"/>
              <a:miter lim="800000"/>
            </a:ln>
            <a:effectLst/>
          </p:spPr>
          <p:txBody>
            <a:bodyPr lIns="3600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it-IT" sz="2000" b="1" i="0" u="none" strike="noStrike" kern="0" cap="none" spc="0" normalizeH="0" baseline="0" noProof="0" dirty="0">
                  <a:ln>
                    <a:solidFill>
                      <a:srgbClr val="000000"/>
                    </a:solidFill>
                  </a:ln>
                  <a:solidFill>
                    <a:srgbClr val="00F66F"/>
                  </a:solidFill>
                  <a:effectLst/>
                  <a:uLnTx/>
                  <a:uFillTx/>
                  <a:sym typeface="Wingdings" panose="05000000000000000000" pitchFamily="2" charset="2"/>
                </a:rPr>
                <a:t></a:t>
              </a:r>
              <a:endParaRPr kumimoji="0" lang="it-IT" sz="2000" b="1" i="0" u="none" strike="noStrike" kern="0" cap="none" spc="0" normalizeH="0" baseline="0" noProof="0" dirty="0">
                <a:ln>
                  <a:solidFill>
                    <a:srgbClr val="000000"/>
                  </a:solidFill>
                </a:ln>
                <a:solidFill>
                  <a:srgbClr val="00F66F"/>
                </a:solidFill>
                <a:effectLst/>
                <a:uLnTx/>
                <a:uFillTx/>
              </a:endParaRPr>
            </a:p>
          </p:txBody>
        </p:sp>
        <p:sp>
          <p:nvSpPr>
            <p:cNvPr id="643" name="Rectangle 642">
              <a:extLst>
                <a:ext uri="{FF2B5EF4-FFF2-40B4-BE49-F238E27FC236}">
                  <a16:creationId xmlns:a16="http://schemas.microsoft.com/office/drawing/2014/main" id="{FF7F29E7-7017-4455-AE07-92B477B76512}"/>
                </a:ext>
              </a:extLst>
            </p:cNvPr>
            <p:cNvSpPr/>
            <p:nvPr/>
          </p:nvSpPr>
          <p:spPr>
            <a:xfrm>
              <a:off x="10637921" y="5472356"/>
              <a:ext cx="691944" cy="299517"/>
            </a:xfrm>
            <a:prstGeom prst="rect">
              <a:avLst/>
            </a:prstGeom>
            <a:noFill/>
            <a:ln w="12700" cap="flat" cmpd="sng" algn="ctr">
              <a:no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N.A.</a:t>
              </a:r>
            </a:p>
          </p:txBody>
        </p:sp>
        <p:sp>
          <p:nvSpPr>
            <p:cNvPr id="644" name="Rectangle 643">
              <a:extLst>
                <a:ext uri="{FF2B5EF4-FFF2-40B4-BE49-F238E27FC236}">
                  <a16:creationId xmlns:a16="http://schemas.microsoft.com/office/drawing/2014/main" id="{493D5F70-820D-4591-B619-BF62AC360BD4}"/>
                </a:ext>
              </a:extLst>
            </p:cNvPr>
            <p:cNvSpPr/>
            <p:nvPr/>
          </p:nvSpPr>
          <p:spPr>
            <a:xfrm>
              <a:off x="3689034" y="5472356"/>
              <a:ext cx="691944" cy="299517"/>
            </a:xfrm>
            <a:prstGeom prst="rect">
              <a:avLst/>
            </a:prstGeom>
            <a:noFill/>
            <a:ln w="12700" cap="flat" cmpd="sng" algn="ctr">
              <a:no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N.A.</a:t>
              </a:r>
            </a:p>
          </p:txBody>
        </p:sp>
        <p:sp>
          <p:nvSpPr>
            <p:cNvPr id="645" name="Rectangle 644">
              <a:extLst>
                <a:ext uri="{FF2B5EF4-FFF2-40B4-BE49-F238E27FC236}">
                  <a16:creationId xmlns:a16="http://schemas.microsoft.com/office/drawing/2014/main" id="{C6D6F576-B145-479A-8658-93F7E9BB8A35}"/>
                </a:ext>
              </a:extLst>
            </p:cNvPr>
            <p:cNvSpPr/>
            <p:nvPr/>
          </p:nvSpPr>
          <p:spPr>
            <a:xfrm>
              <a:off x="6620816" y="5472356"/>
              <a:ext cx="691944" cy="299517"/>
            </a:xfrm>
            <a:prstGeom prst="rect">
              <a:avLst/>
            </a:prstGeom>
            <a:noFill/>
            <a:ln w="12700" cap="flat" cmpd="sng" algn="ctr">
              <a:no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N.A.</a:t>
              </a:r>
            </a:p>
          </p:txBody>
        </p:sp>
        <p:sp>
          <p:nvSpPr>
            <p:cNvPr id="646" name="Rectangle 645">
              <a:extLst>
                <a:ext uri="{FF2B5EF4-FFF2-40B4-BE49-F238E27FC236}">
                  <a16:creationId xmlns:a16="http://schemas.microsoft.com/office/drawing/2014/main" id="{1FAD5836-3157-4625-8927-15BCC6015A28}"/>
                </a:ext>
              </a:extLst>
            </p:cNvPr>
            <p:cNvSpPr/>
            <p:nvPr/>
          </p:nvSpPr>
          <p:spPr>
            <a:xfrm>
              <a:off x="9868236" y="5472356"/>
              <a:ext cx="691944" cy="299517"/>
            </a:xfrm>
            <a:prstGeom prst="rect">
              <a:avLst/>
            </a:prstGeom>
            <a:noFill/>
            <a:ln w="12700" cap="flat" cmpd="sng" algn="ctr">
              <a:no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N.A.</a:t>
              </a:r>
            </a:p>
          </p:txBody>
        </p:sp>
        <p:sp>
          <p:nvSpPr>
            <p:cNvPr id="647" name="Rectangle 646">
              <a:extLst>
                <a:ext uri="{FF2B5EF4-FFF2-40B4-BE49-F238E27FC236}">
                  <a16:creationId xmlns:a16="http://schemas.microsoft.com/office/drawing/2014/main" id="{2FC227D2-0B21-47EC-9A51-65F7266B65E8}"/>
                </a:ext>
              </a:extLst>
            </p:cNvPr>
            <p:cNvSpPr/>
            <p:nvPr/>
          </p:nvSpPr>
          <p:spPr>
            <a:xfrm>
              <a:off x="1326262" y="3237447"/>
              <a:ext cx="691945" cy="288000"/>
            </a:xfrm>
            <a:prstGeom prst="rect">
              <a:avLst/>
            </a:prstGeom>
            <a:solidFill>
              <a:schemeClr val="tx1">
                <a:lumMod val="20000"/>
                <a:lumOff val="80000"/>
              </a:schemeClr>
            </a:solidFill>
            <a:ln w="12700" cap="flat" cmpd="sng" algn="ctr">
              <a:no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0070C0"/>
                  </a:solidFill>
                  <a:effectLst/>
                  <a:uLnTx/>
                  <a:uFillTx/>
                  <a:latin typeface="Verdana" panose="020B0604030504040204" pitchFamily="34" charset="0"/>
                  <a:ea typeface="Verdana" panose="020B0604030504040204" pitchFamily="34" charset="0"/>
                  <a:cs typeface="+mn-cs"/>
                </a:rPr>
                <a:t>Batch</a:t>
              </a:r>
              <a:endParaRPr kumimoji="0" lang="en-US" sz="800" b="0"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648" name="Rectangle 647">
              <a:extLst>
                <a:ext uri="{FF2B5EF4-FFF2-40B4-BE49-F238E27FC236}">
                  <a16:creationId xmlns:a16="http://schemas.microsoft.com/office/drawing/2014/main" id="{7CCDF301-31C4-4D0D-86EE-21E2C4DDD68B}"/>
                </a:ext>
              </a:extLst>
            </p:cNvPr>
            <p:cNvSpPr/>
            <p:nvPr/>
          </p:nvSpPr>
          <p:spPr>
            <a:xfrm>
              <a:off x="1326262" y="3543988"/>
              <a:ext cx="691945" cy="288000"/>
            </a:xfrm>
            <a:prstGeom prst="rect">
              <a:avLst/>
            </a:prstGeom>
            <a:solidFill>
              <a:schemeClr val="tx1">
                <a:lumMod val="20000"/>
                <a:lumOff val="80000"/>
              </a:schemeClr>
            </a:solidFill>
            <a:ln w="12700" cap="flat" cmpd="sng" algn="ctr">
              <a:no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00B050"/>
                  </a:solidFill>
                  <a:effectLst/>
                  <a:uLnTx/>
                  <a:uFillTx/>
                  <a:latin typeface="Verdana" panose="020B0604030504040204" pitchFamily="34" charset="0"/>
                  <a:ea typeface="Verdana" panose="020B0604030504040204" pitchFamily="34" charset="0"/>
                  <a:cs typeface="+mn-cs"/>
                </a:rPr>
                <a:t>Online soap</a:t>
              </a:r>
              <a:r>
                <a:rPr kumimoji="0" lang="en-US" sz="800" b="0"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a:t>
              </a:r>
            </a:p>
          </p:txBody>
        </p:sp>
        <p:cxnSp>
          <p:nvCxnSpPr>
            <p:cNvPr id="649" name="Straight Connector 648">
              <a:extLst>
                <a:ext uri="{FF2B5EF4-FFF2-40B4-BE49-F238E27FC236}">
                  <a16:creationId xmlns:a16="http://schemas.microsoft.com/office/drawing/2014/main" id="{DA35E843-B97A-489A-B981-A5A2D8E745CF}"/>
                </a:ext>
              </a:extLst>
            </p:cNvPr>
            <p:cNvCxnSpPr>
              <a:cxnSpLocks/>
            </p:cNvCxnSpPr>
            <p:nvPr/>
          </p:nvCxnSpPr>
          <p:spPr>
            <a:xfrm>
              <a:off x="2151088" y="3534717"/>
              <a:ext cx="9174126" cy="0"/>
            </a:xfrm>
            <a:prstGeom prst="line">
              <a:avLst/>
            </a:prstGeom>
            <a:noFill/>
            <a:ln w="3175" cap="flat" cmpd="sng" algn="ctr">
              <a:solidFill>
                <a:sysClr val="window" lastClr="FFFFFF">
                  <a:lumMod val="75000"/>
                </a:sysClr>
              </a:solidFill>
              <a:prstDash val="dash"/>
              <a:miter lim="800000"/>
            </a:ln>
            <a:effectLst/>
          </p:spPr>
        </p:cxnSp>
        <p:sp>
          <p:nvSpPr>
            <p:cNvPr id="650" name="Rectangle 649">
              <a:extLst>
                <a:ext uri="{FF2B5EF4-FFF2-40B4-BE49-F238E27FC236}">
                  <a16:creationId xmlns:a16="http://schemas.microsoft.com/office/drawing/2014/main" id="{DAF02576-C3AF-45D8-9E83-2CC75F4BAD08}"/>
                </a:ext>
              </a:extLst>
            </p:cNvPr>
            <p:cNvSpPr/>
            <p:nvPr/>
          </p:nvSpPr>
          <p:spPr>
            <a:xfrm>
              <a:off x="5173675" y="3543988"/>
              <a:ext cx="691944" cy="288000"/>
            </a:xfrm>
            <a:prstGeom prst="rect">
              <a:avLst/>
            </a:prstGeom>
            <a:noFill/>
            <a:ln w="12700" cap="flat" cmpd="sng" algn="ctr">
              <a:no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N.A.</a:t>
              </a:r>
            </a:p>
          </p:txBody>
        </p:sp>
        <p:sp>
          <p:nvSpPr>
            <p:cNvPr id="651" name="Oval 650">
              <a:extLst>
                <a:ext uri="{FF2B5EF4-FFF2-40B4-BE49-F238E27FC236}">
                  <a16:creationId xmlns:a16="http://schemas.microsoft.com/office/drawing/2014/main" id="{D2AEDD76-4F2B-4A96-9460-30EF3562A15F}"/>
                </a:ext>
              </a:extLst>
            </p:cNvPr>
            <p:cNvSpPr/>
            <p:nvPr/>
          </p:nvSpPr>
          <p:spPr>
            <a:xfrm>
              <a:off x="2334785" y="3564000"/>
              <a:ext cx="216063" cy="247977"/>
            </a:xfrm>
            <a:prstGeom prst="ellipse">
              <a:avLst/>
            </a:prstGeom>
            <a:solidFill>
              <a:sysClr val="window" lastClr="FFFFFF"/>
            </a:solidFill>
            <a:ln w="6350" cap="flat" cmpd="sng" algn="ctr">
              <a:solidFill>
                <a:srgbClr val="44546A"/>
              </a:solidFill>
              <a:prstDash val="solid"/>
              <a:miter lim="800000"/>
            </a:ln>
            <a:effectLst/>
          </p:spPr>
          <p:txBody>
            <a:bodyPr lIns="3600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it-IT" sz="2000" b="1" i="0" u="none" strike="noStrike" kern="0" cap="none" spc="0" normalizeH="0" baseline="0" noProof="0" dirty="0">
                  <a:ln>
                    <a:solidFill>
                      <a:srgbClr val="000000"/>
                    </a:solidFill>
                  </a:ln>
                  <a:solidFill>
                    <a:srgbClr val="00F66F"/>
                  </a:solidFill>
                  <a:effectLst/>
                  <a:uLnTx/>
                  <a:uFillTx/>
                  <a:sym typeface="Wingdings" panose="05000000000000000000" pitchFamily="2" charset="2"/>
                </a:rPr>
                <a:t></a:t>
              </a:r>
              <a:endParaRPr kumimoji="0" lang="it-IT" sz="2000" b="1" i="0" u="none" strike="noStrike" kern="0" cap="none" spc="0" normalizeH="0" baseline="0" noProof="0" dirty="0">
                <a:ln>
                  <a:solidFill>
                    <a:srgbClr val="000000"/>
                  </a:solidFill>
                </a:ln>
                <a:solidFill>
                  <a:srgbClr val="00F66F"/>
                </a:solidFill>
                <a:effectLst/>
                <a:uLnTx/>
                <a:uFillTx/>
              </a:endParaRPr>
            </a:p>
          </p:txBody>
        </p:sp>
        <p:sp>
          <p:nvSpPr>
            <p:cNvPr id="652" name="Oval 651">
              <a:extLst>
                <a:ext uri="{FF2B5EF4-FFF2-40B4-BE49-F238E27FC236}">
                  <a16:creationId xmlns:a16="http://schemas.microsoft.com/office/drawing/2014/main" id="{138C20B6-F782-46DD-A989-575FA3B11A62}"/>
                </a:ext>
              </a:extLst>
            </p:cNvPr>
            <p:cNvSpPr/>
            <p:nvPr/>
          </p:nvSpPr>
          <p:spPr>
            <a:xfrm>
              <a:off x="3094268" y="3564000"/>
              <a:ext cx="216063" cy="247977"/>
            </a:xfrm>
            <a:prstGeom prst="ellipse">
              <a:avLst/>
            </a:prstGeom>
            <a:solidFill>
              <a:sysClr val="window" lastClr="FFFFFF"/>
            </a:solidFill>
            <a:ln w="6350" cap="flat" cmpd="sng" algn="ctr">
              <a:solidFill>
                <a:srgbClr val="44546A"/>
              </a:solidFill>
              <a:prstDash val="solid"/>
              <a:miter lim="800000"/>
            </a:ln>
            <a:effectLst/>
          </p:spPr>
          <p:txBody>
            <a:bodyPr lIns="3600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it-IT" sz="2000" b="1" i="0" u="none" strike="noStrike" kern="0" cap="none" spc="0" normalizeH="0" baseline="0" noProof="0" dirty="0">
                  <a:ln>
                    <a:solidFill>
                      <a:srgbClr val="000000"/>
                    </a:solidFill>
                  </a:ln>
                  <a:solidFill>
                    <a:srgbClr val="00F66F"/>
                  </a:solidFill>
                  <a:effectLst/>
                  <a:uLnTx/>
                  <a:uFillTx/>
                  <a:sym typeface="Wingdings" panose="05000000000000000000" pitchFamily="2" charset="2"/>
                </a:rPr>
                <a:t></a:t>
              </a:r>
              <a:endParaRPr kumimoji="0" lang="it-IT" sz="2000" b="1" i="0" u="none" strike="noStrike" kern="0" cap="none" spc="0" normalizeH="0" baseline="0" noProof="0" dirty="0">
                <a:ln>
                  <a:solidFill>
                    <a:srgbClr val="000000"/>
                  </a:solidFill>
                </a:ln>
                <a:solidFill>
                  <a:srgbClr val="00F66F"/>
                </a:solidFill>
                <a:effectLst/>
                <a:uLnTx/>
                <a:uFillTx/>
              </a:endParaRPr>
            </a:p>
          </p:txBody>
        </p:sp>
        <p:sp>
          <p:nvSpPr>
            <p:cNvPr id="653" name="Rectangle 652">
              <a:extLst>
                <a:ext uri="{FF2B5EF4-FFF2-40B4-BE49-F238E27FC236}">
                  <a16:creationId xmlns:a16="http://schemas.microsoft.com/office/drawing/2014/main" id="{EDDB9A20-C747-4419-9148-52E83664E949}"/>
                </a:ext>
              </a:extLst>
            </p:cNvPr>
            <p:cNvSpPr/>
            <p:nvPr/>
          </p:nvSpPr>
          <p:spPr>
            <a:xfrm>
              <a:off x="10637921" y="3543988"/>
              <a:ext cx="691944" cy="288000"/>
            </a:xfrm>
            <a:prstGeom prst="rect">
              <a:avLst/>
            </a:prstGeom>
            <a:noFill/>
            <a:ln w="12700" cap="flat" cmpd="sng" algn="ctr">
              <a:no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N.A.</a:t>
              </a:r>
            </a:p>
          </p:txBody>
        </p:sp>
        <p:sp>
          <p:nvSpPr>
            <p:cNvPr id="654" name="Rectangle 653">
              <a:extLst>
                <a:ext uri="{FF2B5EF4-FFF2-40B4-BE49-F238E27FC236}">
                  <a16:creationId xmlns:a16="http://schemas.microsoft.com/office/drawing/2014/main" id="{4084362F-7942-4D59-B2DA-8613221309B0}"/>
                </a:ext>
              </a:extLst>
            </p:cNvPr>
            <p:cNvSpPr/>
            <p:nvPr/>
          </p:nvSpPr>
          <p:spPr>
            <a:xfrm>
              <a:off x="9868236" y="3543988"/>
              <a:ext cx="691944" cy="288000"/>
            </a:xfrm>
            <a:prstGeom prst="rect">
              <a:avLst/>
            </a:prstGeom>
            <a:noFill/>
            <a:ln w="12700" cap="flat" cmpd="sng" algn="ctr">
              <a:no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N.A.</a:t>
              </a:r>
            </a:p>
          </p:txBody>
        </p:sp>
        <p:sp>
          <p:nvSpPr>
            <p:cNvPr id="655" name="Oval 654">
              <a:extLst>
                <a:ext uri="{FF2B5EF4-FFF2-40B4-BE49-F238E27FC236}">
                  <a16:creationId xmlns:a16="http://schemas.microsoft.com/office/drawing/2014/main" id="{50544666-8F3D-4B78-BA61-86E777605AAF}"/>
                </a:ext>
              </a:extLst>
            </p:cNvPr>
            <p:cNvSpPr/>
            <p:nvPr/>
          </p:nvSpPr>
          <p:spPr>
            <a:xfrm>
              <a:off x="2334785" y="3257459"/>
              <a:ext cx="216063" cy="247977"/>
            </a:xfrm>
            <a:prstGeom prst="ellipse">
              <a:avLst/>
            </a:prstGeom>
            <a:solidFill>
              <a:sysClr val="window" lastClr="FFFFFF"/>
            </a:solidFill>
            <a:ln w="6350" cap="flat" cmpd="sng" algn="ctr">
              <a:solidFill>
                <a:srgbClr val="44546A"/>
              </a:solidFill>
              <a:prstDash val="solid"/>
              <a:miter lim="800000"/>
            </a:ln>
            <a:effectLst/>
          </p:spPr>
          <p:txBody>
            <a:bodyPr lIns="3600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it-IT" sz="2000" b="1" i="0" u="none" strike="noStrike" kern="0" cap="none" spc="0" normalizeH="0" baseline="0" noProof="0" dirty="0">
                  <a:ln>
                    <a:solidFill>
                      <a:srgbClr val="000000"/>
                    </a:solidFill>
                  </a:ln>
                  <a:solidFill>
                    <a:srgbClr val="00F66F"/>
                  </a:solidFill>
                  <a:effectLst/>
                  <a:uLnTx/>
                  <a:uFillTx/>
                  <a:sym typeface="Wingdings" panose="05000000000000000000" pitchFamily="2" charset="2"/>
                </a:rPr>
                <a:t></a:t>
              </a:r>
              <a:endParaRPr kumimoji="0" lang="it-IT" sz="2000" b="1" i="0" u="none" strike="noStrike" kern="0" cap="none" spc="0" normalizeH="0" baseline="0" noProof="0" dirty="0">
                <a:ln>
                  <a:solidFill>
                    <a:srgbClr val="000000"/>
                  </a:solidFill>
                </a:ln>
                <a:solidFill>
                  <a:srgbClr val="00F66F"/>
                </a:solidFill>
                <a:effectLst/>
                <a:uLnTx/>
                <a:uFillTx/>
              </a:endParaRPr>
            </a:p>
          </p:txBody>
        </p:sp>
        <p:sp>
          <p:nvSpPr>
            <p:cNvPr id="656" name="Oval 655">
              <a:extLst>
                <a:ext uri="{FF2B5EF4-FFF2-40B4-BE49-F238E27FC236}">
                  <a16:creationId xmlns:a16="http://schemas.microsoft.com/office/drawing/2014/main" id="{84E02AAB-C24D-4131-8FEF-513A1FDCCF10}"/>
                </a:ext>
              </a:extLst>
            </p:cNvPr>
            <p:cNvSpPr/>
            <p:nvPr/>
          </p:nvSpPr>
          <p:spPr>
            <a:xfrm>
              <a:off x="3094268" y="3257459"/>
              <a:ext cx="216063" cy="247977"/>
            </a:xfrm>
            <a:prstGeom prst="ellipse">
              <a:avLst/>
            </a:prstGeom>
            <a:solidFill>
              <a:sysClr val="window" lastClr="FFFFFF"/>
            </a:solidFill>
            <a:ln w="6350" cap="flat" cmpd="sng" algn="ctr">
              <a:solidFill>
                <a:srgbClr val="44546A"/>
              </a:solidFill>
              <a:prstDash val="solid"/>
              <a:miter lim="800000"/>
            </a:ln>
            <a:effectLst/>
          </p:spPr>
          <p:txBody>
            <a:bodyPr lIns="3600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it-IT" sz="2000" b="1" i="0" u="none" strike="noStrike" kern="0" cap="none" spc="0" normalizeH="0" baseline="0" noProof="0" dirty="0">
                  <a:ln>
                    <a:solidFill>
                      <a:srgbClr val="000000"/>
                    </a:solidFill>
                  </a:ln>
                  <a:solidFill>
                    <a:srgbClr val="00F66F"/>
                  </a:solidFill>
                  <a:effectLst/>
                  <a:uLnTx/>
                  <a:uFillTx/>
                  <a:sym typeface="Wingdings" panose="05000000000000000000" pitchFamily="2" charset="2"/>
                </a:rPr>
                <a:t></a:t>
              </a:r>
              <a:endParaRPr kumimoji="0" lang="it-IT" sz="2000" b="1" i="0" u="none" strike="noStrike" kern="0" cap="none" spc="0" normalizeH="0" baseline="0" noProof="0" dirty="0">
                <a:ln>
                  <a:solidFill>
                    <a:srgbClr val="000000"/>
                  </a:solidFill>
                </a:ln>
                <a:solidFill>
                  <a:srgbClr val="00F66F"/>
                </a:solidFill>
                <a:effectLst/>
                <a:uLnTx/>
                <a:uFillTx/>
              </a:endParaRPr>
            </a:p>
          </p:txBody>
        </p:sp>
        <p:sp>
          <p:nvSpPr>
            <p:cNvPr id="657" name="Oval 656">
              <a:extLst>
                <a:ext uri="{FF2B5EF4-FFF2-40B4-BE49-F238E27FC236}">
                  <a16:creationId xmlns:a16="http://schemas.microsoft.com/office/drawing/2014/main" id="{27D168E7-7B28-4EEE-9D7B-6FE04E3E64D9}"/>
                </a:ext>
              </a:extLst>
            </p:cNvPr>
            <p:cNvSpPr/>
            <p:nvPr/>
          </p:nvSpPr>
          <p:spPr>
            <a:xfrm>
              <a:off x="3877384" y="3257459"/>
              <a:ext cx="216063" cy="247977"/>
            </a:xfrm>
            <a:prstGeom prst="ellipse">
              <a:avLst/>
            </a:prstGeom>
            <a:solidFill>
              <a:sysClr val="window" lastClr="FFFFFF"/>
            </a:solidFill>
            <a:ln w="6350" cap="flat" cmpd="sng" algn="ctr">
              <a:solidFill>
                <a:srgbClr val="44546A"/>
              </a:solidFill>
              <a:prstDash val="solid"/>
              <a:miter lim="800000"/>
            </a:ln>
            <a:effectLst/>
          </p:spPr>
          <p:txBody>
            <a:bodyPr lIns="3600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it-IT" sz="2000" b="1" i="0" u="none" strike="noStrike" kern="0" cap="none" spc="0" normalizeH="0" baseline="0" noProof="0" dirty="0">
                  <a:ln>
                    <a:solidFill>
                      <a:srgbClr val="000000"/>
                    </a:solidFill>
                  </a:ln>
                  <a:solidFill>
                    <a:srgbClr val="00F66F"/>
                  </a:solidFill>
                  <a:effectLst/>
                  <a:uLnTx/>
                  <a:uFillTx/>
                  <a:sym typeface="Wingdings" panose="05000000000000000000" pitchFamily="2" charset="2"/>
                </a:rPr>
                <a:t></a:t>
              </a:r>
              <a:endParaRPr kumimoji="0" lang="it-IT" sz="2000" b="1" i="0" u="none" strike="noStrike" kern="0" cap="none" spc="0" normalizeH="0" baseline="0" noProof="0" dirty="0">
                <a:ln>
                  <a:solidFill>
                    <a:srgbClr val="000000"/>
                  </a:solidFill>
                </a:ln>
                <a:solidFill>
                  <a:srgbClr val="00F66F"/>
                </a:solidFill>
                <a:effectLst/>
                <a:uLnTx/>
                <a:uFillTx/>
              </a:endParaRPr>
            </a:p>
          </p:txBody>
        </p:sp>
        <p:sp>
          <p:nvSpPr>
            <p:cNvPr id="658" name="Rectangle 657">
              <a:extLst>
                <a:ext uri="{FF2B5EF4-FFF2-40B4-BE49-F238E27FC236}">
                  <a16:creationId xmlns:a16="http://schemas.microsoft.com/office/drawing/2014/main" id="{4A3A5C7A-8D41-4B7A-AF34-7AFDE20D1A90}"/>
                </a:ext>
              </a:extLst>
            </p:cNvPr>
            <p:cNvSpPr/>
            <p:nvPr/>
          </p:nvSpPr>
          <p:spPr>
            <a:xfrm>
              <a:off x="10637921" y="3237447"/>
              <a:ext cx="691944" cy="288000"/>
            </a:xfrm>
            <a:prstGeom prst="rect">
              <a:avLst/>
            </a:prstGeom>
            <a:noFill/>
            <a:ln w="12700" cap="flat" cmpd="sng" algn="ctr">
              <a:no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N.A.</a:t>
              </a:r>
            </a:p>
          </p:txBody>
        </p:sp>
        <p:sp>
          <p:nvSpPr>
            <p:cNvPr id="659" name="Oval 658">
              <a:extLst>
                <a:ext uri="{FF2B5EF4-FFF2-40B4-BE49-F238E27FC236}">
                  <a16:creationId xmlns:a16="http://schemas.microsoft.com/office/drawing/2014/main" id="{0906FE5D-79D1-45FA-B489-8BB8C03F1C28}"/>
                </a:ext>
              </a:extLst>
            </p:cNvPr>
            <p:cNvSpPr/>
            <p:nvPr/>
          </p:nvSpPr>
          <p:spPr>
            <a:xfrm>
              <a:off x="8463472" y="3257459"/>
              <a:ext cx="216063" cy="247977"/>
            </a:xfrm>
            <a:prstGeom prst="ellipse">
              <a:avLst/>
            </a:prstGeom>
            <a:solidFill>
              <a:sysClr val="window" lastClr="FFFFFF"/>
            </a:solidFill>
            <a:ln w="6350" cap="flat" cmpd="sng" algn="ctr">
              <a:solidFill>
                <a:srgbClr val="44546A"/>
              </a:solidFill>
              <a:prstDash val="solid"/>
              <a:miter lim="800000"/>
            </a:ln>
            <a:effectLst/>
          </p:spPr>
          <p:txBody>
            <a:bodyPr lIns="3600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it-IT" sz="2000" b="1" i="0" u="none" strike="noStrike" kern="0" cap="none" spc="0" normalizeH="0" baseline="0" noProof="0" dirty="0">
                  <a:ln>
                    <a:solidFill>
                      <a:srgbClr val="000000"/>
                    </a:solidFill>
                  </a:ln>
                  <a:solidFill>
                    <a:srgbClr val="00F66F"/>
                  </a:solidFill>
                  <a:effectLst/>
                  <a:uLnTx/>
                  <a:uFillTx/>
                  <a:sym typeface="Wingdings" panose="05000000000000000000" pitchFamily="2" charset="2"/>
                </a:rPr>
                <a:t></a:t>
              </a:r>
              <a:endParaRPr kumimoji="0" lang="it-IT" sz="2000" b="1" i="0" u="none" strike="noStrike" kern="0" cap="none" spc="0" normalizeH="0" baseline="0" noProof="0" dirty="0">
                <a:ln>
                  <a:solidFill>
                    <a:srgbClr val="000000"/>
                  </a:solidFill>
                </a:ln>
                <a:solidFill>
                  <a:srgbClr val="00F66F"/>
                </a:solidFill>
                <a:effectLst/>
                <a:uLnTx/>
                <a:uFillTx/>
              </a:endParaRPr>
            </a:p>
          </p:txBody>
        </p:sp>
        <p:sp>
          <p:nvSpPr>
            <p:cNvPr id="660" name="Rectangle 659">
              <a:extLst>
                <a:ext uri="{FF2B5EF4-FFF2-40B4-BE49-F238E27FC236}">
                  <a16:creationId xmlns:a16="http://schemas.microsoft.com/office/drawing/2014/main" id="{0C5F6C1A-A591-4536-A5CF-0467E3AAFD90}"/>
                </a:ext>
              </a:extLst>
            </p:cNvPr>
            <p:cNvSpPr/>
            <p:nvPr/>
          </p:nvSpPr>
          <p:spPr>
            <a:xfrm>
              <a:off x="9868236" y="3237447"/>
              <a:ext cx="691944" cy="288000"/>
            </a:xfrm>
            <a:prstGeom prst="rect">
              <a:avLst/>
            </a:prstGeom>
            <a:noFill/>
            <a:ln w="12700" cap="flat" cmpd="sng" algn="ctr">
              <a:no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N.A.</a:t>
              </a:r>
            </a:p>
          </p:txBody>
        </p:sp>
        <p:sp>
          <p:nvSpPr>
            <p:cNvPr id="661" name="Rectangle 660">
              <a:extLst>
                <a:ext uri="{FF2B5EF4-FFF2-40B4-BE49-F238E27FC236}">
                  <a16:creationId xmlns:a16="http://schemas.microsoft.com/office/drawing/2014/main" id="{9EC13770-FC4B-450D-AF26-D4E07E14BBAD}"/>
                </a:ext>
              </a:extLst>
            </p:cNvPr>
            <p:cNvSpPr/>
            <p:nvPr/>
          </p:nvSpPr>
          <p:spPr>
            <a:xfrm>
              <a:off x="6620815" y="3237447"/>
              <a:ext cx="691944" cy="288000"/>
            </a:xfrm>
            <a:prstGeom prst="rect">
              <a:avLst/>
            </a:prstGeom>
            <a:noFill/>
            <a:ln w="12700" cap="flat" cmpd="sng" algn="ctr">
              <a:no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N.A.</a:t>
              </a:r>
            </a:p>
          </p:txBody>
        </p:sp>
        <p:sp>
          <p:nvSpPr>
            <p:cNvPr id="662" name="Oval 661">
              <a:extLst>
                <a:ext uri="{FF2B5EF4-FFF2-40B4-BE49-F238E27FC236}">
                  <a16:creationId xmlns:a16="http://schemas.microsoft.com/office/drawing/2014/main" id="{806094EF-F4CD-4E74-B092-F528F4062280}"/>
                </a:ext>
              </a:extLst>
            </p:cNvPr>
            <p:cNvSpPr/>
            <p:nvPr/>
          </p:nvSpPr>
          <p:spPr>
            <a:xfrm>
              <a:off x="5362024" y="3257459"/>
              <a:ext cx="216063" cy="247977"/>
            </a:xfrm>
            <a:prstGeom prst="ellipse">
              <a:avLst/>
            </a:prstGeom>
            <a:solidFill>
              <a:sysClr val="window" lastClr="FFFFFF"/>
            </a:solidFill>
            <a:ln w="6350" cap="flat" cmpd="sng" algn="ctr">
              <a:solidFill>
                <a:srgbClr val="44546A"/>
              </a:solidFill>
              <a:prstDash val="solid"/>
              <a:miter lim="800000"/>
            </a:ln>
            <a:effectLst/>
          </p:spPr>
          <p:txBody>
            <a:bodyPr lIns="3600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it-IT" sz="2000" b="1" i="0" u="none" strike="noStrike" kern="0" cap="none" spc="0" normalizeH="0" baseline="0" noProof="0" dirty="0">
                  <a:ln>
                    <a:solidFill>
                      <a:srgbClr val="000000"/>
                    </a:solidFill>
                  </a:ln>
                  <a:solidFill>
                    <a:srgbClr val="00F66F"/>
                  </a:solidFill>
                  <a:effectLst/>
                  <a:uLnTx/>
                  <a:uFillTx/>
                  <a:sym typeface="Wingdings" panose="05000000000000000000" pitchFamily="2" charset="2"/>
                </a:rPr>
                <a:t></a:t>
              </a:r>
              <a:endParaRPr kumimoji="0" lang="it-IT" sz="2000" b="1" i="0" u="none" strike="noStrike" kern="0" cap="none" spc="0" normalizeH="0" baseline="0" noProof="0" dirty="0">
                <a:ln>
                  <a:solidFill>
                    <a:srgbClr val="000000"/>
                  </a:solidFill>
                </a:ln>
                <a:solidFill>
                  <a:srgbClr val="00F66F"/>
                </a:solidFill>
                <a:effectLst/>
                <a:uLnTx/>
                <a:uFillTx/>
              </a:endParaRPr>
            </a:p>
          </p:txBody>
        </p:sp>
        <p:sp>
          <p:nvSpPr>
            <p:cNvPr id="663" name="Rectangle 662">
              <a:extLst>
                <a:ext uri="{FF2B5EF4-FFF2-40B4-BE49-F238E27FC236}">
                  <a16:creationId xmlns:a16="http://schemas.microsoft.com/office/drawing/2014/main" id="{6E1EA79C-E9FE-4A1A-8FC2-75964E065A26}"/>
                </a:ext>
              </a:extLst>
            </p:cNvPr>
            <p:cNvSpPr/>
            <p:nvPr/>
          </p:nvSpPr>
          <p:spPr>
            <a:xfrm>
              <a:off x="6620815" y="3543988"/>
              <a:ext cx="691944" cy="288000"/>
            </a:xfrm>
            <a:prstGeom prst="rect">
              <a:avLst/>
            </a:prstGeom>
            <a:noFill/>
            <a:ln w="12700" cap="flat" cmpd="sng" algn="ctr">
              <a:no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N.A.</a:t>
              </a:r>
            </a:p>
          </p:txBody>
        </p:sp>
        <p:sp>
          <p:nvSpPr>
            <p:cNvPr id="664" name="Oval 663">
              <a:extLst>
                <a:ext uri="{FF2B5EF4-FFF2-40B4-BE49-F238E27FC236}">
                  <a16:creationId xmlns:a16="http://schemas.microsoft.com/office/drawing/2014/main" id="{0D9A0802-1D38-41D0-AB0E-EBC7759DA515}"/>
                </a:ext>
              </a:extLst>
            </p:cNvPr>
            <p:cNvSpPr/>
            <p:nvPr/>
          </p:nvSpPr>
          <p:spPr>
            <a:xfrm>
              <a:off x="8463472" y="3564000"/>
              <a:ext cx="216063" cy="247977"/>
            </a:xfrm>
            <a:prstGeom prst="ellipse">
              <a:avLst/>
            </a:prstGeom>
            <a:solidFill>
              <a:sysClr val="window" lastClr="FFFFFF"/>
            </a:solidFill>
            <a:ln w="6350" cap="flat" cmpd="sng" algn="ctr">
              <a:solidFill>
                <a:srgbClr val="44546A"/>
              </a:solidFill>
              <a:prstDash val="solid"/>
              <a:miter lim="800000"/>
            </a:ln>
            <a:effectLst/>
          </p:spPr>
          <p:txBody>
            <a:bodyPr lIns="3600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it-IT" sz="2000" b="1" i="0" u="none" strike="noStrike" kern="0" cap="none" spc="0" normalizeH="0" baseline="0" noProof="0" dirty="0">
                  <a:ln>
                    <a:solidFill>
                      <a:srgbClr val="000000"/>
                    </a:solidFill>
                  </a:ln>
                  <a:solidFill>
                    <a:srgbClr val="00F66F"/>
                  </a:solidFill>
                  <a:effectLst/>
                  <a:uLnTx/>
                  <a:uFillTx/>
                  <a:sym typeface="Wingdings" panose="05000000000000000000" pitchFamily="2" charset="2"/>
                </a:rPr>
                <a:t></a:t>
              </a:r>
              <a:endParaRPr kumimoji="0" lang="it-IT" sz="2000" b="1" i="0" u="none" strike="noStrike" kern="0" cap="none" spc="0" normalizeH="0" baseline="0" noProof="0" dirty="0">
                <a:ln>
                  <a:solidFill>
                    <a:srgbClr val="000000"/>
                  </a:solidFill>
                </a:ln>
                <a:solidFill>
                  <a:srgbClr val="00F66F"/>
                </a:solidFill>
                <a:effectLst/>
                <a:uLnTx/>
                <a:uFillTx/>
              </a:endParaRPr>
            </a:p>
          </p:txBody>
        </p:sp>
        <p:sp>
          <p:nvSpPr>
            <p:cNvPr id="665" name="Oval 664">
              <a:extLst>
                <a:ext uri="{FF2B5EF4-FFF2-40B4-BE49-F238E27FC236}">
                  <a16:creationId xmlns:a16="http://schemas.microsoft.com/office/drawing/2014/main" id="{EC182626-FC9E-4564-A11A-47323B019424}"/>
                </a:ext>
              </a:extLst>
            </p:cNvPr>
            <p:cNvSpPr/>
            <p:nvPr/>
          </p:nvSpPr>
          <p:spPr>
            <a:xfrm>
              <a:off x="3872803" y="3598494"/>
              <a:ext cx="225223" cy="229634"/>
            </a:xfrm>
            <a:prstGeom prst="ellipse">
              <a:avLst/>
            </a:prstGeom>
            <a:solidFill>
              <a:sysClr val="window" lastClr="FFFFFF"/>
            </a:solidFill>
            <a:ln w="6350" cap="flat" cmpd="sng" algn="ctr">
              <a:solidFill>
                <a:srgbClr val="44546A"/>
              </a:solidFill>
              <a:prstDash val="solid"/>
              <a:miter lim="800000"/>
            </a:ln>
            <a:effectLst/>
          </p:spPr>
          <p:txBody>
            <a:bodyPr lIns="3600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it-IT" sz="2000" b="1" i="0" u="none" strike="noStrike" kern="0" cap="none" spc="0" normalizeH="0" baseline="0" noProof="0" dirty="0">
                  <a:ln>
                    <a:solidFill>
                      <a:srgbClr val="000000"/>
                    </a:solidFill>
                  </a:ln>
                  <a:solidFill>
                    <a:srgbClr val="00F66F"/>
                  </a:solidFill>
                  <a:effectLst/>
                  <a:uLnTx/>
                  <a:uFillTx/>
                  <a:sym typeface="Wingdings" panose="05000000000000000000" pitchFamily="2" charset="2"/>
                </a:rPr>
                <a:t></a:t>
              </a:r>
              <a:endParaRPr kumimoji="0" lang="it-IT" sz="2000" b="1" i="0" u="none" strike="noStrike" kern="0" cap="none" spc="0" normalizeH="0" baseline="0" noProof="0" dirty="0">
                <a:ln>
                  <a:solidFill>
                    <a:srgbClr val="000000"/>
                  </a:solidFill>
                </a:ln>
                <a:solidFill>
                  <a:srgbClr val="00F66F"/>
                </a:solidFill>
                <a:effectLst/>
                <a:uLnTx/>
                <a:uFillTx/>
              </a:endParaRPr>
            </a:p>
          </p:txBody>
        </p:sp>
        <p:sp>
          <p:nvSpPr>
            <p:cNvPr id="666" name="Rectangle 665">
              <a:extLst>
                <a:ext uri="{FF2B5EF4-FFF2-40B4-BE49-F238E27FC236}">
                  <a16:creationId xmlns:a16="http://schemas.microsoft.com/office/drawing/2014/main" id="{8792A44E-0BA3-459E-B26C-27270079CB55}"/>
                </a:ext>
              </a:extLst>
            </p:cNvPr>
            <p:cNvSpPr/>
            <p:nvPr/>
          </p:nvSpPr>
          <p:spPr>
            <a:xfrm>
              <a:off x="4403376" y="976831"/>
              <a:ext cx="687292" cy="607992"/>
            </a:xfrm>
            <a:prstGeom prst="rect">
              <a:avLst/>
            </a:prstGeom>
            <a:noFill/>
            <a:ln w="12700" cap="flat" cmpd="sng" algn="ctr">
              <a:noFill/>
              <a:prstDash val="solid"/>
              <a:miter lim="800000"/>
            </a:ln>
            <a:effectLst/>
          </p:spPr>
          <p:txBody>
            <a:bodyPr vert="horz"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it-IT" sz="900" b="1" i="0" u="none" strike="noStrike" kern="0" cap="none" spc="0" normalizeH="0" baseline="0" noProof="0" dirty="0">
                  <a:ln>
                    <a:noFill/>
                  </a:ln>
                  <a:solidFill>
                    <a:srgbClr val="44546A"/>
                  </a:solidFill>
                  <a:effectLst/>
                  <a:uLnTx/>
                  <a:uFillTx/>
                  <a:latin typeface="Verdana" panose="020B0604030504040204" pitchFamily="34" charset="0"/>
                  <a:ea typeface="Verdana" panose="020B0604030504040204" pitchFamily="34" charset="0"/>
                </a:rPr>
                <a:t>Repository Centrale</a:t>
              </a:r>
              <a:endParaRPr kumimoji="0" lang="it-IT" sz="900" b="1" i="0" u="none" strike="noStrike" kern="0" cap="none" spc="0" normalizeH="0" baseline="0" noProof="0" dirty="0">
                <a:ln>
                  <a:noFill/>
                </a:ln>
                <a:solidFill>
                  <a:srgbClr val="44546A"/>
                </a:solidFill>
                <a:effectLst/>
                <a:uLnTx/>
                <a:uFillTx/>
                <a:latin typeface="Verdana" panose="020B0604030504040204" pitchFamily="34" charset="0"/>
                <a:ea typeface="Verdana" panose="020B0604030504040204" pitchFamily="34" charset="0"/>
                <a:sym typeface="Wingdings" panose="05000000000000000000" pitchFamily="2" charset="2"/>
              </a:endParaRPr>
            </a:p>
          </p:txBody>
        </p:sp>
        <p:cxnSp>
          <p:nvCxnSpPr>
            <p:cNvPr id="667" name="Straight Connector 666">
              <a:extLst>
                <a:ext uri="{FF2B5EF4-FFF2-40B4-BE49-F238E27FC236}">
                  <a16:creationId xmlns:a16="http://schemas.microsoft.com/office/drawing/2014/main" id="{54EB226F-7B64-426A-AF79-6E74515EEA76}"/>
                </a:ext>
              </a:extLst>
            </p:cNvPr>
            <p:cNvCxnSpPr>
              <a:cxnSpLocks/>
            </p:cNvCxnSpPr>
            <p:nvPr/>
          </p:nvCxnSpPr>
          <p:spPr>
            <a:xfrm>
              <a:off x="4430904" y="1584825"/>
              <a:ext cx="687292" cy="0"/>
            </a:xfrm>
            <a:prstGeom prst="line">
              <a:avLst/>
            </a:prstGeom>
            <a:noFill/>
            <a:ln w="12700" cap="flat" cmpd="sng" algn="ctr">
              <a:solidFill>
                <a:sysClr val="windowText" lastClr="000000"/>
              </a:solidFill>
              <a:prstDash val="solid"/>
              <a:miter lim="800000"/>
            </a:ln>
            <a:effectLst/>
          </p:spPr>
        </p:cxnSp>
        <p:sp>
          <p:nvSpPr>
            <p:cNvPr id="668" name="Oval 667">
              <a:extLst>
                <a:ext uri="{FF2B5EF4-FFF2-40B4-BE49-F238E27FC236}">
                  <a16:creationId xmlns:a16="http://schemas.microsoft.com/office/drawing/2014/main" id="{FA8CD41A-8AFB-4EB5-8CF0-87E20B124EA9}"/>
                </a:ext>
              </a:extLst>
            </p:cNvPr>
            <p:cNvSpPr/>
            <p:nvPr/>
          </p:nvSpPr>
          <p:spPr>
            <a:xfrm>
              <a:off x="4619253" y="1906507"/>
              <a:ext cx="216063" cy="247977"/>
            </a:xfrm>
            <a:prstGeom prst="ellipse">
              <a:avLst/>
            </a:prstGeom>
            <a:solidFill>
              <a:sysClr val="window" lastClr="FFFFFF"/>
            </a:solidFill>
            <a:ln w="6350" cap="flat" cmpd="sng" algn="ctr">
              <a:solidFill>
                <a:srgbClr val="44546A"/>
              </a:solidFill>
              <a:prstDash val="solid"/>
              <a:miter lim="800000"/>
            </a:ln>
            <a:effectLst/>
          </p:spPr>
          <p:txBody>
            <a:bodyPr lIns="3600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it-IT" sz="2000" b="1" i="0" u="none" strike="noStrike" kern="0" cap="none" spc="0" normalizeH="0" baseline="0" noProof="0" dirty="0">
                  <a:ln>
                    <a:solidFill>
                      <a:srgbClr val="000000"/>
                    </a:solidFill>
                  </a:ln>
                  <a:solidFill>
                    <a:srgbClr val="00F66F"/>
                  </a:solidFill>
                  <a:effectLst/>
                  <a:uLnTx/>
                  <a:uFillTx/>
                  <a:sym typeface="Wingdings" panose="05000000000000000000" pitchFamily="2" charset="2"/>
                </a:rPr>
                <a:t></a:t>
              </a:r>
              <a:endParaRPr kumimoji="0" lang="it-IT" sz="2000" b="1" i="0" u="none" strike="noStrike" kern="0" cap="none" spc="0" normalizeH="0" baseline="0" noProof="0" dirty="0">
                <a:ln>
                  <a:solidFill>
                    <a:srgbClr val="000000"/>
                  </a:solidFill>
                </a:ln>
                <a:solidFill>
                  <a:srgbClr val="00F66F"/>
                </a:solidFill>
                <a:effectLst/>
                <a:uLnTx/>
                <a:uFillTx/>
              </a:endParaRPr>
            </a:p>
          </p:txBody>
        </p:sp>
        <p:sp>
          <p:nvSpPr>
            <p:cNvPr id="669" name="Oval 668">
              <a:extLst>
                <a:ext uri="{FF2B5EF4-FFF2-40B4-BE49-F238E27FC236}">
                  <a16:creationId xmlns:a16="http://schemas.microsoft.com/office/drawing/2014/main" id="{43839297-64E8-4BA0-A463-B8C0993B09C9}"/>
                </a:ext>
              </a:extLst>
            </p:cNvPr>
            <p:cNvSpPr/>
            <p:nvPr/>
          </p:nvSpPr>
          <p:spPr>
            <a:xfrm>
              <a:off x="4619253" y="2658618"/>
              <a:ext cx="216063" cy="247977"/>
            </a:xfrm>
            <a:prstGeom prst="ellipse">
              <a:avLst/>
            </a:prstGeom>
            <a:solidFill>
              <a:sysClr val="window" lastClr="FFFFFF"/>
            </a:solidFill>
            <a:ln w="6350" cap="flat" cmpd="sng" algn="ctr">
              <a:solidFill>
                <a:srgbClr val="44546A"/>
              </a:solidFill>
              <a:prstDash val="solid"/>
              <a:miter lim="800000"/>
            </a:ln>
            <a:effectLst/>
          </p:spPr>
          <p:txBody>
            <a:bodyPr lIns="3600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it-IT" sz="2000" b="1" i="0" u="none" strike="noStrike" kern="0" cap="none" spc="0" normalizeH="0" baseline="0" noProof="0" dirty="0">
                  <a:ln>
                    <a:solidFill>
                      <a:srgbClr val="000000"/>
                    </a:solidFill>
                  </a:ln>
                  <a:solidFill>
                    <a:srgbClr val="00F66F"/>
                  </a:solidFill>
                  <a:effectLst/>
                  <a:uLnTx/>
                  <a:uFillTx/>
                  <a:sym typeface="Wingdings" panose="05000000000000000000" pitchFamily="2" charset="2"/>
                </a:rPr>
                <a:t></a:t>
              </a:r>
              <a:endParaRPr kumimoji="0" lang="it-IT" sz="2000" b="1" i="0" u="none" strike="noStrike" kern="0" cap="none" spc="0" normalizeH="0" baseline="0" noProof="0" dirty="0">
                <a:ln>
                  <a:solidFill>
                    <a:srgbClr val="000000"/>
                  </a:solidFill>
                </a:ln>
                <a:solidFill>
                  <a:srgbClr val="00F66F"/>
                </a:solidFill>
                <a:effectLst/>
                <a:uLnTx/>
                <a:uFillTx/>
              </a:endParaRPr>
            </a:p>
          </p:txBody>
        </p:sp>
        <p:sp>
          <p:nvSpPr>
            <p:cNvPr id="670" name="Rectangle 669">
              <a:extLst>
                <a:ext uri="{FF2B5EF4-FFF2-40B4-BE49-F238E27FC236}">
                  <a16:creationId xmlns:a16="http://schemas.microsoft.com/office/drawing/2014/main" id="{96D17363-2B38-4F01-830A-4FA0FED510A3}"/>
                </a:ext>
              </a:extLst>
            </p:cNvPr>
            <p:cNvSpPr/>
            <p:nvPr/>
          </p:nvSpPr>
          <p:spPr>
            <a:xfrm>
              <a:off x="4430903" y="5472356"/>
              <a:ext cx="691944" cy="299517"/>
            </a:xfrm>
            <a:prstGeom prst="rect">
              <a:avLst/>
            </a:prstGeom>
            <a:noFill/>
            <a:ln w="12700" cap="flat" cmpd="sng" algn="ctr">
              <a:no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N.A.</a:t>
              </a:r>
            </a:p>
          </p:txBody>
        </p:sp>
        <p:sp>
          <p:nvSpPr>
            <p:cNvPr id="671" name="Oval 670">
              <a:extLst>
                <a:ext uri="{FF2B5EF4-FFF2-40B4-BE49-F238E27FC236}">
                  <a16:creationId xmlns:a16="http://schemas.microsoft.com/office/drawing/2014/main" id="{B0B9BB2C-C2BA-4C7A-A247-AD1B3230D77B}"/>
                </a:ext>
              </a:extLst>
            </p:cNvPr>
            <p:cNvSpPr/>
            <p:nvPr/>
          </p:nvSpPr>
          <p:spPr>
            <a:xfrm>
              <a:off x="4619253" y="3257459"/>
              <a:ext cx="216063" cy="247977"/>
            </a:xfrm>
            <a:prstGeom prst="ellipse">
              <a:avLst/>
            </a:prstGeom>
            <a:solidFill>
              <a:sysClr val="window" lastClr="FFFFFF"/>
            </a:solidFill>
            <a:ln w="6350" cap="flat" cmpd="sng" algn="ctr">
              <a:solidFill>
                <a:srgbClr val="44546A"/>
              </a:solidFill>
              <a:prstDash val="solid"/>
              <a:miter lim="800000"/>
            </a:ln>
            <a:effectLst/>
          </p:spPr>
          <p:txBody>
            <a:bodyPr lIns="3600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it-IT" sz="2000" b="1" i="0" u="none" strike="noStrike" kern="0" cap="none" spc="0" normalizeH="0" baseline="0" noProof="0" dirty="0">
                  <a:ln>
                    <a:solidFill>
                      <a:srgbClr val="000000"/>
                    </a:solidFill>
                  </a:ln>
                  <a:solidFill>
                    <a:srgbClr val="00F66F"/>
                  </a:solidFill>
                  <a:effectLst/>
                  <a:uLnTx/>
                  <a:uFillTx/>
                  <a:sym typeface="Wingdings" panose="05000000000000000000" pitchFamily="2" charset="2"/>
                </a:rPr>
                <a:t></a:t>
              </a:r>
              <a:endParaRPr kumimoji="0" lang="it-IT" sz="2000" b="1" i="0" u="none" strike="noStrike" kern="0" cap="none" spc="0" normalizeH="0" baseline="0" noProof="0" dirty="0">
                <a:ln>
                  <a:solidFill>
                    <a:srgbClr val="000000"/>
                  </a:solidFill>
                </a:ln>
                <a:solidFill>
                  <a:srgbClr val="00F66F"/>
                </a:solidFill>
                <a:effectLst/>
                <a:uLnTx/>
                <a:uFillTx/>
              </a:endParaRPr>
            </a:p>
          </p:txBody>
        </p:sp>
        <p:sp>
          <p:nvSpPr>
            <p:cNvPr id="672" name="Rectangle 671">
              <a:extLst>
                <a:ext uri="{FF2B5EF4-FFF2-40B4-BE49-F238E27FC236}">
                  <a16:creationId xmlns:a16="http://schemas.microsoft.com/office/drawing/2014/main" id="{7FFBC28E-A695-41D5-99CC-1CFE302F2E42}"/>
                </a:ext>
              </a:extLst>
            </p:cNvPr>
            <p:cNvSpPr/>
            <p:nvPr/>
          </p:nvSpPr>
          <p:spPr>
            <a:xfrm>
              <a:off x="4433229" y="3543988"/>
              <a:ext cx="687292" cy="288000"/>
            </a:xfrm>
            <a:prstGeom prst="rect">
              <a:avLst/>
            </a:prstGeom>
            <a:noFill/>
            <a:ln w="12700" cap="flat" cmpd="sng" algn="ctr">
              <a:no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N.A.</a:t>
              </a:r>
            </a:p>
          </p:txBody>
        </p:sp>
        <p:sp>
          <p:nvSpPr>
            <p:cNvPr id="673" name="Rectangle 672">
              <a:extLst>
                <a:ext uri="{FF2B5EF4-FFF2-40B4-BE49-F238E27FC236}">
                  <a16:creationId xmlns:a16="http://schemas.microsoft.com/office/drawing/2014/main" id="{2342FC2E-CAC0-4BA6-A502-7EFD71836820}"/>
                </a:ext>
              </a:extLst>
            </p:cNvPr>
            <p:cNvSpPr/>
            <p:nvPr/>
          </p:nvSpPr>
          <p:spPr>
            <a:xfrm>
              <a:off x="2903593" y="5472356"/>
              <a:ext cx="687292" cy="299517"/>
            </a:xfrm>
            <a:prstGeom prst="rect">
              <a:avLst/>
            </a:prstGeom>
            <a:noFill/>
            <a:ln w="12700" cap="flat" cmpd="sng" algn="ctr">
              <a:no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N.A.</a:t>
              </a:r>
            </a:p>
          </p:txBody>
        </p:sp>
        <p:sp>
          <p:nvSpPr>
            <p:cNvPr id="674" name="Rectangle 673">
              <a:extLst>
                <a:ext uri="{FF2B5EF4-FFF2-40B4-BE49-F238E27FC236}">
                  <a16:creationId xmlns:a16="http://schemas.microsoft.com/office/drawing/2014/main" id="{3A98E7B2-A4E3-42D1-BCBE-60ACDCF8C1F3}"/>
                </a:ext>
              </a:extLst>
            </p:cNvPr>
            <p:cNvSpPr/>
            <p:nvPr/>
          </p:nvSpPr>
          <p:spPr>
            <a:xfrm>
              <a:off x="5169022" y="5432624"/>
              <a:ext cx="691944" cy="299517"/>
            </a:xfrm>
            <a:prstGeom prst="rect">
              <a:avLst/>
            </a:prstGeom>
            <a:noFill/>
            <a:ln w="12700" cap="flat" cmpd="sng" algn="ctr">
              <a:no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N.A.</a:t>
              </a:r>
            </a:p>
          </p:txBody>
        </p:sp>
        <p:sp>
          <p:nvSpPr>
            <p:cNvPr id="675" name="Rectangle 674">
              <a:extLst>
                <a:ext uri="{FF2B5EF4-FFF2-40B4-BE49-F238E27FC236}">
                  <a16:creationId xmlns:a16="http://schemas.microsoft.com/office/drawing/2014/main" id="{CE600C40-6E68-43FF-9937-544B3B1B0DC7}"/>
                </a:ext>
              </a:extLst>
            </p:cNvPr>
            <p:cNvSpPr/>
            <p:nvPr/>
          </p:nvSpPr>
          <p:spPr>
            <a:xfrm>
              <a:off x="1336716" y="5782917"/>
              <a:ext cx="691945" cy="287996"/>
            </a:xfrm>
            <a:prstGeom prst="rect">
              <a:avLst/>
            </a:prstGeom>
            <a:solidFill>
              <a:schemeClr val="tx1">
                <a:lumMod val="20000"/>
                <a:lumOff val="80000"/>
              </a:schemeClr>
            </a:solidFill>
            <a:ln w="12700" cap="flat" cmpd="sng" algn="ctr">
              <a:noFill/>
              <a:prstDash val="solid"/>
              <a:miter lim="800000"/>
            </a:ln>
            <a:effectLst/>
          </p:spPr>
          <p:txBody>
            <a:bodyPr vert="horz" lIns="0" r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00B050"/>
                  </a:solidFill>
                  <a:effectLst/>
                  <a:uLnTx/>
                  <a:uFillTx/>
                  <a:latin typeface="Verdana" panose="020B0604030504040204" pitchFamily="34" charset="0"/>
                  <a:ea typeface="Verdana" panose="020B0604030504040204" pitchFamily="34" charset="0"/>
                  <a:cs typeface="+mn-cs"/>
                </a:rPr>
                <a:t>CBILL Online Rest</a:t>
              </a:r>
              <a:endParaRPr kumimoji="0" lang="en-US" sz="800" b="0"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676" name="Rectangle 675">
              <a:extLst>
                <a:ext uri="{FF2B5EF4-FFF2-40B4-BE49-F238E27FC236}">
                  <a16:creationId xmlns:a16="http://schemas.microsoft.com/office/drawing/2014/main" id="{40675FC5-59CB-4282-B550-C5C3114037AD}"/>
                </a:ext>
              </a:extLst>
            </p:cNvPr>
            <p:cNvSpPr/>
            <p:nvPr/>
          </p:nvSpPr>
          <p:spPr>
            <a:xfrm>
              <a:off x="1336716" y="6132353"/>
              <a:ext cx="691945" cy="287996"/>
            </a:xfrm>
            <a:prstGeom prst="rect">
              <a:avLst/>
            </a:prstGeom>
            <a:solidFill>
              <a:schemeClr val="tx1">
                <a:lumMod val="20000"/>
                <a:lumOff val="80000"/>
              </a:schemeClr>
            </a:solidFill>
            <a:ln w="12700" cap="flat" cmpd="sng" algn="ctr">
              <a:noFill/>
              <a:prstDash val="solid"/>
              <a:miter lim="800000"/>
            </a:ln>
            <a:effectLst/>
          </p:spPr>
          <p:txBody>
            <a:bodyPr vert="horz" lIns="0" r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00B050"/>
                  </a:solidFill>
                  <a:effectLst/>
                  <a:uLnTx/>
                  <a:uFillTx/>
                  <a:latin typeface="Verdana" panose="020B0604030504040204" pitchFamily="34" charset="0"/>
                  <a:ea typeface="Verdana" panose="020B0604030504040204" pitchFamily="34" charset="0"/>
                  <a:cs typeface="+mn-cs"/>
                </a:rPr>
                <a:t>DAM Online Rest</a:t>
              </a:r>
              <a:endParaRPr kumimoji="0" lang="en-US" sz="800" b="0"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p:txBody>
        </p:sp>
        <p:cxnSp>
          <p:nvCxnSpPr>
            <p:cNvPr id="677" name="Straight Connector 676">
              <a:extLst>
                <a:ext uri="{FF2B5EF4-FFF2-40B4-BE49-F238E27FC236}">
                  <a16:creationId xmlns:a16="http://schemas.microsoft.com/office/drawing/2014/main" id="{B6EE0520-F745-4655-9740-EFD2F2FF2919}"/>
                </a:ext>
              </a:extLst>
            </p:cNvPr>
            <p:cNvCxnSpPr>
              <a:cxnSpLocks/>
            </p:cNvCxnSpPr>
            <p:nvPr/>
          </p:nvCxnSpPr>
          <p:spPr>
            <a:xfrm>
              <a:off x="2146436" y="5788118"/>
              <a:ext cx="9178778" cy="0"/>
            </a:xfrm>
            <a:prstGeom prst="line">
              <a:avLst/>
            </a:prstGeom>
            <a:noFill/>
            <a:ln w="3175" cap="flat" cmpd="sng" algn="ctr">
              <a:solidFill>
                <a:sysClr val="window" lastClr="FFFFFF">
                  <a:lumMod val="75000"/>
                </a:sysClr>
              </a:solidFill>
              <a:prstDash val="dash"/>
              <a:miter lim="800000"/>
            </a:ln>
            <a:effectLst/>
          </p:spPr>
        </p:cxnSp>
        <p:sp>
          <p:nvSpPr>
            <p:cNvPr id="678" name="Rectangle 677">
              <a:extLst>
                <a:ext uri="{FF2B5EF4-FFF2-40B4-BE49-F238E27FC236}">
                  <a16:creationId xmlns:a16="http://schemas.microsoft.com/office/drawing/2014/main" id="{6EB43C07-F5CD-4ADE-AE00-85B0A9DB9726}"/>
                </a:ext>
              </a:extLst>
            </p:cNvPr>
            <p:cNvSpPr/>
            <p:nvPr/>
          </p:nvSpPr>
          <p:spPr>
            <a:xfrm>
              <a:off x="5169023" y="5797389"/>
              <a:ext cx="691944" cy="288000"/>
            </a:xfrm>
            <a:prstGeom prst="rect">
              <a:avLst/>
            </a:prstGeom>
            <a:noFill/>
            <a:ln w="12700" cap="flat" cmpd="sng" algn="ctr">
              <a:no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N.A.</a:t>
              </a:r>
            </a:p>
          </p:txBody>
        </p:sp>
        <p:sp>
          <p:nvSpPr>
            <p:cNvPr id="679" name="Oval 678">
              <a:extLst>
                <a:ext uri="{FF2B5EF4-FFF2-40B4-BE49-F238E27FC236}">
                  <a16:creationId xmlns:a16="http://schemas.microsoft.com/office/drawing/2014/main" id="{42CCF790-A2C4-4659-BEED-B4C7A936918D}"/>
                </a:ext>
              </a:extLst>
            </p:cNvPr>
            <p:cNvSpPr/>
            <p:nvPr/>
          </p:nvSpPr>
          <p:spPr>
            <a:xfrm>
              <a:off x="2330133" y="5817401"/>
              <a:ext cx="216063" cy="247977"/>
            </a:xfrm>
            <a:prstGeom prst="ellipse">
              <a:avLst/>
            </a:prstGeom>
            <a:solidFill>
              <a:sysClr val="window" lastClr="FFFFFF"/>
            </a:solidFill>
            <a:ln w="6350" cap="flat" cmpd="sng" algn="ctr">
              <a:solidFill>
                <a:srgbClr val="44546A"/>
              </a:solidFill>
              <a:prstDash val="solid"/>
              <a:miter lim="800000"/>
            </a:ln>
            <a:effectLst/>
          </p:spPr>
          <p:txBody>
            <a:bodyPr lIns="3600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it-IT" sz="2000" b="1" i="0" u="none" strike="noStrike" kern="0" cap="none" spc="0" normalizeH="0" baseline="0" noProof="0" dirty="0">
                  <a:ln>
                    <a:solidFill>
                      <a:srgbClr val="000000"/>
                    </a:solidFill>
                  </a:ln>
                  <a:solidFill>
                    <a:srgbClr val="00F66F"/>
                  </a:solidFill>
                  <a:effectLst/>
                  <a:uLnTx/>
                  <a:uFillTx/>
                  <a:sym typeface="Wingdings" panose="05000000000000000000" pitchFamily="2" charset="2"/>
                </a:rPr>
                <a:t></a:t>
              </a:r>
              <a:endParaRPr kumimoji="0" lang="it-IT" sz="2000" b="1" i="0" u="none" strike="noStrike" kern="0" cap="none" spc="0" normalizeH="0" baseline="0" noProof="0" dirty="0">
                <a:ln>
                  <a:solidFill>
                    <a:srgbClr val="000000"/>
                  </a:solidFill>
                </a:ln>
                <a:solidFill>
                  <a:srgbClr val="00F66F"/>
                </a:solidFill>
                <a:effectLst/>
                <a:uLnTx/>
                <a:uFillTx/>
              </a:endParaRPr>
            </a:p>
          </p:txBody>
        </p:sp>
        <p:sp>
          <p:nvSpPr>
            <p:cNvPr id="680" name="Rectangle 679">
              <a:extLst>
                <a:ext uri="{FF2B5EF4-FFF2-40B4-BE49-F238E27FC236}">
                  <a16:creationId xmlns:a16="http://schemas.microsoft.com/office/drawing/2014/main" id="{C408DD37-C9F6-4702-AD17-4C935CD34072}"/>
                </a:ext>
              </a:extLst>
            </p:cNvPr>
            <p:cNvSpPr/>
            <p:nvPr/>
          </p:nvSpPr>
          <p:spPr>
            <a:xfrm>
              <a:off x="10633270" y="5797389"/>
              <a:ext cx="691944" cy="288000"/>
            </a:xfrm>
            <a:prstGeom prst="rect">
              <a:avLst/>
            </a:prstGeom>
            <a:noFill/>
            <a:ln w="12700" cap="flat" cmpd="sng" algn="ctr">
              <a:no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N.A.</a:t>
              </a:r>
            </a:p>
          </p:txBody>
        </p:sp>
        <p:sp>
          <p:nvSpPr>
            <p:cNvPr id="681" name="Rectangle 680">
              <a:extLst>
                <a:ext uri="{FF2B5EF4-FFF2-40B4-BE49-F238E27FC236}">
                  <a16:creationId xmlns:a16="http://schemas.microsoft.com/office/drawing/2014/main" id="{9A9A0067-684D-4505-8B1C-E3531644B77E}"/>
                </a:ext>
              </a:extLst>
            </p:cNvPr>
            <p:cNvSpPr/>
            <p:nvPr/>
          </p:nvSpPr>
          <p:spPr>
            <a:xfrm>
              <a:off x="9863584" y="5797389"/>
              <a:ext cx="691944" cy="288000"/>
            </a:xfrm>
            <a:prstGeom prst="rect">
              <a:avLst/>
            </a:prstGeom>
            <a:noFill/>
            <a:ln w="12700" cap="flat" cmpd="sng" algn="ctr">
              <a:no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N.A.</a:t>
              </a:r>
            </a:p>
          </p:txBody>
        </p:sp>
        <p:sp>
          <p:nvSpPr>
            <p:cNvPr id="682" name="Rectangle 681">
              <a:extLst>
                <a:ext uri="{FF2B5EF4-FFF2-40B4-BE49-F238E27FC236}">
                  <a16:creationId xmlns:a16="http://schemas.microsoft.com/office/drawing/2014/main" id="{DF9E2B0C-9AE3-4161-8223-598B92C30F9D}"/>
                </a:ext>
              </a:extLst>
            </p:cNvPr>
            <p:cNvSpPr/>
            <p:nvPr/>
          </p:nvSpPr>
          <p:spPr>
            <a:xfrm>
              <a:off x="6616164" y="5797389"/>
              <a:ext cx="691944" cy="288000"/>
            </a:xfrm>
            <a:prstGeom prst="rect">
              <a:avLst/>
            </a:prstGeom>
            <a:noFill/>
            <a:ln w="12700" cap="flat" cmpd="sng" algn="ctr">
              <a:no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N.A.</a:t>
              </a:r>
            </a:p>
          </p:txBody>
        </p:sp>
        <p:sp>
          <p:nvSpPr>
            <p:cNvPr id="683" name="Oval 682">
              <a:extLst>
                <a:ext uri="{FF2B5EF4-FFF2-40B4-BE49-F238E27FC236}">
                  <a16:creationId xmlns:a16="http://schemas.microsoft.com/office/drawing/2014/main" id="{97E21FF1-5B1B-4B43-99C9-CC52F79C9B4C}"/>
                </a:ext>
              </a:extLst>
            </p:cNvPr>
            <p:cNvSpPr/>
            <p:nvPr/>
          </p:nvSpPr>
          <p:spPr>
            <a:xfrm>
              <a:off x="8458820" y="5817401"/>
              <a:ext cx="216063" cy="247977"/>
            </a:xfrm>
            <a:prstGeom prst="ellipse">
              <a:avLst/>
            </a:prstGeom>
            <a:solidFill>
              <a:sysClr val="window" lastClr="FFFFFF"/>
            </a:solidFill>
            <a:ln w="6350" cap="flat" cmpd="sng" algn="ctr">
              <a:solidFill>
                <a:srgbClr val="44546A"/>
              </a:solidFill>
              <a:prstDash val="solid"/>
              <a:miter lim="800000"/>
            </a:ln>
            <a:effectLst/>
          </p:spPr>
          <p:txBody>
            <a:bodyPr lIns="3600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it-IT" sz="2000" b="1" i="0" u="none" strike="noStrike" kern="0" cap="none" spc="0" normalizeH="0" baseline="0" noProof="0" dirty="0">
                  <a:ln>
                    <a:solidFill>
                      <a:srgbClr val="000000"/>
                    </a:solidFill>
                  </a:ln>
                  <a:solidFill>
                    <a:srgbClr val="00F66F"/>
                  </a:solidFill>
                  <a:effectLst/>
                  <a:uLnTx/>
                  <a:uFillTx/>
                  <a:sym typeface="Wingdings" panose="05000000000000000000" pitchFamily="2" charset="2"/>
                </a:rPr>
                <a:t></a:t>
              </a:r>
              <a:endParaRPr kumimoji="0" lang="it-IT" sz="2000" b="1" i="0" u="none" strike="noStrike" kern="0" cap="none" spc="0" normalizeH="0" baseline="0" noProof="0" dirty="0">
                <a:ln>
                  <a:solidFill>
                    <a:srgbClr val="000000"/>
                  </a:solidFill>
                </a:ln>
                <a:solidFill>
                  <a:srgbClr val="00F66F"/>
                </a:solidFill>
                <a:effectLst/>
                <a:uLnTx/>
                <a:uFillTx/>
              </a:endParaRPr>
            </a:p>
          </p:txBody>
        </p:sp>
        <p:sp>
          <p:nvSpPr>
            <p:cNvPr id="684" name="Oval 683">
              <a:extLst>
                <a:ext uri="{FF2B5EF4-FFF2-40B4-BE49-F238E27FC236}">
                  <a16:creationId xmlns:a16="http://schemas.microsoft.com/office/drawing/2014/main" id="{077DADDA-36A7-4FF2-A0B6-E4CF278C4874}"/>
                </a:ext>
              </a:extLst>
            </p:cNvPr>
            <p:cNvSpPr/>
            <p:nvPr/>
          </p:nvSpPr>
          <p:spPr>
            <a:xfrm>
              <a:off x="3868152" y="5851895"/>
              <a:ext cx="225223" cy="229634"/>
            </a:xfrm>
            <a:prstGeom prst="ellipse">
              <a:avLst/>
            </a:prstGeom>
            <a:solidFill>
              <a:sysClr val="window" lastClr="FFFFFF"/>
            </a:solidFill>
            <a:ln w="6350" cap="flat" cmpd="sng" algn="ctr">
              <a:solidFill>
                <a:srgbClr val="44546A"/>
              </a:solidFill>
              <a:prstDash val="solid"/>
              <a:miter lim="800000"/>
            </a:ln>
            <a:effectLst/>
          </p:spPr>
          <p:txBody>
            <a:bodyPr lIns="3600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it-IT" sz="2000" b="1" i="0" u="none" strike="noStrike" kern="0" cap="none" spc="0" normalizeH="0" baseline="0" noProof="0" dirty="0">
                  <a:ln>
                    <a:solidFill>
                      <a:srgbClr val="000000"/>
                    </a:solidFill>
                  </a:ln>
                  <a:solidFill>
                    <a:srgbClr val="00F66F"/>
                  </a:solidFill>
                  <a:effectLst/>
                  <a:uLnTx/>
                  <a:uFillTx/>
                  <a:sym typeface="Wingdings" panose="05000000000000000000" pitchFamily="2" charset="2"/>
                </a:rPr>
                <a:t></a:t>
              </a:r>
              <a:endParaRPr kumimoji="0" lang="it-IT" sz="2000" b="1" i="0" u="none" strike="noStrike" kern="0" cap="none" spc="0" normalizeH="0" baseline="0" noProof="0" dirty="0">
                <a:ln>
                  <a:solidFill>
                    <a:srgbClr val="000000"/>
                  </a:solidFill>
                </a:ln>
                <a:solidFill>
                  <a:srgbClr val="00F66F"/>
                </a:solidFill>
                <a:effectLst/>
                <a:uLnTx/>
                <a:uFillTx/>
              </a:endParaRPr>
            </a:p>
          </p:txBody>
        </p:sp>
        <p:sp>
          <p:nvSpPr>
            <p:cNvPr id="685" name="Rectangle 684">
              <a:extLst>
                <a:ext uri="{FF2B5EF4-FFF2-40B4-BE49-F238E27FC236}">
                  <a16:creationId xmlns:a16="http://schemas.microsoft.com/office/drawing/2014/main" id="{2618FA07-E93D-4532-AA9F-8705DFF826D3}"/>
                </a:ext>
              </a:extLst>
            </p:cNvPr>
            <p:cNvSpPr/>
            <p:nvPr/>
          </p:nvSpPr>
          <p:spPr>
            <a:xfrm>
              <a:off x="4428577" y="5797389"/>
              <a:ext cx="687292" cy="288000"/>
            </a:xfrm>
            <a:prstGeom prst="rect">
              <a:avLst/>
            </a:prstGeom>
            <a:noFill/>
            <a:ln w="12700" cap="flat" cmpd="sng" algn="ctr">
              <a:no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N.A.</a:t>
              </a:r>
            </a:p>
          </p:txBody>
        </p:sp>
        <p:sp>
          <p:nvSpPr>
            <p:cNvPr id="686" name="Rectangle 685">
              <a:extLst>
                <a:ext uri="{FF2B5EF4-FFF2-40B4-BE49-F238E27FC236}">
                  <a16:creationId xmlns:a16="http://schemas.microsoft.com/office/drawing/2014/main" id="{82B40D20-0832-46F9-B574-7D0835077032}"/>
                </a:ext>
              </a:extLst>
            </p:cNvPr>
            <p:cNvSpPr/>
            <p:nvPr/>
          </p:nvSpPr>
          <p:spPr>
            <a:xfrm>
              <a:off x="2903593" y="5797389"/>
              <a:ext cx="687292" cy="288000"/>
            </a:xfrm>
            <a:prstGeom prst="rect">
              <a:avLst/>
            </a:prstGeom>
            <a:noFill/>
            <a:ln w="12700" cap="flat" cmpd="sng" algn="ctr">
              <a:no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N.A.</a:t>
              </a:r>
            </a:p>
          </p:txBody>
        </p:sp>
        <p:cxnSp>
          <p:nvCxnSpPr>
            <p:cNvPr id="687" name="Straight Connector 686">
              <a:extLst>
                <a:ext uri="{FF2B5EF4-FFF2-40B4-BE49-F238E27FC236}">
                  <a16:creationId xmlns:a16="http://schemas.microsoft.com/office/drawing/2014/main" id="{2A449524-7134-4E03-A037-1E76E6BC553E}"/>
                </a:ext>
              </a:extLst>
            </p:cNvPr>
            <p:cNvCxnSpPr>
              <a:cxnSpLocks/>
            </p:cNvCxnSpPr>
            <p:nvPr/>
          </p:nvCxnSpPr>
          <p:spPr>
            <a:xfrm>
              <a:off x="2146435" y="6150236"/>
              <a:ext cx="9178779" cy="0"/>
            </a:xfrm>
            <a:prstGeom prst="line">
              <a:avLst/>
            </a:prstGeom>
            <a:noFill/>
            <a:ln w="3175" cap="flat" cmpd="sng" algn="ctr">
              <a:solidFill>
                <a:sysClr val="window" lastClr="FFFFFF">
                  <a:lumMod val="75000"/>
                </a:sysClr>
              </a:solidFill>
              <a:prstDash val="dash"/>
              <a:miter lim="800000"/>
            </a:ln>
            <a:effectLst/>
          </p:spPr>
        </p:cxnSp>
        <p:sp>
          <p:nvSpPr>
            <p:cNvPr id="688" name="Rectangle 687">
              <a:extLst>
                <a:ext uri="{FF2B5EF4-FFF2-40B4-BE49-F238E27FC236}">
                  <a16:creationId xmlns:a16="http://schemas.microsoft.com/office/drawing/2014/main" id="{59FD2E8A-B13A-4163-8207-E389B6E382B7}"/>
                </a:ext>
              </a:extLst>
            </p:cNvPr>
            <p:cNvSpPr/>
            <p:nvPr/>
          </p:nvSpPr>
          <p:spPr>
            <a:xfrm>
              <a:off x="5169023" y="6159507"/>
              <a:ext cx="691944" cy="288000"/>
            </a:xfrm>
            <a:prstGeom prst="rect">
              <a:avLst/>
            </a:prstGeom>
            <a:noFill/>
            <a:ln w="12700" cap="flat" cmpd="sng" algn="ctr">
              <a:no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N.A.</a:t>
              </a:r>
            </a:p>
          </p:txBody>
        </p:sp>
        <p:sp>
          <p:nvSpPr>
            <p:cNvPr id="689" name="Oval 688">
              <a:extLst>
                <a:ext uri="{FF2B5EF4-FFF2-40B4-BE49-F238E27FC236}">
                  <a16:creationId xmlns:a16="http://schemas.microsoft.com/office/drawing/2014/main" id="{11860FB2-6B75-47FB-B6D9-45A88948578F}"/>
                </a:ext>
              </a:extLst>
            </p:cNvPr>
            <p:cNvSpPr/>
            <p:nvPr/>
          </p:nvSpPr>
          <p:spPr>
            <a:xfrm>
              <a:off x="2330133" y="6179519"/>
              <a:ext cx="216063" cy="247977"/>
            </a:xfrm>
            <a:prstGeom prst="ellipse">
              <a:avLst/>
            </a:prstGeom>
            <a:solidFill>
              <a:sysClr val="window" lastClr="FFFFFF"/>
            </a:solidFill>
            <a:ln w="6350" cap="flat" cmpd="sng" algn="ctr">
              <a:solidFill>
                <a:srgbClr val="44546A"/>
              </a:solidFill>
              <a:prstDash val="solid"/>
              <a:miter lim="800000"/>
            </a:ln>
            <a:effectLst/>
          </p:spPr>
          <p:txBody>
            <a:bodyPr lIns="3600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it-IT" sz="2000" b="1" i="0" u="none" strike="noStrike" kern="0" cap="none" spc="0" normalizeH="0" baseline="0" noProof="0" dirty="0">
                  <a:ln>
                    <a:solidFill>
                      <a:srgbClr val="000000"/>
                    </a:solidFill>
                  </a:ln>
                  <a:solidFill>
                    <a:srgbClr val="00F66F"/>
                  </a:solidFill>
                  <a:effectLst/>
                  <a:uLnTx/>
                  <a:uFillTx/>
                  <a:sym typeface="Wingdings" panose="05000000000000000000" pitchFamily="2" charset="2"/>
                </a:rPr>
                <a:t></a:t>
              </a:r>
              <a:endParaRPr kumimoji="0" lang="it-IT" sz="2000" b="1" i="0" u="none" strike="noStrike" kern="0" cap="none" spc="0" normalizeH="0" baseline="0" noProof="0" dirty="0">
                <a:ln>
                  <a:solidFill>
                    <a:srgbClr val="000000"/>
                  </a:solidFill>
                </a:ln>
                <a:solidFill>
                  <a:srgbClr val="00F66F"/>
                </a:solidFill>
                <a:effectLst/>
                <a:uLnTx/>
                <a:uFillTx/>
              </a:endParaRPr>
            </a:p>
          </p:txBody>
        </p:sp>
        <p:sp>
          <p:nvSpPr>
            <p:cNvPr id="690" name="Rectangle 689">
              <a:extLst>
                <a:ext uri="{FF2B5EF4-FFF2-40B4-BE49-F238E27FC236}">
                  <a16:creationId xmlns:a16="http://schemas.microsoft.com/office/drawing/2014/main" id="{CD896AEF-CC92-4D17-B49B-FC9A0278BF34}"/>
                </a:ext>
              </a:extLst>
            </p:cNvPr>
            <p:cNvSpPr/>
            <p:nvPr/>
          </p:nvSpPr>
          <p:spPr>
            <a:xfrm>
              <a:off x="10633270" y="6159507"/>
              <a:ext cx="691944" cy="288000"/>
            </a:xfrm>
            <a:prstGeom prst="rect">
              <a:avLst/>
            </a:prstGeom>
            <a:noFill/>
            <a:ln w="12700" cap="flat" cmpd="sng" algn="ctr">
              <a:no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N.A.</a:t>
              </a:r>
            </a:p>
          </p:txBody>
        </p:sp>
        <p:sp>
          <p:nvSpPr>
            <p:cNvPr id="691" name="Rectangle 690">
              <a:extLst>
                <a:ext uri="{FF2B5EF4-FFF2-40B4-BE49-F238E27FC236}">
                  <a16:creationId xmlns:a16="http://schemas.microsoft.com/office/drawing/2014/main" id="{0D4F5162-FE8D-4B38-88B5-A04D4AF09DFE}"/>
                </a:ext>
              </a:extLst>
            </p:cNvPr>
            <p:cNvSpPr/>
            <p:nvPr/>
          </p:nvSpPr>
          <p:spPr>
            <a:xfrm>
              <a:off x="5910570" y="976831"/>
              <a:ext cx="687292" cy="607992"/>
            </a:xfrm>
            <a:prstGeom prst="rect">
              <a:avLst/>
            </a:prstGeom>
            <a:noFill/>
            <a:ln w="12700" cap="flat" cmpd="sng" algn="ctr">
              <a:noFill/>
              <a:prstDash val="solid"/>
              <a:miter lim="800000"/>
            </a:ln>
            <a:effectLst/>
          </p:spPr>
          <p:txBody>
            <a:bodyPr vert="horz"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it-IT" sz="900" b="1" i="0" u="none" strike="noStrike" kern="0" cap="none" spc="0" normalizeH="0" baseline="0" noProof="0" dirty="0">
                  <a:ln>
                    <a:noFill/>
                  </a:ln>
                  <a:solidFill>
                    <a:srgbClr val="44546A"/>
                  </a:solidFill>
                  <a:effectLst/>
                  <a:uLnTx/>
                  <a:uFillTx/>
                  <a:latin typeface="Verdana" panose="020B0604030504040204" pitchFamily="34" charset="0"/>
                  <a:ea typeface="Verdana" panose="020B0604030504040204" pitchFamily="34" charset="0"/>
                </a:rPr>
                <a:t>Layer </a:t>
              </a:r>
              <a:r>
                <a:rPr kumimoji="0" lang="it-IT" sz="900" b="1" i="0" u="none" strike="noStrike" kern="0" cap="none" spc="0" normalizeH="0" baseline="0" noProof="0" dirty="0" err="1">
                  <a:ln>
                    <a:noFill/>
                  </a:ln>
                  <a:solidFill>
                    <a:srgbClr val="44546A"/>
                  </a:solidFill>
                  <a:effectLst/>
                  <a:uLnTx/>
                  <a:uFillTx/>
                  <a:latin typeface="Verdana" panose="020B0604030504040204" pitchFamily="34" charset="0"/>
                  <a:ea typeface="Verdana" panose="020B0604030504040204" pitchFamily="34" charset="0"/>
                </a:rPr>
                <a:t>disac</a:t>
              </a:r>
              <a:r>
                <a:rPr kumimoji="0" lang="it-IT" sz="900" b="1" i="0" u="none" strike="noStrike" kern="0" cap="none" spc="0" normalizeH="0" baseline="0" noProof="0" dirty="0">
                  <a:ln>
                    <a:noFill/>
                  </a:ln>
                  <a:solidFill>
                    <a:srgbClr val="44546A"/>
                  </a:solidFill>
                  <a:effectLst/>
                  <a:uLnTx/>
                  <a:uFillTx/>
                  <a:latin typeface="Verdana" panose="020B0604030504040204" pitchFamily="34" charset="0"/>
                  <a:ea typeface="Verdana" panose="020B0604030504040204" pitchFamily="34" charset="0"/>
                </a:rPr>
                <a:t>. Batch</a:t>
              </a:r>
              <a:endParaRPr kumimoji="0" lang="it-IT" sz="900" b="1" i="0" u="none" strike="noStrike" kern="0" cap="none" spc="0" normalizeH="0" baseline="0" noProof="0" dirty="0">
                <a:ln>
                  <a:noFill/>
                </a:ln>
                <a:solidFill>
                  <a:srgbClr val="44546A"/>
                </a:solidFill>
                <a:effectLst/>
                <a:uLnTx/>
                <a:uFillTx/>
                <a:latin typeface="Verdana" panose="020B0604030504040204" pitchFamily="34" charset="0"/>
                <a:ea typeface="Verdana" panose="020B0604030504040204" pitchFamily="34" charset="0"/>
                <a:sym typeface="Wingdings" panose="05000000000000000000" pitchFamily="2" charset="2"/>
              </a:endParaRPr>
            </a:p>
          </p:txBody>
        </p:sp>
        <p:cxnSp>
          <p:nvCxnSpPr>
            <p:cNvPr id="692" name="Straight Connector 691">
              <a:extLst>
                <a:ext uri="{FF2B5EF4-FFF2-40B4-BE49-F238E27FC236}">
                  <a16:creationId xmlns:a16="http://schemas.microsoft.com/office/drawing/2014/main" id="{EFF625D5-04EF-478A-800C-DF3EE93E346F}"/>
                </a:ext>
              </a:extLst>
            </p:cNvPr>
            <p:cNvCxnSpPr>
              <a:cxnSpLocks/>
            </p:cNvCxnSpPr>
            <p:nvPr/>
          </p:nvCxnSpPr>
          <p:spPr>
            <a:xfrm>
              <a:off x="5912897" y="1584825"/>
              <a:ext cx="687292" cy="0"/>
            </a:xfrm>
            <a:prstGeom prst="line">
              <a:avLst/>
            </a:prstGeom>
            <a:noFill/>
            <a:ln w="12700" cap="flat" cmpd="sng" algn="ctr">
              <a:solidFill>
                <a:sysClr val="windowText" lastClr="000000"/>
              </a:solidFill>
              <a:prstDash val="solid"/>
              <a:miter lim="800000"/>
            </a:ln>
            <a:effectLst/>
          </p:spPr>
        </p:cxnSp>
        <p:sp>
          <p:nvSpPr>
            <p:cNvPr id="693" name="Rectangle 692">
              <a:extLst>
                <a:ext uri="{FF2B5EF4-FFF2-40B4-BE49-F238E27FC236}">
                  <a16:creationId xmlns:a16="http://schemas.microsoft.com/office/drawing/2014/main" id="{D918B8FB-F480-4A08-991A-0F93C22FCBD6}"/>
                </a:ext>
              </a:extLst>
            </p:cNvPr>
            <p:cNvSpPr/>
            <p:nvPr/>
          </p:nvSpPr>
          <p:spPr>
            <a:xfrm>
              <a:off x="5905919" y="1733225"/>
              <a:ext cx="691944" cy="594541"/>
            </a:xfrm>
            <a:prstGeom prst="rect">
              <a:avLst/>
            </a:prstGeom>
            <a:noFill/>
            <a:ln w="12700" cap="flat" cmpd="sng" algn="ctr">
              <a:no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N.A.</a:t>
              </a:r>
            </a:p>
          </p:txBody>
        </p:sp>
        <p:sp>
          <p:nvSpPr>
            <p:cNvPr id="694" name="Oval 693">
              <a:extLst>
                <a:ext uri="{FF2B5EF4-FFF2-40B4-BE49-F238E27FC236}">
                  <a16:creationId xmlns:a16="http://schemas.microsoft.com/office/drawing/2014/main" id="{25E9AAF5-2A2B-4A2D-B4E4-93D26264CBAB}"/>
                </a:ext>
              </a:extLst>
            </p:cNvPr>
            <p:cNvSpPr/>
            <p:nvPr/>
          </p:nvSpPr>
          <p:spPr>
            <a:xfrm>
              <a:off x="6091875" y="2658618"/>
              <a:ext cx="216063" cy="247977"/>
            </a:xfrm>
            <a:prstGeom prst="ellipse">
              <a:avLst/>
            </a:prstGeom>
            <a:solidFill>
              <a:sysClr val="window" lastClr="FFFFFF"/>
            </a:solidFill>
            <a:ln w="6350" cap="flat" cmpd="sng" algn="ctr">
              <a:solidFill>
                <a:srgbClr val="44546A"/>
              </a:solidFill>
              <a:prstDash val="solid"/>
              <a:miter lim="800000"/>
            </a:ln>
            <a:effectLst/>
          </p:spPr>
          <p:txBody>
            <a:bodyPr lIns="3600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it-IT" sz="2000" b="1" i="0" u="none" strike="noStrike" kern="0" cap="none" spc="0" normalizeH="0" baseline="0" noProof="0" dirty="0">
                  <a:ln>
                    <a:solidFill>
                      <a:srgbClr val="000000"/>
                    </a:solidFill>
                  </a:ln>
                  <a:solidFill>
                    <a:srgbClr val="00F66F"/>
                  </a:solidFill>
                  <a:effectLst/>
                  <a:uLnTx/>
                  <a:uFillTx/>
                  <a:sym typeface="Wingdings" panose="05000000000000000000" pitchFamily="2" charset="2"/>
                </a:rPr>
                <a:t></a:t>
              </a:r>
              <a:endParaRPr kumimoji="0" lang="it-IT" sz="2000" b="1" i="0" u="none" strike="noStrike" kern="0" cap="none" spc="0" normalizeH="0" baseline="0" noProof="0" dirty="0">
                <a:ln>
                  <a:solidFill>
                    <a:srgbClr val="000000"/>
                  </a:solidFill>
                </a:ln>
                <a:solidFill>
                  <a:srgbClr val="00F66F"/>
                </a:solidFill>
                <a:effectLst/>
                <a:uLnTx/>
                <a:uFillTx/>
              </a:endParaRPr>
            </a:p>
          </p:txBody>
        </p:sp>
        <p:sp>
          <p:nvSpPr>
            <p:cNvPr id="695" name="Rectangle 694">
              <a:extLst>
                <a:ext uri="{FF2B5EF4-FFF2-40B4-BE49-F238E27FC236}">
                  <a16:creationId xmlns:a16="http://schemas.microsoft.com/office/drawing/2014/main" id="{0A5E6667-BE0F-4746-8AE9-18F79DC84E85}"/>
                </a:ext>
              </a:extLst>
            </p:cNvPr>
            <p:cNvSpPr/>
            <p:nvPr/>
          </p:nvSpPr>
          <p:spPr>
            <a:xfrm>
              <a:off x="5905919" y="5472356"/>
              <a:ext cx="691944" cy="299517"/>
            </a:xfrm>
            <a:prstGeom prst="rect">
              <a:avLst/>
            </a:prstGeom>
            <a:noFill/>
            <a:ln w="12700" cap="flat" cmpd="sng" algn="ctr">
              <a:no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N.A.</a:t>
              </a:r>
            </a:p>
          </p:txBody>
        </p:sp>
        <p:sp>
          <p:nvSpPr>
            <p:cNvPr id="696" name="Rectangle 695">
              <a:extLst>
                <a:ext uri="{FF2B5EF4-FFF2-40B4-BE49-F238E27FC236}">
                  <a16:creationId xmlns:a16="http://schemas.microsoft.com/office/drawing/2014/main" id="{8B67F101-9AAF-4F00-A64B-A285A638B314}"/>
                </a:ext>
              </a:extLst>
            </p:cNvPr>
            <p:cNvSpPr/>
            <p:nvPr/>
          </p:nvSpPr>
          <p:spPr>
            <a:xfrm>
              <a:off x="5910571" y="3543988"/>
              <a:ext cx="691944" cy="288000"/>
            </a:xfrm>
            <a:prstGeom prst="rect">
              <a:avLst/>
            </a:prstGeom>
            <a:noFill/>
            <a:ln w="12700" cap="flat" cmpd="sng" algn="ctr">
              <a:no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N.A.</a:t>
              </a:r>
            </a:p>
          </p:txBody>
        </p:sp>
        <p:sp>
          <p:nvSpPr>
            <p:cNvPr id="697" name="Rectangle 696">
              <a:extLst>
                <a:ext uri="{FF2B5EF4-FFF2-40B4-BE49-F238E27FC236}">
                  <a16:creationId xmlns:a16="http://schemas.microsoft.com/office/drawing/2014/main" id="{487F6F1D-A24D-45E1-9974-F0DCB3761292}"/>
                </a:ext>
              </a:extLst>
            </p:cNvPr>
            <p:cNvSpPr/>
            <p:nvPr/>
          </p:nvSpPr>
          <p:spPr>
            <a:xfrm>
              <a:off x="5905919" y="5797389"/>
              <a:ext cx="691944" cy="288000"/>
            </a:xfrm>
            <a:prstGeom prst="rect">
              <a:avLst/>
            </a:prstGeom>
            <a:noFill/>
            <a:ln w="12700" cap="flat" cmpd="sng" algn="ctr">
              <a:no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N.A.</a:t>
              </a:r>
            </a:p>
          </p:txBody>
        </p:sp>
        <p:sp>
          <p:nvSpPr>
            <p:cNvPr id="698" name="Rectangle 697">
              <a:extLst>
                <a:ext uri="{FF2B5EF4-FFF2-40B4-BE49-F238E27FC236}">
                  <a16:creationId xmlns:a16="http://schemas.microsoft.com/office/drawing/2014/main" id="{4B0E3E6F-E064-446A-AD58-DFA3B386FA3D}"/>
                </a:ext>
              </a:extLst>
            </p:cNvPr>
            <p:cNvSpPr/>
            <p:nvPr/>
          </p:nvSpPr>
          <p:spPr>
            <a:xfrm>
              <a:off x="5905919" y="6159507"/>
              <a:ext cx="691944" cy="288000"/>
            </a:xfrm>
            <a:prstGeom prst="rect">
              <a:avLst/>
            </a:prstGeom>
            <a:noFill/>
            <a:ln w="12700" cap="flat" cmpd="sng" algn="ctr">
              <a:no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N.A.</a:t>
              </a:r>
            </a:p>
          </p:txBody>
        </p:sp>
        <p:sp>
          <p:nvSpPr>
            <p:cNvPr id="699" name="Rectangle 698">
              <a:extLst>
                <a:ext uri="{FF2B5EF4-FFF2-40B4-BE49-F238E27FC236}">
                  <a16:creationId xmlns:a16="http://schemas.microsoft.com/office/drawing/2014/main" id="{81785838-6B4E-4A8A-8207-E684FD2A9519}"/>
                </a:ext>
              </a:extLst>
            </p:cNvPr>
            <p:cNvSpPr/>
            <p:nvPr/>
          </p:nvSpPr>
          <p:spPr>
            <a:xfrm>
              <a:off x="9863584" y="6159507"/>
              <a:ext cx="691944" cy="288000"/>
            </a:xfrm>
            <a:prstGeom prst="rect">
              <a:avLst/>
            </a:prstGeom>
            <a:noFill/>
            <a:ln w="12700" cap="flat" cmpd="sng" algn="ctr">
              <a:no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N.A.</a:t>
              </a:r>
            </a:p>
          </p:txBody>
        </p:sp>
        <p:sp>
          <p:nvSpPr>
            <p:cNvPr id="700" name="Oval 699">
              <a:extLst>
                <a:ext uri="{FF2B5EF4-FFF2-40B4-BE49-F238E27FC236}">
                  <a16:creationId xmlns:a16="http://schemas.microsoft.com/office/drawing/2014/main" id="{86C72580-99EE-4820-8581-696590D0B969}"/>
                </a:ext>
              </a:extLst>
            </p:cNvPr>
            <p:cNvSpPr/>
            <p:nvPr/>
          </p:nvSpPr>
          <p:spPr>
            <a:xfrm>
              <a:off x="3868152" y="6214013"/>
              <a:ext cx="225223" cy="229634"/>
            </a:xfrm>
            <a:prstGeom prst="ellipse">
              <a:avLst/>
            </a:prstGeom>
            <a:solidFill>
              <a:sysClr val="window" lastClr="FFFFFF"/>
            </a:solidFill>
            <a:ln w="6350" cap="flat" cmpd="sng" algn="ctr">
              <a:solidFill>
                <a:srgbClr val="44546A"/>
              </a:solidFill>
              <a:prstDash val="solid"/>
              <a:miter lim="800000"/>
            </a:ln>
            <a:effectLst/>
          </p:spPr>
          <p:txBody>
            <a:bodyPr lIns="3600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it-IT" sz="2000" b="1" i="0" u="none" strike="noStrike" kern="0" cap="none" spc="0" normalizeH="0" baseline="0" noProof="0" dirty="0">
                  <a:ln>
                    <a:solidFill>
                      <a:srgbClr val="000000"/>
                    </a:solidFill>
                  </a:ln>
                  <a:solidFill>
                    <a:srgbClr val="00F66F"/>
                  </a:solidFill>
                  <a:effectLst/>
                  <a:uLnTx/>
                  <a:uFillTx/>
                  <a:sym typeface="Wingdings" panose="05000000000000000000" pitchFamily="2" charset="2"/>
                </a:rPr>
                <a:t></a:t>
              </a:r>
              <a:endParaRPr kumimoji="0" lang="it-IT" sz="2000" b="1" i="0" u="none" strike="noStrike" kern="0" cap="none" spc="0" normalizeH="0" baseline="0" noProof="0" dirty="0">
                <a:ln>
                  <a:solidFill>
                    <a:srgbClr val="000000"/>
                  </a:solidFill>
                </a:ln>
                <a:solidFill>
                  <a:srgbClr val="00F66F"/>
                </a:solidFill>
                <a:effectLst/>
                <a:uLnTx/>
                <a:uFillTx/>
              </a:endParaRPr>
            </a:p>
          </p:txBody>
        </p:sp>
        <p:sp>
          <p:nvSpPr>
            <p:cNvPr id="701" name="Rectangle 700">
              <a:extLst>
                <a:ext uri="{FF2B5EF4-FFF2-40B4-BE49-F238E27FC236}">
                  <a16:creationId xmlns:a16="http://schemas.microsoft.com/office/drawing/2014/main" id="{6906C7C6-5E1E-4056-9400-B3EEE80C0BEF}"/>
                </a:ext>
              </a:extLst>
            </p:cNvPr>
            <p:cNvSpPr/>
            <p:nvPr/>
          </p:nvSpPr>
          <p:spPr>
            <a:xfrm>
              <a:off x="4428577" y="6159507"/>
              <a:ext cx="687292" cy="288000"/>
            </a:xfrm>
            <a:prstGeom prst="rect">
              <a:avLst/>
            </a:prstGeom>
            <a:noFill/>
            <a:ln w="12700" cap="flat" cmpd="sng" algn="ctr">
              <a:no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N.A.</a:t>
              </a:r>
            </a:p>
          </p:txBody>
        </p:sp>
        <p:sp>
          <p:nvSpPr>
            <p:cNvPr id="702" name="Rectangle 701">
              <a:extLst>
                <a:ext uri="{FF2B5EF4-FFF2-40B4-BE49-F238E27FC236}">
                  <a16:creationId xmlns:a16="http://schemas.microsoft.com/office/drawing/2014/main" id="{9B82AD08-E359-46C0-A12A-CC1EE2ACA49B}"/>
                </a:ext>
              </a:extLst>
            </p:cNvPr>
            <p:cNvSpPr/>
            <p:nvPr/>
          </p:nvSpPr>
          <p:spPr>
            <a:xfrm>
              <a:off x="2903593" y="6159507"/>
              <a:ext cx="687292" cy="288000"/>
            </a:xfrm>
            <a:prstGeom prst="rect">
              <a:avLst/>
            </a:prstGeom>
            <a:noFill/>
            <a:ln w="12700" cap="flat" cmpd="sng" algn="ctr">
              <a:no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N.A.</a:t>
              </a:r>
            </a:p>
          </p:txBody>
        </p:sp>
        <p:sp>
          <p:nvSpPr>
            <p:cNvPr id="703" name="Rectangle 702">
              <a:extLst>
                <a:ext uri="{FF2B5EF4-FFF2-40B4-BE49-F238E27FC236}">
                  <a16:creationId xmlns:a16="http://schemas.microsoft.com/office/drawing/2014/main" id="{206FCEFC-7465-408C-84FD-542D3B521F35}"/>
                </a:ext>
              </a:extLst>
            </p:cNvPr>
            <p:cNvSpPr/>
            <p:nvPr/>
          </p:nvSpPr>
          <p:spPr>
            <a:xfrm>
              <a:off x="8218554" y="6172556"/>
              <a:ext cx="691944" cy="288000"/>
            </a:xfrm>
            <a:prstGeom prst="rect">
              <a:avLst/>
            </a:prstGeom>
            <a:noFill/>
            <a:ln w="12700" cap="flat" cmpd="sng" algn="ctr">
              <a:no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N.A.</a:t>
              </a:r>
            </a:p>
          </p:txBody>
        </p:sp>
        <p:sp>
          <p:nvSpPr>
            <p:cNvPr id="704" name="Oval 703">
              <a:extLst>
                <a:ext uri="{FF2B5EF4-FFF2-40B4-BE49-F238E27FC236}">
                  <a16:creationId xmlns:a16="http://schemas.microsoft.com/office/drawing/2014/main" id="{B25ACD21-52F5-49F4-A130-492ABA00742B}"/>
                </a:ext>
              </a:extLst>
            </p:cNvPr>
            <p:cNvSpPr/>
            <p:nvPr/>
          </p:nvSpPr>
          <p:spPr>
            <a:xfrm>
              <a:off x="6857677" y="6192568"/>
              <a:ext cx="216063" cy="247977"/>
            </a:xfrm>
            <a:prstGeom prst="ellipse">
              <a:avLst/>
            </a:prstGeom>
            <a:solidFill>
              <a:sysClr val="window" lastClr="FFFFFF"/>
            </a:solidFill>
            <a:ln w="6350" cap="flat" cmpd="sng" algn="ctr">
              <a:solidFill>
                <a:srgbClr val="44546A"/>
              </a:solidFill>
              <a:prstDash val="solid"/>
              <a:miter lim="800000"/>
            </a:ln>
            <a:effectLst/>
          </p:spPr>
          <p:txBody>
            <a:bodyPr lIns="3600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it-IT" sz="2000" b="1" i="0" u="none" strike="noStrike" kern="0" cap="none" spc="0" normalizeH="0" baseline="0" noProof="0" dirty="0">
                  <a:ln>
                    <a:solidFill>
                      <a:srgbClr val="000000"/>
                    </a:solidFill>
                  </a:ln>
                  <a:solidFill>
                    <a:srgbClr val="00F66F"/>
                  </a:solidFill>
                  <a:effectLst/>
                  <a:uLnTx/>
                  <a:uFillTx/>
                  <a:sym typeface="Wingdings" panose="05000000000000000000" pitchFamily="2" charset="2"/>
                </a:rPr>
                <a:t></a:t>
              </a:r>
              <a:endParaRPr kumimoji="0" lang="it-IT" sz="2000" b="1" i="0" u="none" strike="noStrike" kern="0" cap="none" spc="0" normalizeH="0" baseline="0" noProof="0" dirty="0">
                <a:ln>
                  <a:solidFill>
                    <a:srgbClr val="000000"/>
                  </a:solidFill>
                </a:ln>
                <a:solidFill>
                  <a:srgbClr val="00F66F"/>
                </a:solidFill>
                <a:effectLst/>
                <a:uLnTx/>
                <a:uFillTx/>
              </a:endParaRPr>
            </a:p>
          </p:txBody>
        </p:sp>
        <p:sp>
          <p:nvSpPr>
            <p:cNvPr id="705" name="Rectangle 704">
              <a:extLst>
                <a:ext uri="{FF2B5EF4-FFF2-40B4-BE49-F238E27FC236}">
                  <a16:creationId xmlns:a16="http://schemas.microsoft.com/office/drawing/2014/main" id="{F9C440ED-0C20-47DB-8D7A-8B4C1F93E945}"/>
                </a:ext>
              </a:extLst>
            </p:cNvPr>
            <p:cNvSpPr/>
            <p:nvPr/>
          </p:nvSpPr>
          <p:spPr>
            <a:xfrm>
              <a:off x="9013246" y="983355"/>
              <a:ext cx="687292" cy="607992"/>
            </a:xfrm>
            <a:prstGeom prst="rect">
              <a:avLst/>
            </a:prstGeom>
            <a:noFill/>
            <a:ln w="12700" cap="flat" cmpd="sng" algn="ctr">
              <a:noFill/>
              <a:prstDash val="solid"/>
              <a:miter lim="800000"/>
            </a:ln>
            <a:effectLst/>
          </p:spPr>
          <p:txBody>
            <a:bodyPr vert="horz"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it-IT" sz="900" b="1" i="0" u="none" strike="noStrike" kern="0" cap="none" spc="0" normalizeH="0" baseline="0" noProof="0" dirty="0">
                  <a:ln>
                    <a:noFill/>
                  </a:ln>
                  <a:solidFill>
                    <a:srgbClr val="44546A"/>
                  </a:solidFill>
                  <a:effectLst/>
                  <a:uLnTx/>
                  <a:uFillTx/>
                  <a:latin typeface="Verdana" panose="020B0604030504040204" pitchFamily="34" charset="0"/>
                  <a:ea typeface="Verdana" panose="020B0604030504040204" pitchFamily="34" charset="0"/>
                </a:rPr>
                <a:t>CBI Core Online</a:t>
              </a:r>
              <a:endParaRPr kumimoji="0" lang="it-IT" sz="900" b="1" i="0" u="none" strike="noStrike" kern="0" cap="none" spc="0" normalizeH="0" baseline="0" noProof="0" dirty="0">
                <a:ln>
                  <a:noFill/>
                </a:ln>
                <a:solidFill>
                  <a:srgbClr val="44546A"/>
                </a:solidFill>
                <a:effectLst/>
                <a:uLnTx/>
                <a:uFillTx/>
                <a:latin typeface="Verdana" panose="020B0604030504040204" pitchFamily="34" charset="0"/>
                <a:ea typeface="Verdana" panose="020B0604030504040204" pitchFamily="34" charset="0"/>
                <a:sym typeface="Wingdings" panose="05000000000000000000" pitchFamily="2" charset="2"/>
              </a:endParaRPr>
            </a:p>
          </p:txBody>
        </p:sp>
        <p:cxnSp>
          <p:nvCxnSpPr>
            <p:cNvPr id="706" name="Straight Connector 705">
              <a:extLst>
                <a:ext uri="{FF2B5EF4-FFF2-40B4-BE49-F238E27FC236}">
                  <a16:creationId xmlns:a16="http://schemas.microsoft.com/office/drawing/2014/main" id="{245E71F0-0EE4-41EA-87E3-B6BE5B7DEC88}"/>
                </a:ext>
              </a:extLst>
            </p:cNvPr>
            <p:cNvCxnSpPr>
              <a:cxnSpLocks/>
            </p:cNvCxnSpPr>
            <p:nvPr/>
          </p:nvCxnSpPr>
          <p:spPr>
            <a:xfrm>
              <a:off x="9015573" y="1591349"/>
              <a:ext cx="687292" cy="0"/>
            </a:xfrm>
            <a:prstGeom prst="line">
              <a:avLst/>
            </a:prstGeom>
            <a:noFill/>
            <a:ln w="12700" cap="flat" cmpd="sng" algn="ctr">
              <a:solidFill>
                <a:sysClr val="windowText" lastClr="000000"/>
              </a:solidFill>
              <a:prstDash val="solid"/>
              <a:miter lim="800000"/>
            </a:ln>
            <a:effectLst/>
          </p:spPr>
        </p:cxnSp>
        <p:sp>
          <p:nvSpPr>
            <p:cNvPr id="707" name="Oval 706">
              <a:extLst>
                <a:ext uri="{FF2B5EF4-FFF2-40B4-BE49-F238E27FC236}">
                  <a16:creationId xmlns:a16="http://schemas.microsoft.com/office/drawing/2014/main" id="{30296AC7-CF8D-4ACD-BD14-A40949FB076B}"/>
                </a:ext>
              </a:extLst>
            </p:cNvPr>
            <p:cNvSpPr/>
            <p:nvPr/>
          </p:nvSpPr>
          <p:spPr>
            <a:xfrm>
              <a:off x="9257569" y="5504650"/>
              <a:ext cx="216063" cy="247977"/>
            </a:xfrm>
            <a:prstGeom prst="ellipse">
              <a:avLst/>
            </a:prstGeom>
            <a:solidFill>
              <a:sysClr val="window" lastClr="FFFFFF"/>
            </a:solidFill>
            <a:ln w="6350" cap="flat" cmpd="sng" algn="ctr">
              <a:solidFill>
                <a:srgbClr val="44546A"/>
              </a:solidFill>
              <a:prstDash val="solid"/>
              <a:miter lim="800000"/>
            </a:ln>
            <a:effectLst/>
          </p:spPr>
          <p:txBody>
            <a:bodyPr lIns="3600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it-IT" sz="2000" b="1" i="0" u="none" strike="noStrike" kern="0" cap="none" spc="0" normalizeH="0" baseline="0" noProof="0" dirty="0">
                  <a:ln>
                    <a:solidFill>
                      <a:srgbClr val="000000"/>
                    </a:solidFill>
                  </a:ln>
                  <a:solidFill>
                    <a:srgbClr val="00F66F"/>
                  </a:solidFill>
                  <a:effectLst/>
                  <a:uLnTx/>
                  <a:uFillTx/>
                  <a:sym typeface="Wingdings" panose="05000000000000000000" pitchFamily="2" charset="2"/>
                </a:rPr>
                <a:t></a:t>
              </a:r>
              <a:endParaRPr kumimoji="0" lang="it-IT" sz="2000" b="1" i="0" u="none" strike="noStrike" kern="0" cap="none" spc="0" normalizeH="0" baseline="0" noProof="0" dirty="0">
                <a:ln>
                  <a:solidFill>
                    <a:srgbClr val="000000"/>
                  </a:solidFill>
                </a:ln>
                <a:solidFill>
                  <a:srgbClr val="00F66F"/>
                </a:solidFill>
                <a:effectLst/>
                <a:uLnTx/>
                <a:uFillTx/>
              </a:endParaRPr>
            </a:p>
          </p:txBody>
        </p:sp>
        <p:sp>
          <p:nvSpPr>
            <p:cNvPr id="708" name="Rectangle 707">
              <a:extLst>
                <a:ext uri="{FF2B5EF4-FFF2-40B4-BE49-F238E27FC236}">
                  <a16:creationId xmlns:a16="http://schemas.microsoft.com/office/drawing/2014/main" id="{779B49E7-6571-4064-A0F0-EB0EBADCBDF6}"/>
                </a:ext>
              </a:extLst>
            </p:cNvPr>
            <p:cNvSpPr/>
            <p:nvPr/>
          </p:nvSpPr>
          <p:spPr>
            <a:xfrm>
              <a:off x="9019629" y="3550512"/>
              <a:ext cx="691944" cy="288000"/>
            </a:xfrm>
            <a:prstGeom prst="rect">
              <a:avLst/>
            </a:prstGeom>
            <a:noFill/>
            <a:ln w="12700" cap="flat" cmpd="sng" algn="ctr">
              <a:no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N.A.</a:t>
              </a:r>
            </a:p>
          </p:txBody>
        </p:sp>
        <p:sp>
          <p:nvSpPr>
            <p:cNvPr id="709" name="Rectangle 708">
              <a:extLst>
                <a:ext uri="{FF2B5EF4-FFF2-40B4-BE49-F238E27FC236}">
                  <a16:creationId xmlns:a16="http://schemas.microsoft.com/office/drawing/2014/main" id="{07AFB675-9D5F-4EC2-9D09-84E30CB3DA55}"/>
                </a:ext>
              </a:extLst>
            </p:cNvPr>
            <p:cNvSpPr/>
            <p:nvPr/>
          </p:nvSpPr>
          <p:spPr>
            <a:xfrm>
              <a:off x="9019629" y="3219843"/>
              <a:ext cx="691944" cy="299517"/>
            </a:xfrm>
            <a:prstGeom prst="rect">
              <a:avLst/>
            </a:prstGeom>
            <a:noFill/>
            <a:ln w="12700" cap="flat" cmpd="sng" algn="ctr">
              <a:no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N.A.</a:t>
              </a:r>
            </a:p>
          </p:txBody>
        </p:sp>
        <p:sp>
          <p:nvSpPr>
            <p:cNvPr id="710" name="Rectangle 709">
              <a:extLst>
                <a:ext uri="{FF2B5EF4-FFF2-40B4-BE49-F238E27FC236}">
                  <a16:creationId xmlns:a16="http://schemas.microsoft.com/office/drawing/2014/main" id="{2D7EC8FE-BC48-461E-8B6F-F6CF78D32A7F}"/>
                </a:ext>
              </a:extLst>
            </p:cNvPr>
            <p:cNvSpPr/>
            <p:nvPr/>
          </p:nvSpPr>
          <p:spPr>
            <a:xfrm>
              <a:off x="9019629" y="2629559"/>
              <a:ext cx="691944" cy="299517"/>
            </a:xfrm>
            <a:prstGeom prst="rect">
              <a:avLst/>
            </a:prstGeom>
            <a:noFill/>
            <a:ln w="12700" cap="flat" cmpd="sng" algn="ctr">
              <a:no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N.A.</a:t>
              </a:r>
            </a:p>
          </p:txBody>
        </p:sp>
        <p:sp>
          <p:nvSpPr>
            <p:cNvPr id="711" name="Rectangle 710">
              <a:extLst>
                <a:ext uri="{FF2B5EF4-FFF2-40B4-BE49-F238E27FC236}">
                  <a16:creationId xmlns:a16="http://schemas.microsoft.com/office/drawing/2014/main" id="{9B9675E4-2FA6-4591-AEFB-B37A5009D2E5}"/>
                </a:ext>
              </a:extLst>
            </p:cNvPr>
            <p:cNvSpPr/>
            <p:nvPr/>
          </p:nvSpPr>
          <p:spPr>
            <a:xfrm>
              <a:off x="9019629" y="1844350"/>
              <a:ext cx="691944" cy="299517"/>
            </a:xfrm>
            <a:prstGeom prst="rect">
              <a:avLst/>
            </a:prstGeom>
            <a:noFill/>
            <a:ln w="12700" cap="flat" cmpd="sng" algn="ctr">
              <a:no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N.A.</a:t>
              </a:r>
            </a:p>
          </p:txBody>
        </p:sp>
        <p:sp>
          <p:nvSpPr>
            <p:cNvPr id="712" name="Rectangle 711">
              <a:extLst>
                <a:ext uri="{FF2B5EF4-FFF2-40B4-BE49-F238E27FC236}">
                  <a16:creationId xmlns:a16="http://schemas.microsoft.com/office/drawing/2014/main" id="{E1260E67-83ED-4D24-B86D-F7F5F1ACDAA2}"/>
                </a:ext>
              </a:extLst>
            </p:cNvPr>
            <p:cNvSpPr/>
            <p:nvPr/>
          </p:nvSpPr>
          <p:spPr>
            <a:xfrm>
              <a:off x="9014977" y="5803913"/>
              <a:ext cx="691944" cy="288000"/>
            </a:xfrm>
            <a:prstGeom prst="rect">
              <a:avLst/>
            </a:prstGeom>
            <a:noFill/>
            <a:ln w="12700" cap="flat" cmpd="sng" algn="ctr">
              <a:no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N.A.</a:t>
              </a:r>
            </a:p>
          </p:txBody>
        </p:sp>
        <p:sp>
          <p:nvSpPr>
            <p:cNvPr id="713" name="Rectangle 712">
              <a:extLst>
                <a:ext uri="{FF2B5EF4-FFF2-40B4-BE49-F238E27FC236}">
                  <a16:creationId xmlns:a16="http://schemas.microsoft.com/office/drawing/2014/main" id="{4B76787C-7D5F-4E74-B359-E466E2831D93}"/>
                </a:ext>
              </a:extLst>
            </p:cNvPr>
            <p:cNvSpPr/>
            <p:nvPr/>
          </p:nvSpPr>
          <p:spPr>
            <a:xfrm>
              <a:off x="9014977" y="6166031"/>
              <a:ext cx="691944" cy="288000"/>
            </a:xfrm>
            <a:prstGeom prst="rect">
              <a:avLst/>
            </a:prstGeom>
            <a:noFill/>
            <a:ln w="12700" cap="flat" cmpd="sng" algn="ctr">
              <a:no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N.A.</a:t>
              </a:r>
            </a:p>
          </p:txBody>
        </p:sp>
        <p:sp>
          <p:nvSpPr>
            <p:cNvPr id="714" name="Rectangle 713">
              <a:extLst>
                <a:ext uri="{FF2B5EF4-FFF2-40B4-BE49-F238E27FC236}">
                  <a16:creationId xmlns:a16="http://schemas.microsoft.com/office/drawing/2014/main" id="{891FFA4C-396C-4849-9EFE-EF3052A7B3BE}"/>
                </a:ext>
              </a:extLst>
            </p:cNvPr>
            <p:cNvSpPr/>
            <p:nvPr/>
          </p:nvSpPr>
          <p:spPr>
            <a:xfrm>
              <a:off x="239350" y="5796065"/>
              <a:ext cx="1030593" cy="285464"/>
            </a:xfrm>
            <a:prstGeom prst="rect">
              <a:avLst/>
            </a:prstGeom>
            <a:solidFill>
              <a:schemeClr val="tx1"/>
            </a:solidFill>
            <a:ln w="12700" cap="flat" cmpd="sng" algn="ctr">
              <a:no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mn-cs"/>
                </a:rPr>
                <a:t>CBILL API Rest</a:t>
              </a:r>
            </a:p>
          </p:txBody>
        </p:sp>
        <p:sp>
          <p:nvSpPr>
            <p:cNvPr id="715" name="Rectangle 714">
              <a:extLst>
                <a:ext uri="{FF2B5EF4-FFF2-40B4-BE49-F238E27FC236}">
                  <a16:creationId xmlns:a16="http://schemas.microsoft.com/office/drawing/2014/main" id="{FF828819-323B-4DC5-B873-F6BFBF7FA2F4}"/>
                </a:ext>
              </a:extLst>
            </p:cNvPr>
            <p:cNvSpPr/>
            <p:nvPr/>
          </p:nvSpPr>
          <p:spPr>
            <a:xfrm>
              <a:off x="239350" y="6150236"/>
              <a:ext cx="1030593" cy="285464"/>
            </a:xfrm>
            <a:prstGeom prst="rect">
              <a:avLst/>
            </a:prstGeom>
            <a:solidFill>
              <a:schemeClr val="tx1"/>
            </a:solidFill>
            <a:ln w="12700" cap="flat" cmpd="sng" algn="ctr">
              <a:no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err="1">
                  <a:ln>
                    <a:noFill/>
                  </a:ln>
                  <a:solidFill>
                    <a:prstClr val="white"/>
                  </a:solidFill>
                  <a:effectLst/>
                  <a:uLnTx/>
                  <a:uFillTx/>
                  <a:latin typeface="Verdana" panose="020B0604030504040204" pitchFamily="34" charset="0"/>
                  <a:ea typeface="Verdana" panose="020B0604030504040204" pitchFamily="34" charset="0"/>
                  <a:cs typeface="+mn-cs"/>
                </a:rPr>
                <a:t>Messaggi</a:t>
              </a:r>
              <a:r>
                <a:rPr kumimoji="0" lang="en-US" sz="800" b="1" i="0" u="none" strike="noStrike" kern="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mn-cs"/>
                </a:rPr>
                <a:t> DAM API</a:t>
              </a:r>
            </a:p>
          </p:txBody>
        </p:sp>
        <p:sp>
          <p:nvSpPr>
            <p:cNvPr id="716" name="Rectangle 715">
              <a:extLst>
                <a:ext uri="{FF2B5EF4-FFF2-40B4-BE49-F238E27FC236}">
                  <a16:creationId xmlns:a16="http://schemas.microsoft.com/office/drawing/2014/main" id="{AB5D9CC1-A847-453B-B9D4-1E5341ABBFEC}"/>
                </a:ext>
              </a:extLst>
            </p:cNvPr>
            <p:cNvSpPr/>
            <p:nvPr/>
          </p:nvSpPr>
          <p:spPr>
            <a:xfrm>
              <a:off x="7407682" y="970307"/>
              <a:ext cx="687292" cy="607992"/>
            </a:xfrm>
            <a:prstGeom prst="rect">
              <a:avLst/>
            </a:prstGeom>
            <a:noFill/>
            <a:ln w="12700" cap="flat" cmpd="sng" algn="ctr">
              <a:noFill/>
              <a:prstDash val="solid"/>
              <a:miter lim="800000"/>
            </a:ln>
            <a:effectLst/>
          </p:spPr>
          <p:txBody>
            <a:bodyPr vert="horz"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it-IT" sz="900" b="1" i="0" u="none" strike="noStrike" kern="0" cap="none" spc="0" normalizeH="0" baseline="0" noProof="0" dirty="0" err="1">
                  <a:ln>
                    <a:noFill/>
                  </a:ln>
                  <a:solidFill>
                    <a:srgbClr val="44546A"/>
                  </a:solidFill>
                  <a:effectLst/>
                  <a:uLnTx/>
                  <a:uFillTx/>
                  <a:latin typeface="Verdana" panose="020B0604030504040204" pitchFamily="34" charset="0"/>
                  <a:ea typeface="Verdana" panose="020B0604030504040204" pitchFamily="34" charset="0"/>
                </a:rPr>
                <a:t>Dispatching</a:t>
              </a:r>
              <a:r>
                <a:rPr kumimoji="0" lang="it-IT" sz="900" b="1" i="0" u="none" strike="noStrike" kern="0" cap="none" spc="0" normalizeH="0" baseline="0" noProof="0" dirty="0">
                  <a:ln>
                    <a:noFill/>
                  </a:ln>
                  <a:solidFill>
                    <a:srgbClr val="44546A"/>
                  </a:solidFill>
                  <a:effectLst/>
                  <a:uLnTx/>
                  <a:uFillTx/>
                  <a:latin typeface="Verdana" panose="020B0604030504040204" pitchFamily="34" charset="0"/>
                  <a:ea typeface="Verdana" panose="020B0604030504040204" pitchFamily="34" charset="0"/>
                </a:rPr>
                <a:t> CBILL Online</a:t>
              </a:r>
              <a:endParaRPr kumimoji="0" lang="it-IT" sz="900" b="1" i="0" u="none" strike="noStrike" kern="0" cap="none" spc="0" normalizeH="0" baseline="0" noProof="0" dirty="0">
                <a:ln>
                  <a:noFill/>
                </a:ln>
                <a:solidFill>
                  <a:srgbClr val="44546A"/>
                </a:solidFill>
                <a:effectLst/>
                <a:uLnTx/>
                <a:uFillTx/>
                <a:latin typeface="Verdana" panose="020B0604030504040204" pitchFamily="34" charset="0"/>
                <a:ea typeface="Verdana" panose="020B0604030504040204" pitchFamily="34" charset="0"/>
                <a:sym typeface="Wingdings" panose="05000000000000000000" pitchFamily="2" charset="2"/>
              </a:endParaRPr>
            </a:p>
          </p:txBody>
        </p:sp>
        <p:cxnSp>
          <p:nvCxnSpPr>
            <p:cNvPr id="717" name="Straight Connector 716">
              <a:extLst>
                <a:ext uri="{FF2B5EF4-FFF2-40B4-BE49-F238E27FC236}">
                  <a16:creationId xmlns:a16="http://schemas.microsoft.com/office/drawing/2014/main" id="{93829B18-07A0-4024-91AE-1C0B6CBBB973}"/>
                </a:ext>
              </a:extLst>
            </p:cNvPr>
            <p:cNvCxnSpPr>
              <a:cxnSpLocks/>
            </p:cNvCxnSpPr>
            <p:nvPr/>
          </p:nvCxnSpPr>
          <p:spPr>
            <a:xfrm>
              <a:off x="7407683" y="1578301"/>
              <a:ext cx="687292" cy="0"/>
            </a:xfrm>
            <a:prstGeom prst="line">
              <a:avLst/>
            </a:prstGeom>
            <a:noFill/>
            <a:ln w="12700" cap="flat" cmpd="sng" algn="ctr">
              <a:solidFill>
                <a:sysClr val="windowText" lastClr="000000"/>
              </a:solidFill>
              <a:prstDash val="solid"/>
              <a:miter lim="800000"/>
            </a:ln>
            <a:effectLst/>
          </p:spPr>
        </p:cxnSp>
        <p:sp>
          <p:nvSpPr>
            <p:cNvPr id="718" name="Rectangle 717">
              <a:extLst>
                <a:ext uri="{FF2B5EF4-FFF2-40B4-BE49-F238E27FC236}">
                  <a16:creationId xmlns:a16="http://schemas.microsoft.com/office/drawing/2014/main" id="{3055AE15-D9E3-48CB-9176-CDA63E62D534}"/>
                </a:ext>
              </a:extLst>
            </p:cNvPr>
            <p:cNvSpPr/>
            <p:nvPr/>
          </p:nvSpPr>
          <p:spPr>
            <a:xfrm>
              <a:off x="7403031" y="1726701"/>
              <a:ext cx="691944" cy="594541"/>
            </a:xfrm>
            <a:prstGeom prst="rect">
              <a:avLst/>
            </a:prstGeom>
            <a:noFill/>
            <a:ln w="12700" cap="flat" cmpd="sng" algn="ctr">
              <a:no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N.A.</a:t>
              </a:r>
            </a:p>
          </p:txBody>
        </p:sp>
        <p:sp>
          <p:nvSpPr>
            <p:cNvPr id="719" name="Rectangle 718">
              <a:extLst>
                <a:ext uri="{FF2B5EF4-FFF2-40B4-BE49-F238E27FC236}">
                  <a16:creationId xmlns:a16="http://schemas.microsoft.com/office/drawing/2014/main" id="{7FD57486-CA9D-48C1-9651-799666ACD365}"/>
                </a:ext>
              </a:extLst>
            </p:cNvPr>
            <p:cNvSpPr/>
            <p:nvPr/>
          </p:nvSpPr>
          <p:spPr>
            <a:xfrm>
              <a:off x="7403031" y="2626324"/>
              <a:ext cx="691944" cy="299517"/>
            </a:xfrm>
            <a:prstGeom prst="rect">
              <a:avLst/>
            </a:prstGeom>
            <a:noFill/>
            <a:ln w="12700" cap="flat" cmpd="sng" algn="ctr">
              <a:no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N.A.</a:t>
              </a:r>
            </a:p>
          </p:txBody>
        </p:sp>
        <p:sp>
          <p:nvSpPr>
            <p:cNvPr id="720" name="Rectangle 719">
              <a:extLst>
                <a:ext uri="{FF2B5EF4-FFF2-40B4-BE49-F238E27FC236}">
                  <a16:creationId xmlns:a16="http://schemas.microsoft.com/office/drawing/2014/main" id="{F8749D7F-A948-413C-AF5A-C5E65F0FD8F9}"/>
                </a:ext>
              </a:extLst>
            </p:cNvPr>
            <p:cNvSpPr/>
            <p:nvPr/>
          </p:nvSpPr>
          <p:spPr>
            <a:xfrm>
              <a:off x="7403031" y="5465832"/>
              <a:ext cx="691944" cy="299517"/>
            </a:xfrm>
            <a:prstGeom prst="rect">
              <a:avLst/>
            </a:prstGeom>
            <a:noFill/>
            <a:ln w="12700" cap="flat" cmpd="sng" algn="ctr">
              <a:no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N.A.</a:t>
              </a:r>
            </a:p>
          </p:txBody>
        </p:sp>
        <p:sp>
          <p:nvSpPr>
            <p:cNvPr id="721" name="Rectangle 720">
              <a:extLst>
                <a:ext uri="{FF2B5EF4-FFF2-40B4-BE49-F238E27FC236}">
                  <a16:creationId xmlns:a16="http://schemas.microsoft.com/office/drawing/2014/main" id="{4F982DD2-E73C-4A76-A504-16C2AB1EAFE7}"/>
                </a:ext>
              </a:extLst>
            </p:cNvPr>
            <p:cNvSpPr/>
            <p:nvPr/>
          </p:nvSpPr>
          <p:spPr>
            <a:xfrm>
              <a:off x="1326262" y="4714379"/>
              <a:ext cx="691945" cy="546418"/>
            </a:xfrm>
            <a:prstGeom prst="rect">
              <a:avLst/>
            </a:prstGeom>
            <a:solidFill>
              <a:schemeClr val="tx1">
                <a:lumMod val="20000"/>
                <a:lumOff val="80000"/>
              </a:schemeClr>
            </a:solidFill>
            <a:ln w="12700" cap="flat" cmpd="sng" algn="ctr">
              <a:no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0070C0"/>
                  </a:solidFill>
                  <a:effectLst/>
                  <a:uLnTx/>
                  <a:uFillTx/>
                  <a:latin typeface="Verdana" panose="020B0604030504040204" pitchFamily="34" charset="0"/>
                  <a:ea typeface="Verdana" panose="020B0604030504040204" pitchFamily="34" charset="0"/>
                  <a:cs typeface="+mn-cs"/>
                </a:rPr>
                <a:t>Batch / Online</a:t>
              </a:r>
              <a:endParaRPr kumimoji="0" lang="en-US" sz="800" b="0"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722" name="Rectangle 721">
              <a:extLst>
                <a:ext uri="{FF2B5EF4-FFF2-40B4-BE49-F238E27FC236}">
                  <a16:creationId xmlns:a16="http://schemas.microsoft.com/office/drawing/2014/main" id="{AE34EDA6-D307-41CA-9AA3-901E36ABDB8D}"/>
                </a:ext>
              </a:extLst>
            </p:cNvPr>
            <p:cNvSpPr/>
            <p:nvPr/>
          </p:nvSpPr>
          <p:spPr>
            <a:xfrm>
              <a:off x="8223206" y="4714379"/>
              <a:ext cx="691944" cy="546418"/>
            </a:xfrm>
            <a:prstGeom prst="rect">
              <a:avLst/>
            </a:prstGeom>
            <a:noFill/>
            <a:ln w="12700" cap="flat" cmpd="sng" algn="ctr">
              <a:no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N.A.</a:t>
              </a:r>
            </a:p>
          </p:txBody>
        </p:sp>
        <p:sp>
          <p:nvSpPr>
            <p:cNvPr id="723" name="Rectangle 722">
              <a:extLst>
                <a:ext uri="{FF2B5EF4-FFF2-40B4-BE49-F238E27FC236}">
                  <a16:creationId xmlns:a16="http://schemas.microsoft.com/office/drawing/2014/main" id="{B200A531-9C19-48C2-ABE5-9731799C6724}"/>
                </a:ext>
              </a:extLst>
            </p:cNvPr>
            <p:cNvSpPr/>
            <p:nvPr/>
          </p:nvSpPr>
          <p:spPr>
            <a:xfrm>
              <a:off x="6620816" y="4714379"/>
              <a:ext cx="691944" cy="546418"/>
            </a:xfrm>
            <a:prstGeom prst="rect">
              <a:avLst/>
            </a:prstGeom>
            <a:noFill/>
            <a:ln w="12700" cap="flat" cmpd="sng" algn="ctr">
              <a:no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N.A.</a:t>
              </a:r>
            </a:p>
          </p:txBody>
        </p:sp>
        <p:sp>
          <p:nvSpPr>
            <p:cNvPr id="724" name="Rectangle 723">
              <a:extLst>
                <a:ext uri="{FF2B5EF4-FFF2-40B4-BE49-F238E27FC236}">
                  <a16:creationId xmlns:a16="http://schemas.microsoft.com/office/drawing/2014/main" id="{82608AC0-99B6-4C73-9338-AF5AC82BB856}"/>
                </a:ext>
              </a:extLst>
            </p:cNvPr>
            <p:cNvSpPr/>
            <p:nvPr/>
          </p:nvSpPr>
          <p:spPr>
            <a:xfrm>
              <a:off x="10637921" y="4714379"/>
              <a:ext cx="691944" cy="546418"/>
            </a:xfrm>
            <a:prstGeom prst="rect">
              <a:avLst/>
            </a:prstGeom>
            <a:noFill/>
            <a:ln w="12700" cap="flat" cmpd="sng" algn="ctr">
              <a:no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N.A.</a:t>
              </a:r>
            </a:p>
          </p:txBody>
        </p:sp>
        <p:sp>
          <p:nvSpPr>
            <p:cNvPr id="725" name="Oval 724">
              <a:extLst>
                <a:ext uri="{FF2B5EF4-FFF2-40B4-BE49-F238E27FC236}">
                  <a16:creationId xmlns:a16="http://schemas.microsoft.com/office/drawing/2014/main" id="{349F988E-3C09-4CB2-A7CE-41D1AB9B78C6}"/>
                </a:ext>
              </a:extLst>
            </p:cNvPr>
            <p:cNvSpPr/>
            <p:nvPr/>
          </p:nvSpPr>
          <p:spPr>
            <a:xfrm>
              <a:off x="10061236" y="4854001"/>
              <a:ext cx="216063" cy="267174"/>
            </a:xfrm>
            <a:prstGeom prst="ellipse">
              <a:avLst/>
            </a:prstGeom>
            <a:solidFill>
              <a:sysClr val="window" lastClr="FFFFFF"/>
            </a:solidFill>
            <a:ln w="6350" cap="flat" cmpd="sng" algn="ctr">
              <a:solidFill>
                <a:srgbClr val="44546A"/>
              </a:solidFill>
              <a:prstDash val="solid"/>
              <a:miter lim="800000"/>
            </a:ln>
            <a:effectLst/>
          </p:spPr>
          <p:txBody>
            <a:bodyPr lIns="3600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it-IT" sz="2000" b="1" i="0" u="none" strike="noStrike" kern="0" cap="none" spc="0" normalizeH="0" baseline="0" noProof="0" dirty="0">
                  <a:ln>
                    <a:solidFill>
                      <a:srgbClr val="000000"/>
                    </a:solidFill>
                  </a:ln>
                  <a:solidFill>
                    <a:srgbClr val="00F66F"/>
                  </a:solidFill>
                  <a:effectLst/>
                  <a:uLnTx/>
                  <a:uFillTx/>
                  <a:sym typeface="Wingdings" panose="05000000000000000000" pitchFamily="2" charset="2"/>
                </a:rPr>
                <a:t></a:t>
              </a:r>
              <a:endParaRPr kumimoji="0" lang="it-IT" sz="2000" b="1" i="0" u="none" strike="noStrike" kern="0" cap="none" spc="0" normalizeH="0" baseline="0" noProof="0" dirty="0">
                <a:ln>
                  <a:solidFill>
                    <a:srgbClr val="000000"/>
                  </a:solidFill>
                </a:ln>
                <a:solidFill>
                  <a:srgbClr val="00F66F"/>
                </a:solidFill>
                <a:effectLst/>
                <a:uLnTx/>
                <a:uFillTx/>
              </a:endParaRPr>
            </a:p>
          </p:txBody>
        </p:sp>
        <p:sp>
          <p:nvSpPr>
            <p:cNvPr id="726" name="Oval 725">
              <a:extLst>
                <a:ext uri="{FF2B5EF4-FFF2-40B4-BE49-F238E27FC236}">
                  <a16:creationId xmlns:a16="http://schemas.microsoft.com/office/drawing/2014/main" id="{76945469-F8DB-48AC-8E9B-4DC124F1E33C}"/>
                </a:ext>
              </a:extLst>
            </p:cNvPr>
            <p:cNvSpPr/>
            <p:nvPr/>
          </p:nvSpPr>
          <p:spPr>
            <a:xfrm>
              <a:off x="5362024" y="4854001"/>
              <a:ext cx="216063" cy="267174"/>
            </a:xfrm>
            <a:prstGeom prst="ellipse">
              <a:avLst/>
            </a:prstGeom>
            <a:solidFill>
              <a:sysClr val="window" lastClr="FFFFFF"/>
            </a:solidFill>
            <a:ln w="6350" cap="flat" cmpd="sng" algn="ctr">
              <a:solidFill>
                <a:srgbClr val="44546A"/>
              </a:solidFill>
              <a:prstDash val="solid"/>
              <a:miter lim="800000"/>
            </a:ln>
            <a:effectLst/>
          </p:spPr>
          <p:txBody>
            <a:bodyPr lIns="3600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it-IT" sz="2000" b="1" i="0" u="none" strike="noStrike" kern="0" cap="none" spc="0" normalizeH="0" baseline="0" noProof="0" dirty="0">
                  <a:ln>
                    <a:solidFill>
                      <a:srgbClr val="000000"/>
                    </a:solidFill>
                  </a:ln>
                  <a:solidFill>
                    <a:srgbClr val="00F66F"/>
                  </a:solidFill>
                  <a:effectLst/>
                  <a:uLnTx/>
                  <a:uFillTx/>
                  <a:sym typeface="Wingdings" panose="05000000000000000000" pitchFamily="2" charset="2"/>
                </a:rPr>
                <a:t></a:t>
              </a:r>
              <a:endParaRPr kumimoji="0" lang="it-IT" sz="2000" b="1" i="0" u="none" strike="noStrike" kern="0" cap="none" spc="0" normalizeH="0" baseline="0" noProof="0" dirty="0">
                <a:ln>
                  <a:solidFill>
                    <a:srgbClr val="000000"/>
                  </a:solidFill>
                </a:ln>
                <a:solidFill>
                  <a:srgbClr val="00F66F"/>
                </a:solidFill>
                <a:effectLst/>
                <a:uLnTx/>
                <a:uFillTx/>
              </a:endParaRPr>
            </a:p>
          </p:txBody>
        </p:sp>
        <p:sp>
          <p:nvSpPr>
            <p:cNvPr id="727" name="Oval 726">
              <a:extLst>
                <a:ext uri="{FF2B5EF4-FFF2-40B4-BE49-F238E27FC236}">
                  <a16:creationId xmlns:a16="http://schemas.microsoft.com/office/drawing/2014/main" id="{58034D2D-42A2-4493-9D3E-FE8E50DDE5A2}"/>
                </a:ext>
              </a:extLst>
            </p:cNvPr>
            <p:cNvSpPr/>
            <p:nvPr/>
          </p:nvSpPr>
          <p:spPr>
            <a:xfrm>
              <a:off x="2334785" y="4854001"/>
              <a:ext cx="216063" cy="267174"/>
            </a:xfrm>
            <a:prstGeom prst="ellipse">
              <a:avLst/>
            </a:prstGeom>
            <a:solidFill>
              <a:sysClr val="window" lastClr="FFFFFF"/>
            </a:solidFill>
            <a:ln w="6350" cap="flat" cmpd="sng" algn="ctr">
              <a:solidFill>
                <a:srgbClr val="44546A"/>
              </a:solidFill>
              <a:prstDash val="solid"/>
              <a:miter lim="800000"/>
            </a:ln>
            <a:effectLst/>
          </p:spPr>
          <p:txBody>
            <a:bodyPr lIns="3600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it-IT" sz="2000" b="1" i="0" u="none" strike="noStrike" kern="0" cap="none" spc="0" normalizeH="0" baseline="0" noProof="0" dirty="0">
                  <a:ln>
                    <a:solidFill>
                      <a:srgbClr val="000000"/>
                    </a:solidFill>
                  </a:ln>
                  <a:solidFill>
                    <a:srgbClr val="00F66F"/>
                  </a:solidFill>
                  <a:effectLst/>
                  <a:uLnTx/>
                  <a:uFillTx/>
                  <a:sym typeface="Wingdings" panose="05000000000000000000" pitchFamily="2" charset="2"/>
                </a:rPr>
                <a:t></a:t>
              </a:r>
              <a:endParaRPr kumimoji="0" lang="it-IT" sz="2000" b="1" i="0" u="none" strike="noStrike" kern="0" cap="none" spc="0" normalizeH="0" baseline="0" noProof="0" dirty="0">
                <a:ln>
                  <a:solidFill>
                    <a:srgbClr val="000000"/>
                  </a:solidFill>
                </a:ln>
                <a:solidFill>
                  <a:srgbClr val="00F66F"/>
                </a:solidFill>
                <a:effectLst/>
                <a:uLnTx/>
                <a:uFillTx/>
              </a:endParaRPr>
            </a:p>
          </p:txBody>
        </p:sp>
        <p:sp>
          <p:nvSpPr>
            <p:cNvPr id="728" name="Oval 727">
              <a:extLst>
                <a:ext uri="{FF2B5EF4-FFF2-40B4-BE49-F238E27FC236}">
                  <a16:creationId xmlns:a16="http://schemas.microsoft.com/office/drawing/2014/main" id="{9375E807-D6E0-4C51-98F1-19E0E611624F}"/>
                </a:ext>
              </a:extLst>
            </p:cNvPr>
            <p:cNvSpPr/>
            <p:nvPr/>
          </p:nvSpPr>
          <p:spPr>
            <a:xfrm>
              <a:off x="3094268" y="4854001"/>
              <a:ext cx="216063" cy="267174"/>
            </a:xfrm>
            <a:prstGeom prst="ellipse">
              <a:avLst/>
            </a:prstGeom>
            <a:solidFill>
              <a:sysClr val="window" lastClr="FFFFFF"/>
            </a:solidFill>
            <a:ln w="6350" cap="flat" cmpd="sng" algn="ctr">
              <a:solidFill>
                <a:srgbClr val="44546A"/>
              </a:solidFill>
              <a:prstDash val="solid"/>
              <a:miter lim="800000"/>
            </a:ln>
            <a:effectLst/>
          </p:spPr>
          <p:txBody>
            <a:bodyPr lIns="3600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it-IT" sz="2000" b="1" i="0" u="none" strike="noStrike" kern="0" cap="none" spc="0" normalizeH="0" baseline="0" noProof="0" dirty="0">
                  <a:ln>
                    <a:solidFill>
                      <a:srgbClr val="000000"/>
                    </a:solidFill>
                  </a:ln>
                  <a:solidFill>
                    <a:srgbClr val="00F66F"/>
                  </a:solidFill>
                  <a:effectLst/>
                  <a:uLnTx/>
                  <a:uFillTx/>
                  <a:sym typeface="Wingdings" panose="05000000000000000000" pitchFamily="2" charset="2"/>
                </a:rPr>
                <a:t></a:t>
              </a:r>
              <a:endParaRPr kumimoji="0" lang="it-IT" sz="2000" b="1" i="0" u="none" strike="noStrike" kern="0" cap="none" spc="0" normalizeH="0" baseline="0" noProof="0" dirty="0">
                <a:ln>
                  <a:solidFill>
                    <a:srgbClr val="000000"/>
                  </a:solidFill>
                </a:ln>
                <a:solidFill>
                  <a:srgbClr val="00F66F"/>
                </a:solidFill>
                <a:effectLst/>
                <a:uLnTx/>
                <a:uFillTx/>
              </a:endParaRPr>
            </a:p>
          </p:txBody>
        </p:sp>
        <p:sp>
          <p:nvSpPr>
            <p:cNvPr id="729" name="Oval 728">
              <a:extLst>
                <a:ext uri="{FF2B5EF4-FFF2-40B4-BE49-F238E27FC236}">
                  <a16:creationId xmlns:a16="http://schemas.microsoft.com/office/drawing/2014/main" id="{C37250A4-6EDA-4F2F-BA4B-43B2AFA12CE1}"/>
                </a:ext>
              </a:extLst>
            </p:cNvPr>
            <p:cNvSpPr/>
            <p:nvPr/>
          </p:nvSpPr>
          <p:spPr>
            <a:xfrm>
              <a:off x="3877384" y="4854001"/>
              <a:ext cx="216063" cy="267174"/>
            </a:xfrm>
            <a:prstGeom prst="ellipse">
              <a:avLst/>
            </a:prstGeom>
            <a:solidFill>
              <a:sysClr val="window" lastClr="FFFFFF"/>
            </a:solidFill>
            <a:ln w="6350" cap="flat" cmpd="sng" algn="ctr">
              <a:solidFill>
                <a:srgbClr val="44546A"/>
              </a:solidFill>
              <a:prstDash val="solid"/>
              <a:miter lim="800000"/>
            </a:ln>
            <a:effectLst/>
          </p:spPr>
          <p:txBody>
            <a:bodyPr lIns="3600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it-IT" sz="2000" b="1" i="0" u="none" strike="noStrike" kern="0" cap="none" spc="0" normalizeH="0" baseline="0" noProof="0" dirty="0">
                  <a:ln>
                    <a:solidFill>
                      <a:srgbClr val="000000"/>
                    </a:solidFill>
                  </a:ln>
                  <a:solidFill>
                    <a:srgbClr val="00F66F"/>
                  </a:solidFill>
                  <a:effectLst/>
                  <a:uLnTx/>
                  <a:uFillTx/>
                  <a:sym typeface="Wingdings" panose="05000000000000000000" pitchFamily="2" charset="2"/>
                </a:rPr>
                <a:t></a:t>
              </a:r>
              <a:endParaRPr kumimoji="0" lang="it-IT" sz="2000" b="1" i="0" u="none" strike="noStrike" kern="0" cap="none" spc="0" normalizeH="0" baseline="0" noProof="0" dirty="0">
                <a:ln>
                  <a:solidFill>
                    <a:srgbClr val="000000"/>
                  </a:solidFill>
                </a:ln>
                <a:solidFill>
                  <a:srgbClr val="00F66F"/>
                </a:solidFill>
                <a:effectLst/>
                <a:uLnTx/>
                <a:uFillTx/>
              </a:endParaRPr>
            </a:p>
          </p:txBody>
        </p:sp>
        <p:sp>
          <p:nvSpPr>
            <p:cNvPr id="730" name="Oval 729">
              <a:extLst>
                <a:ext uri="{FF2B5EF4-FFF2-40B4-BE49-F238E27FC236}">
                  <a16:creationId xmlns:a16="http://schemas.microsoft.com/office/drawing/2014/main" id="{69049381-7290-47CE-AE1D-B6F0C88C8675}"/>
                </a:ext>
              </a:extLst>
            </p:cNvPr>
            <p:cNvSpPr/>
            <p:nvPr/>
          </p:nvSpPr>
          <p:spPr>
            <a:xfrm>
              <a:off x="4619253" y="4854001"/>
              <a:ext cx="216063" cy="267174"/>
            </a:xfrm>
            <a:prstGeom prst="ellipse">
              <a:avLst/>
            </a:prstGeom>
            <a:solidFill>
              <a:sysClr val="window" lastClr="FFFFFF"/>
            </a:solidFill>
            <a:ln w="6350" cap="flat" cmpd="sng" algn="ctr">
              <a:solidFill>
                <a:srgbClr val="44546A"/>
              </a:solidFill>
              <a:prstDash val="solid"/>
              <a:miter lim="800000"/>
            </a:ln>
            <a:effectLst/>
          </p:spPr>
          <p:txBody>
            <a:bodyPr lIns="3600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it-IT" sz="2000" b="1" i="0" u="none" strike="noStrike" kern="0" cap="none" spc="0" normalizeH="0" baseline="0" noProof="0" dirty="0">
                  <a:ln>
                    <a:solidFill>
                      <a:srgbClr val="000000"/>
                    </a:solidFill>
                  </a:ln>
                  <a:solidFill>
                    <a:srgbClr val="00F66F"/>
                  </a:solidFill>
                  <a:effectLst/>
                  <a:uLnTx/>
                  <a:uFillTx/>
                  <a:sym typeface="Wingdings" panose="05000000000000000000" pitchFamily="2" charset="2"/>
                </a:rPr>
                <a:t></a:t>
              </a:r>
              <a:endParaRPr kumimoji="0" lang="it-IT" sz="2000" b="1" i="0" u="none" strike="noStrike" kern="0" cap="none" spc="0" normalizeH="0" baseline="0" noProof="0" dirty="0">
                <a:ln>
                  <a:solidFill>
                    <a:srgbClr val="000000"/>
                  </a:solidFill>
                </a:ln>
                <a:solidFill>
                  <a:srgbClr val="00F66F"/>
                </a:solidFill>
                <a:effectLst/>
                <a:uLnTx/>
                <a:uFillTx/>
              </a:endParaRPr>
            </a:p>
          </p:txBody>
        </p:sp>
        <p:sp>
          <p:nvSpPr>
            <p:cNvPr id="731" name="Oval 730">
              <a:extLst>
                <a:ext uri="{FF2B5EF4-FFF2-40B4-BE49-F238E27FC236}">
                  <a16:creationId xmlns:a16="http://schemas.microsoft.com/office/drawing/2014/main" id="{7C3B8B34-E2FD-430B-8CF1-5ED7CBD09BEF}"/>
                </a:ext>
              </a:extLst>
            </p:cNvPr>
            <p:cNvSpPr/>
            <p:nvPr/>
          </p:nvSpPr>
          <p:spPr>
            <a:xfrm>
              <a:off x="6091875" y="4854001"/>
              <a:ext cx="216063" cy="267174"/>
            </a:xfrm>
            <a:prstGeom prst="ellipse">
              <a:avLst/>
            </a:prstGeom>
            <a:solidFill>
              <a:sysClr val="window" lastClr="FFFFFF"/>
            </a:solidFill>
            <a:ln w="6350" cap="flat" cmpd="sng" algn="ctr">
              <a:solidFill>
                <a:srgbClr val="44546A"/>
              </a:solidFill>
              <a:prstDash val="solid"/>
              <a:miter lim="800000"/>
            </a:ln>
            <a:effectLst/>
          </p:spPr>
          <p:txBody>
            <a:bodyPr lIns="3600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it-IT" sz="2000" b="1" i="0" u="none" strike="noStrike" kern="0" cap="none" spc="0" normalizeH="0" baseline="0" noProof="0" dirty="0">
                  <a:ln>
                    <a:solidFill>
                      <a:srgbClr val="000000"/>
                    </a:solidFill>
                  </a:ln>
                  <a:solidFill>
                    <a:srgbClr val="00F66F"/>
                  </a:solidFill>
                  <a:effectLst/>
                  <a:uLnTx/>
                  <a:uFillTx/>
                  <a:sym typeface="Wingdings" panose="05000000000000000000" pitchFamily="2" charset="2"/>
                </a:rPr>
                <a:t></a:t>
              </a:r>
              <a:endParaRPr kumimoji="0" lang="it-IT" sz="2000" b="1" i="0" u="none" strike="noStrike" kern="0" cap="none" spc="0" normalizeH="0" baseline="0" noProof="0" dirty="0">
                <a:ln>
                  <a:solidFill>
                    <a:srgbClr val="000000"/>
                  </a:solidFill>
                </a:ln>
                <a:solidFill>
                  <a:srgbClr val="00F66F"/>
                </a:solidFill>
                <a:effectLst/>
                <a:uLnTx/>
                <a:uFillTx/>
              </a:endParaRPr>
            </a:p>
          </p:txBody>
        </p:sp>
        <p:sp>
          <p:nvSpPr>
            <p:cNvPr id="732" name="Rectangle 731">
              <a:extLst>
                <a:ext uri="{FF2B5EF4-FFF2-40B4-BE49-F238E27FC236}">
                  <a16:creationId xmlns:a16="http://schemas.microsoft.com/office/drawing/2014/main" id="{04E6E561-B35F-47CB-AABE-4CB79AF48495}"/>
                </a:ext>
              </a:extLst>
            </p:cNvPr>
            <p:cNvSpPr/>
            <p:nvPr/>
          </p:nvSpPr>
          <p:spPr>
            <a:xfrm>
              <a:off x="9019629" y="4704906"/>
              <a:ext cx="691944" cy="568269"/>
            </a:xfrm>
            <a:prstGeom prst="rect">
              <a:avLst/>
            </a:prstGeom>
            <a:noFill/>
            <a:ln w="12700" cap="flat" cmpd="sng" algn="ctr">
              <a:no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N.A.</a:t>
              </a:r>
            </a:p>
          </p:txBody>
        </p:sp>
        <p:sp>
          <p:nvSpPr>
            <p:cNvPr id="733" name="Rectangle 732">
              <a:extLst>
                <a:ext uri="{FF2B5EF4-FFF2-40B4-BE49-F238E27FC236}">
                  <a16:creationId xmlns:a16="http://schemas.microsoft.com/office/drawing/2014/main" id="{A0494A18-3E1B-4942-805C-72C300339AB9}"/>
                </a:ext>
              </a:extLst>
            </p:cNvPr>
            <p:cNvSpPr/>
            <p:nvPr/>
          </p:nvSpPr>
          <p:spPr>
            <a:xfrm>
              <a:off x="7403031" y="4702001"/>
              <a:ext cx="691944" cy="546418"/>
            </a:xfrm>
            <a:prstGeom prst="rect">
              <a:avLst/>
            </a:prstGeom>
            <a:noFill/>
            <a:ln w="12700" cap="flat" cmpd="sng" algn="ctr">
              <a:no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N.A.</a:t>
              </a:r>
            </a:p>
          </p:txBody>
        </p:sp>
        <p:sp>
          <p:nvSpPr>
            <p:cNvPr id="734" name="Oval 733">
              <a:extLst>
                <a:ext uri="{FF2B5EF4-FFF2-40B4-BE49-F238E27FC236}">
                  <a16:creationId xmlns:a16="http://schemas.microsoft.com/office/drawing/2014/main" id="{B22B045E-F246-4F5D-828D-4B261F988B72}"/>
                </a:ext>
              </a:extLst>
            </p:cNvPr>
            <p:cNvSpPr/>
            <p:nvPr/>
          </p:nvSpPr>
          <p:spPr>
            <a:xfrm>
              <a:off x="7643297" y="3557476"/>
              <a:ext cx="216063" cy="247977"/>
            </a:xfrm>
            <a:prstGeom prst="ellipse">
              <a:avLst/>
            </a:prstGeom>
            <a:solidFill>
              <a:sysClr val="window" lastClr="FFFFFF"/>
            </a:solidFill>
            <a:ln w="6350" cap="flat" cmpd="sng" algn="ctr">
              <a:solidFill>
                <a:srgbClr val="44546A"/>
              </a:solidFill>
              <a:prstDash val="solid"/>
              <a:miter lim="800000"/>
            </a:ln>
            <a:effectLst/>
          </p:spPr>
          <p:txBody>
            <a:bodyPr lIns="3600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it-IT" sz="2000" b="1" i="0" u="none" strike="noStrike" kern="0" cap="none" spc="0" normalizeH="0" baseline="0" noProof="0" dirty="0">
                  <a:ln>
                    <a:solidFill>
                      <a:srgbClr val="000000"/>
                    </a:solidFill>
                  </a:ln>
                  <a:solidFill>
                    <a:srgbClr val="00F66F"/>
                  </a:solidFill>
                  <a:effectLst/>
                  <a:uLnTx/>
                  <a:uFillTx/>
                  <a:sym typeface="Wingdings" panose="05000000000000000000" pitchFamily="2" charset="2"/>
                </a:rPr>
                <a:t></a:t>
              </a:r>
              <a:endParaRPr kumimoji="0" lang="it-IT" sz="2000" b="1" i="0" u="none" strike="noStrike" kern="0" cap="none" spc="0" normalizeH="0" baseline="0" noProof="0" dirty="0">
                <a:ln>
                  <a:solidFill>
                    <a:srgbClr val="000000"/>
                  </a:solidFill>
                </a:ln>
                <a:solidFill>
                  <a:srgbClr val="00F66F"/>
                </a:solidFill>
                <a:effectLst/>
                <a:uLnTx/>
                <a:uFillTx/>
              </a:endParaRPr>
            </a:p>
          </p:txBody>
        </p:sp>
        <p:sp>
          <p:nvSpPr>
            <p:cNvPr id="735" name="Rectangle 734">
              <a:extLst>
                <a:ext uri="{FF2B5EF4-FFF2-40B4-BE49-F238E27FC236}">
                  <a16:creationId xmlns:a16="http://schemas.microsoft.com/office/drawing/2014/main" id="{565AD027-5472-44D4-B68C-69B54A53E0C8}"/>
                </a:ext>
              </a:extLst>
            </p:cNvPr>
            <p:cNvSpPr/>
            <p:nvPr/>
          </p:nvSpPr>
          <p:spPr>
            <a:xfrm>
              <a:off x="1326262" y="3959405"/>
              <a:ext cx="691945" cy="587498"/>
            </a:xfrm>
            <a:prstGeom prst="rect">
              <a:avLst/>
            </a:prstGeom>
            <a:solidFill>
              <a:schemeClr val="tx1">
                <a:lumMod val="20000"/>
                <a:lumOff val="80000"/>
              </a:schemeClr>
            </a:solidFill>
            <a:ln w="12700" cap="flat" cmpd="sng" algn="ctr">
              <a:no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0070C0"/>
                  </a:solidFill>
                  <a:effectLst/>
                  <a:uLnTx/>
                  <a:uFillTx/>
                  <a:latin typeface="Verdana" panose="020B0604030504040204" pitchFamily="34" charset="0"/>
                  <a:ea typeface="Verdana" panose="020B0604030504040204" pitchFamily="34" charset="0"/>
                  <a:cs typeface="+mn-cs"/>
                </a:rPr>
                <a:t>Batch / Online Soap</a:t>
              </a:r>
              <a:endParaRPr kumimoji="0" lang="en-US" sz="800" b="0"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736" name="Rectangle 735">
              <a:extLst>
                <a:ext uri="{FF2B5EF4-FFF2-40B4-BE49-F238E27FC236}">
                  <a16:creationId xmlns:a16="http://schemas.microsoft.com/office/drawing/2014/main" id="{91E73530-E1EE-4063-B70A-C9DE985243F5}"/>
                </a:ext>
              </a:extLst>
            </p:cNvPr>
            <p:cNvSpPr/>
            <p:nvPr/>
          </p:nvSpPr>
          <p:spPr>
            <a:xfrm>
              <a:off x="10637921" y="3959405"/>
              <a:ext cx="691944" cy="587498"/>
            </a:xfrm>
            <a:prstGeom prst="rect">
              <a:avLst/>
            </a:prstGeom>
            <a:noFill/>
            <a:ln w="12700" cap="flat" cmpd="sng" algn="ctr">
              <a:no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N.A.</a:t>
              </a:r>
            </a:p>
          </p:txBody>
        </p:sp>
        <p:sp>
          <p:nvSpPr>
            <p:cNvPr id="737" name="Rectangle 736">
              <a:extLst>
                <a:ext uri="{FF2B5EF4-FFF2-40B4-BE49-F238E27FC236}">
                  <a16:creationId xmlns:a16="http://schemas.microsoft.com/office/drawing/2014/main" id="{260E9347-58B5-40A5-B4AE-E4DA6AF95637}"/>
                </a:ext>
              </a:extLst>
            </p:cNvPr>
            <p:cNvSpPr/>
            <p:nvPr/>
          </p:nvSpPr>
          <p:spPr>
            <a:xfrm>
              <a:off x="9868236" y="3959405"/>
              <a:ext cx="691944" cy="587498"/>
            </a:xfrm>
            <a:prstGeom prst="rect">
              <a:avLst/>
            </a:prstGeom>
            <a:noFill/>
            <a:ln w="12700" cap="flat" cmpd="sng" algn="ctr">
              <a:no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N.A.</a:t>
              </a:r>
            </a:p>
          </p:txBody>
        </p:sp>
        <p:sp>
          <p:nvSpPr>
            <p:cNvPr id="738" name="Rectangle 737">
              <a:extLst>
                <a:ext uri="{FF2B5EF4-FFF2-40B4-BE49-F238E27FC236}">
                  <a16:creationId xmlns:a16="http://schemas.microsoft.com/office/drawing/2014/main" id="{2584E176-127B-40A3-B11D-606AFADDEC9D}"/>
                </a:ext>
              </a:extLst>
            </p:cNvPr>
            <p:cNvSpPr/>
            <p:nvPr/>
          </p:nvSpPr>
          <p:spPr>
            <a:xfrm>
              <a:off x="5173675" y="3959405"/>
              <a:ext cx="691944" cy="587498"/>
            </a:xfrm>
            <a:prstGeom prst="rect">
              <a:avLst/>
            </a:prstGeom>
            <a:noFill/>
            <a:ln w="12700" cap="flat" cmpd="sng" algn="ctr">
              <a:no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N.A.</a:t>
              </a:r>
            </a:p>
          </p:txBody>
        </p:sp>
        <p:sp>
          <p:nvSpPr>
            <p:cNvPr id="739" name="Rectangle 738">
              <a:extLst>
                <a:ext uri="{FF2B5EF4-FFF2-40B4-BE49-F238E27FC236}">
                  <a16:creationId xmlns:a16="http://schemas.microsoft.com/office/drawing/2014/main" id="{85EE1AAB-2B87-4D24-9DE2-AC8F9BF89030}"/>
                </a:ext>
              </a:extLst>
            </p:cNvPr>
            <p:cNvSpPr/>
            <p:nvPr/>
          </p:nvSpPr>
          <p:spPr>
            <a:xfrm>
              <a:off x="8223206" y="3959405"/>
              <a:ext cx="691944" cy="587498"/>
            </a:xfrm>
            <a:prstGeom prst="rect">
              <a:avLst/>
            </a:prstGeom>
            <a:noFill/>
            <a:ln w="12700" cap="flat" cmpd="sng" algn="ctr">
              <a:no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N.A.</a:t>
              </a:r>
            </a:p>
          </p:txBody>
        </p:sp>
        <p:sp>
          <p:nvSpPr>
            <p:cNvPr id="740" name="Oval 739">
              <a:extLst>
                <a:ext uri="{FF2B5EF4-FFF2-40B4-BE49-F238E27FC236}">
                  <a16:creationId xmlns:a16="http://schemas.microsoft.com/office/drawing/2014/main" id="{5657F0DB-2866-4132-8FF3-4CC42C2B45AD}"/>
                </a:ext>
              </a:extLst>
            </p:cNvPr>
            <p:cNvSpPr/>
            <p:nvPr/>
          </p:nvSpPr>
          <p:spPr>
            <a:xfrm>
              <a:off x="2334785" y="4108770"/>
              <a:ext cx="216063" cy="288768"/>
            </a:xfrm>
            <a:prstGeom prst="ellipse">
              <a:avLst/>
            </a:prstGeom>
            <a:solidFill>
              <a:sysClr val="window" lastClr="FFFFFF"/>
            </a:solidFill>
            <a:ln w="6350" cap="flat" cmpd="sng" algn="ctr">
              <a:solidFill>
                <a:srgbClr val="44546A"/>
              </a:solidFill>
              <a:prstDash val="solid"/>
              <a:miter lim="800000"/>
            </a:ln>
            <a:effectLst/>
          </p:spPr>
          <p:txBody>
            <a:bodyPr lIns="3600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it-IT" sz="2000" b="1" i="0" u="none" strike="noStrike" kern="0" cap="none" spc="0" normalizeH="0" baseline="0" noProof="0" dirty="0">
                  <a:ln>
                    <a:solidFill>
                      <a:srgbClr val="000000"/>
                    </a:solidFill>
                  </a:ln>
                  <a:solidFill>
                    <a:srgbClr val="00F66F"/>
                  </a:solidFill>
                  <a:effectLst/>
                  <a:uLnTx/>
                  <a:uFillTx/>
                  <a:sym typeface="Wingdings" panose="05000000000000000000" pitchFamily="2" charset="2"/>
                </a:rPr>
                <a:t></a:t>
              </a:r>
              <a:endParaRPr kumimoji="0" lang="it-IT" sz="2000" b="1" i="0" u="none" strike="noStrike" kern="0" cap="none" spc="0" normalizeH="0" baseline="0" noProof="0" dirty="0">
                <a:ln>
                  <a:solidFill>
                    <a:srgbClr val="000000"/>
                  </a:solidFill>
                </a:ln>
                <a:solidFill>
                  <a:srgbClr val="00F66F"/>
                </a:solidFill>
                <a:effectLst/>
                <a:uLnTx/>
                <a:uFillTx/>
              </a:endParaRPr>
            </a:p>
          </p:txBody>
        </p:sp>
        <p:sp>
          <p:nvSpPr>
            <p:cNvPr id="741" name="Oval 740">
              <a:extLst>
                <a:ext uri="{FF2B5EF4-FFF2-40B4-BE49-F238E27FC236}">
                  <a16:creationId xmlns:a16="http://schemas.microsoft.com/office/drawing/2014/main" id="{A7F5863D-C898-4F0D-81FB-5DBB01DDBF7D}"/>
                </a:ext>
              </a:extLst>
            </p:cNvPr>
            <p:cNvSpPr/>
            <p:nvPr/>
          </p:nvSpPr>
          <p:spPr>
            <a:xfrm>
              <a:off x="3094268" y="4108770"/>
              <a:ext cx="216063" cy="288768"/>
            </a:xfrm>
            <a:prstGeom prst="ellipse">
              <a:avLst/>
            </a:prstGeom>
            <a:solidFill>
              <a:sysClr val="window" lastClr="FFFFFF"/>
            </a:solidFill>
            <a:ln w="6350" cap="flat" cmpd="sng" algn="ctr">
              <a:solidFill>
                <a:srgbClr val="44546A"/>
              </a:solidFill>
              <a:prstDash val="solid"/>
              <a:miter lim="800000"/>
            </a:ln>
            <a:effectLst/>
          </p:spPr>
          <p:txBody>
            <a:bodyPr lIns="3600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it-IT" sz="2000" b="1" i="0" u="none" strike="noStrike" kern="0" cap="none" spc="0" normalizeH="0" baseline="0" noProof="0" dirty="0">
                  <a:ln>
                    <a:solidFill>
                      <a:srgbClr val="000000"/>
                    </a:solidFill>
                  </a:ln>
                  <a:solidFill>
                    <a:srgbClr val="00F66F"/>
                  </a:solidFill>
                  <a:effectLst/>
                  <a:uLnTx/>
                  <a:uFillTx/>
                  <a:sym typeface="Wingdings" panose="05000000000000000000" pitchFamily="2" charset="2"/>
                </a:rPr>
                <a:t></a:t>
              </a:r>
              <a:endParaRPr kumimoji="0" lang="it-IT" sz="2000" b="1" i="0" u="none" strike="noStrike" kern="0" cap="none" spc="0" normalizeH="0" baseline="0" noProof="0" dirty="0">
                <a:ln>
                  <a:solidFill>
                    <a:srgbClr val="000000"/>
                  </a:solidFill>
                </a:ln>
                <a:solidFill>
                  <a:srgbClr val="00F66F"/>
                </a:solidFill>
                <a:effectLst/>
                <a:uLnTx/>
                <a:uFillTx/>
              </a:endParaRPr>
            </a:p>
          </p:txBody>
        </p:sp>
        <p:sp>
          <p:nvSpPr>
            <p:cNvPr id="742" name="Oval 741">
              <a:extLst>
                <a:ext uri="{FF2B5EF4-FFF2-40B4-BE49-F238E27FC236}">
                  <a16:creationId xmlns:a16="http://schemas.microsoft.com/office/drawing/2014/main" id="{B2754698-A2F2-47E6-9FBF-1C0593E1A8DB}"/>
                </a:ext>
              </a:extLst>
            </p:cNvPr>
            <p:cNvSpPr/>
            <p:nvPr/>
          </p:nvSpPr>
          <p:spPr>
            <a:xfrm>
              <a:off x="3877384" y="4108770"/>
              <a:ext cx="216063" cy="288768"/>
            </a:xfrm>
            <a:prstGeom prst="ellipse">
              <a:avLst/>
            </a:prstGeom>
            <a:solidFill>
              <a:sysClr val="window" lastClr="FFFFFF"/>
            </a:solidFill>
            <a:ln w="6350" cap="flat" cmpd="sng" algn="ctr">
              <a:solidFill>
                <a:srgbClr val="44546A"/>
              </a:solidFill>
              <a:prstDash val="solid"/>
              <a:miter lim="800000"/>
            </a:ln>
            <a:effectLst/>
          </p:spPr>
          <p:txBody>
            <a:bodyPr lIns="3600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it-IT" sz="2000" b="1" i="0" u="none" strike="noStrike" kern="0" cap="none" spc="0" normalizeH="0" baseline="0" noProof="0" dirty="0">
                  <a:ln>
                    <a:solidFill>
                      <a:srgbClr val="000000"/>
                    </a:solidFill>
                  </a:ln>
                  <a:solidFill>
                    <a:srgbClr val="00F66F"/>
                  </a:solidFill>
                  <a:effectLst/>
                  <a:uLnTx/>
                  <a:uFillTx/>
                  <a:sym typeface="Wingdings" panose="05000000000000000000" pitchFamily="2" charset="2"/>
                </a:rPr>
                <a:t></a:t>
              </a:r>
              <a:endParaRPr kumimoji="0" lang="it-IT" sz="2000" b="1" i="0" u="none" strike="noStrike" kern="0" cap="none" spc="0" normalizeH="0" baseline="0" noProof="0" dirty="0">
                <a:ln>
                  <a:solidFill>
                    <a:srgbClr val="000000"/>
                  </a:solidFill>
                </a:ln>
                <a:solidFill>
                  <a:srgbClr val="00F66F"/>
                </a:solidFill>
                <a:effectLst/>
                <a:uLnTx/>
                <a:uFillTx/>
              </a:endParaRPr>
            </a:p>
          </p:txBody>
        </p:sp>
        <p:sp>
          <p:nvSpPr>
            <p:cNvPr id="743" name="Oval 742">
              <a:extLst>
                <a:ext uri="{FF2B5EF4-FFF2-40B4-BE49-F238E27FC236}">
                  <a16:creationId xmlns:a16="http://schemas.microsoft.com/office/drawing/2014/main" id="{EAEF337B-655A-4372-863D-4090964C8B84}"/>
                </a:ext>
              </a:extLst>
            </p:cNvPr>
            <p:cNvSpPr/>
            <p:nvPr/>
          </p:nvSpPr>
          <p:spPr>
            <a:xfrm>
              <a:off x="4619253" y="4108770"/>
              <a:ext cx="216063" cy="288768"/>
            </a:xfrm>
            <a:prstGeom prst="ellipse">
              <a:avLst/>
            </a:prstGeom>
            <a:solidFill>
              <a:sysClr val="window" lastClr="FFFFFF"/>
            </a:solidFill>
            <a:ln w="6350" cap="flat" cmpd="sng" algn="ctr">
              <a:solidFill>
                <a:srgbClr val="44546A"/>
              </a:solidFill>
              <a:prstDash val="solid"/>
              <a:miter lim="800000"/>
            </a:ln>
            <a:effectLst/>
          </p:spPr>
          <p:txBody>
            <a:bodyPr lIns="3600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it-IT" sz="2000" b="1" i="0" u="none" strike="noStrike" kern="0" cap="none" spc="0" normalizeH="0" baseline="0" noProof="0" dirty="0">
                  <a:ln>
                    <a:solidFill>
                      <a:srgbClr val="000000"/>
                    </a:solidFill>
                  </a:ln>
                  <a:solidFill>
                    <a:srgbClr val="00F66F"/>
                  </a:solidFill>
                  <a:effectLst/>
                  <a:uLnTx/>
                  <a:uFillTx/>
                  <a:sym typeface="Wingdings" panose="05000000000000000000" pitchFamily="2" charset="2"/>
                </a:rPr>
                <a:t></a:t>
              </a:r>
              <a:endParaRPr kumimoji="0" lang="it-IT" sz="2000" b="1" i="0" u="none" strike="noStrike" kern="0" cap="none" spc="0" normalizeH="0" baseline="0" noProof="0" dirty="0">
                <a:ln>
                  <a:solidFill>
                    <a:srgbClr val="000000"/>
                  </a:solidFill>
                </a:ln>
                <a:solidFill>
                  <a:srgbClr val="00F66F"/>
                </a:solidFill>
                <a:effectLst/>
                <a:uLnTx/>
                <a:uFillTx/>
              </a:endParaRPr>
            </a:p>
          </p:txBody>
        </p:sp>
        <p:sp>
          <p:nvSpPr>
            <p:cNvPr id="744" name="Oval 743">
              <a:extLst>
                <a:ext uri="{FF2B5EF4-FFF2-40B4-BE49-F238E27FC236}">
                  <a16:creationId xmlns:a16="http://schemas.microsoft.com/office/drawing/2014/main" id="{1D5E3E60-98AA-42CC-9FD6-BEFAF1B2B1DC}"/>
                </a:ext>
              </a:extLst>
            </p:cNvPr>
            <p:cNvSpPr/>
            <p:nvPr/>
          </p:nvSpPr>
          <p:spPr>
            <a:xfrm>
              <a:off x="6862329" y="4108770"/>
              <a:ext cx="216063" cy="288768"/>
            </a:xfrm>
            <a:prstGeom prst="ellipse">
              <a:avLst/>
            </a:prstGeom>
            <a:solidFill>
              <a:sysClr val="window" lastClr="FFFFFF"/>
            </a:solidFill>
            <a:ln w="6350" cap="flat" cmpd="sng" algn="ctr">
              <a:solidFill>
                <a:srgbClr val="44546A"/>
              </a:solidFill>
              <a:prstDash val="solid"/>
              <a:miter lim="800000"/>
            </a:ln>
            <a:effectLst/>
          </p:spPr>
          <p:txBody>
            <a:bodyPr lIns="3600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it-IT" sz="2000" b="1" i="0" u="none" strike="noStrike" kern="0" cap="none" spc="0" normalizeH="0" baseline="0" noProof="0" dirty="0">
                  <a:ln>
                    <a:solidFill>
                      <a:srgbClr val="000000"/>
                    </a:solidFill>
                  </a:ln>
                  <a:solidFill>
                    <a:srgbClr val="00F66F"/>
                  </a:solidFill>
                  <a:effectLst/>
                  <a:uLnTx/>
                  <a:uFillTx/>
                  <a:sym typeface="Wingdings" panose="05000000000000000000" pitchFamily="2" charset="2"/>
                </a:rPr>
                <a:t></a:t>
              </a:r>
              <a:endParaRPr kumimoji="0" lang="it-IT" sz="2000" b="1" i="0" u="none" strike="noStrike" kern="0" cap="none" spc="0" normalizeH="0" baseline="0" noProof="0" dirty="0">
                <a:ln>
                  <a:solidFill>
                    <a:srgbClr val="000000"/>
                  </a:solidFill>
                </a:ln>
                <a:solidFill>
                  <a:srgbClr val="00F66F"/>
                </a:solidFill>
                <a:effectLst/>
                <a:uLnTx/>
                <a:uFillTx/>
              </a:endParaRPr>
            </a:p>
          </p:txBody>
        </p:sp>
        <p:sp>
          <p:nvSpPr>
            <p:cNvPr id="745" name="Rectangle 744">
              <a:extLst>
                <a:ext uri="{FF2B5EF4-FFF2-40B4-BE49-F238E27FC236}">
                  <a16:creationId xmlns:a16="http://schemas.microsoft.com/office/drawing/2014/main" id="{E56C2C4B-8165-49CA-A6E7-0EBD54C72A37}"/>
                </a:ext>
              </a:extLst>
            </p:cNvPr>
            <p:cNvSpPr/>
            <p:nvPr/>
          </p:nvSpPr>
          <p:spPr>
            <a:xfrm>
              <a:off x="5910571" y="3959405"/>
              <a:ext cx="691944" cy="587498"/>
            </a:xfrm>
            <a:prstGeom prst="rect">
              <a:avLst/>
            </a:prstGeom>
            <a:noFill/>
            <a:ln w="12700" cap="flat" cmpd="sng" algn="ctr">
              <a:no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N.A.</a:t>
              </a:r>
            </a:p>
          </p:txBody>
        </p:sp>
        <p:sp>
          <p:nvSpPr>
            <p:cNvPr id="746" name="Rectangle 745">
              <a:extLst>
                <a:ext uri="{FF2B5EF4-FFF2-40B4-BE49-F238E27FC236}">
                  <a16:creationId xmlns:a16="http://schemas.microsoft.com/office/drawing/2014/main" id="{202C6A6F-BB6D-4069-A894-20DE825F2793}"/>
                </a:ext>
              </a:extLst>
            </p:cNvPr>
            <p:cNvSpPr/>
            <p:nvPr/>
          </p:nvSpPr>
          <p:spPr>
            <a:xfrm>
              <a:off x="9019629" y="3972714"/>
              <a:ext cx="691944" cy="587498"/>
            </a:xfrm>
            <a:prstGeom prst="rect">
              <a:avLst/>
            </a:prstGeom>
            <a:noFill/>
            <a:ln w="12700" cap="flat" cmpd="sng" algn="ctr">
              <a:no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N.A.</a:t>
              </a:r>
            </a:p>
          </p:txBody>
        </p:sp>
        <p:sp>
          <p:nvSpPr>
            <p:cNvPr id="747" name="Rectangle 746">
              <a:extLst>
                <a:ext uri="{FF2B5EF4-FFF2-40B4-BE49-F238E27FC236}">
                  <a16:creationId xmlns:a16="http://schemas.microsoft.com/office/drawing/2014/main" id="{2B6C7FBC-BADE-40D6-A988-DF0F21E9A729}"/>
                </a:ext>
              </a:extLst>
            </p:cNvPr>
            <p:cNvSpPr/>
            <p:nvPr/>
          </p:nvSpPr>
          <p:spPr>
            <a:xfrm>
              <a:off x="7403031" y="3946097"/>
              <a:ext cx="691944" cy="587498"/>
            </a:xfrm>
            <a:prstGeom prst="rect">
              <a:avLst/>
            </a:prstGeom>
            <a:noFill/>
            <a:ln w="12700" cap="flat" cmpd="sng" algn="ctr">
              <a:no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N.A.</a:t>
              </a:r>
            </a:p>
          </p:txBody>
        </p:sp>
        <p:sp>
          <p:nvSpPr>
            <p:cNvPr id="748" name="Oval 747">
              <a:extLst>
                <a:ext uri="{FF2B5EF4-FFF2-40B4-BE49-F238E27FC236}">
                  <a16:creationId xmlns:a16="http://schemas.microsoft.com/office/drawing/2014/main" id="{263A6C21-86F8-49A5-925E-00A39006D075}"/>
                </a:ext>
              </a:extLst>
            </p:cNvPr>
            <p:cNvSpPr/>
            <p:nvPr/>
          </p:nvSpPr>
          <p:spPr>
            <a:xfrm>
              <a:off x="7638645" y="5810877"/>
              <a:ext cx="216063" cy="247977"/>
            </a:xfrm>
            <a:prstGeom prst="ellipse">
              <a:avLst/>
            </a:prstGeom>
            <a:solidFill>
              <a:sysClr val="window" lastClr="FFFFFF"/>
            </a:solidFill>
            <a:ln w="6350" cap="flat" cmpd="sng" algn="ctr">
              <a:solidFill>
                <a:srgbClr val="44546A"/>
              </a:solidFill>
              <a:prstDash val="solid"/>
              <a:miter lim="800000"/>
            </a:ln>
            <a:effectLst/>
          </p:spPr>
          <p:txBody>
            <a:bodyPr lIns="3600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it-IT" sz="2000" b="1" i="0" u="none" strike="noStrike" kern="0" cap="none" spc="0" normalizeH="0" baseline="0" noProof="0" dirty="0">
                  <a:ln>
                    <a:solidFill>
                      <a:srgbClr val="000000"/>
                    </a:solidFill>
                  </a:ln>
                  <a:solidFill>
                    <a:srgbClr val="00F66F"/>
                  </a:solidFill>
                  <a:effectLst/>
                  <a:uLnTx/>
                  <a:uFillTx/>
                  <a:sym typeface="Wingdings" panose="05000000000000000000" pitchFamily="2" charset="2"/>
                </a:rPr>
                <a:t></a:t>
              </a:r>
              <a:endParaRPr kumimoji="0" lang="it-IT" sz="2000" b="1" i="0" u="none" strike="noStrike" kern="0" cap="none" spc="0" normalizeH="0" baseline="0" noProof="0" dirty="0">
                <a:ln>
                  <a:solidFill>
                    <a:srgbClr val="000000"/>
                  </a:solidFill>
                </a:ln>
                <a:solidFill>
                  <a:srgbClr val="00F66F"/>
                </a:solidFill>
                <a:effectLst/>
                <a:uLnTx/>
                <a:uFillTx/>
              </a:endParaRPr>
            </a:p>
          </p:txBody>
        </p:sp>
        <p:sp>
          <p:nvSpPr>
            <p:cNvPr id="749" name="Rectangle 748">
              <a:extLst>
                <a:ext uri="{FF2B5EF4-FFF2-40B4-BE49-F238E27FC236}">
                  <a16:creationId xmlns:a16="http://schemas.microsoft.com/office/drawing/2014/main" id="{BA4F70B3-9728-4C0B-B6DB-5E8DF48B62F6}"/>
                </a:ext>
              </a:extLst>
            </p:cNvPr>
            <p:cNvSpPr/>
            <p:nvPr/>
          </p:nvSpPr>
          <p:spPr>
            <a:xfrm>
              <a:off x="7398379" y="6166032"/>
              <a:ext cx="691944" cy="288000"/>
            </a:xfrm>
            <a:prstGeom prst="rect">
              <a:avLst/>
            </a:prstGeom>
            <a:noFill/>
            <a:ln w="12700" cap="flat" cmpd="sng" algn="ctr">
              <a:no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N.A.</a:t>
              </a:r>
            </a:p>
          </p:txBody>
        </p:sp>
        <p:sp>
          <p:nvSpPr>
            <p:cNvPr id="750" name="Rectangle 749">
              <a:extLst>
                <a:ext uri="{FF2B5EF4-FFF2-40B4-BE49-F238E27FC236}">
                  <a16:creationId xmlns:a16="http://schemas.microsoft.com/office/drawing/2014/main" id="{8E2FC4BD-F6E3-475A-B501-2976D3B2CBD9}"/>
                </a:ext>
              </a:extLst>
            </p:cNvPr>
            <p:cNvSpPr/>
            <p:nvPr/>
          </p:nvSpPr>
          <p:spPr>
            <a:xfrm>
              <a:off x="7405356" y="3237447"/>
              <a:ext cx="691944" cy="288000"/>
            </a:xfrm>
            <a:prstGeom prst="rect">
              <a:avLst/>
            </a:prstGeom>
            <a:noFill/>
            <a:ln w="12700" cap="flat" cmpd="sng" algn="ctr">
              <a:no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N.A.</a:t>
              </a:r>
            </a:p>
          </p:txBody>
        </p:sp>
        <p:sp>
          <p:nvSpPr>
            <p:cNvPr id="751" name="Oval 750">
              <a:extLst>
                <a:ext uri="{FF2B5EF4-FFF2-40B4-BE49-F238E27FC236}">
                  <a16:creationId xmlns:a16="http://schemas.microsoft.com/office/drawing/2014/main" id="{8BDACE88-FCCC-4A7F-B408-C8F61C2CEC1C}"/>
                </a:ext>
              </a:extLst>
            </p:cNvPr>
            <p:cNvSpPr/>
            <p:nvPr/>
          </p:nvSpPr>
          <p:spPr>
            <a:xfrm>
              <a:off x="6091875" y="3252629"/>
              <a:ext cx="216063" cy="247977"/>
            </a:xfrm>
            <a:prstGeom prst="ellipse">
              <a:avLst/>
            </a:prstGeom>
            <a:solidFill>
              <a:sysClr val="window" lastClr="FFFFFF"/>
            </a:solidFill>
            <a:ln w="6350" cap="flat" cmpd="sng" algn="ctr">
              <a:solidFill>
                <a:srgbClr val="44546A"/>
              </a:solidFill>
              <a:prstDash val="solid"/>
              <a:miter lim="800000"/>
            </a:ln>
            <a:effectLst/>
          </p:spPr>
          <p:txBody>
            <a:bodyPr lIns="3600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it-IT" sz="2000" b="1" i="0" u="none" strike="noStrike" kern="0" cap="none" spc="0" normalizeH="0" baseline="0" noProof="0" dirty="0">
                  <a:ln>
                    <a:solidFill>
                      <a:srgbClr val="000000"/>
                    </a:solidFill>
                  </a:ln>
                  <a:solidFill>
                    <a:srgbClr val="00F66F"/>
                  </a:solidFill>
                  <a:effectLst/>
                  <a:uLnTx/>
                  <a:uFillTx/>
                  <a:sym typeface="Wingdings" panose="05000000000000000000" pitchFamily="2" charset="2"/>
                </a:rPr>
                <a:t></a:t>
              </a:r>
              <a:endParaRPr kumimoji="0" lang="it-IT" sz="2000" b="1" i="0" u="none" strike="noStrike" kern="0" cap="none" spc="0" normalizeH="0" baseline="0" noProof="0" dirty="0">
                <a:ln>
                  <a:solidFill>
                    <a:srgbClr val="000000"/>
                  </a:solidFill>
                </a:ln>
                <a:solidFill>
                  <a:srgbClr val="00F66F"/>
                </a:solidFill>
                <a:effectLst/>
                <a:uLnTx/>
                <a:uFillTx/>
              </a:endParaRPr>
            </a:p>
          </p:txBody>
        </p:sp>
      </p:grpSp>
      <p:cxnSp>
        <p:nvCxnSpPr>
          <p:cNvPr id="754" name="Straight Connector 753">
            <a:extLst>
              <a:ext uri="{FF2B5EF4-FFF2-40B4-BE49-F238E27FC236}">
                <a16:creationId xmlns:a16="http://schemas.microsoft.com/office/drawing/2014/main" id="{A1A9D948-4FBE-441E-9A08-02B30FD44347}"/>
              </a:ext>
            </a:extLst>
          </p:cNvPr>
          <p:cNvCxnSpPr>
            <a:cxnSpLocks/>
          </p:cNvCxnSpPr>
          <p:nvPr/>
        </p:nvCxnSpPr>
        <p:spPr>
          <a:xfrm>
            <a:off x="371475" y="6017513"/>
            <a:ext cx="11463338"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140496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A1C0E172-D80E-461A-9929-DD62FC60FDB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6" name="Object 5" hidden="1">
                        <a:extLst>
                          <a:ext uri="{FF2B5EF4-FFF2-40B4-BE49-F238E27FC236}">
                            <a16:creationId xmlns:a16="http://schemas.microsoft.com/office/drawing/2014/main" id="{A1C0E172-D80E-461A-9929-DD62FC60FDB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ext Placeholder 1">
            <a:extLst>
              <a:ext uri="{FF2B5EF4-FFF2-40B4-BE49-F238E27FC236}">
                <a16:creationId xmlns:a16="http://schemas.microsoft.com/office/drawing/2014/main" id="{6673D9AD-2689-4683-AA24-FE5689A4D3D3}"/>
              </a:ext>
            </a:extLst>
          </p:cNvPr>
          <p:cNvSpPr>
            <a:spLocks noGrp="1"/>
          </p:cNvSpPr>
          <p:nvPr>
            <p:ph type="body" sz="quarter" idx="10"/>
          </p:nvPr>
        </p:nvSpPr>
        <p:spPr>
          <a:xfrm>
            <a:off x="371475" y="429526"/>
            <a:ext cx="11463338" cy="461498"/>
          </a:xfrm>
        </p:spPr>
        <p:txBody>
          <a:bodyPr/>
          <a:lstStyle/>
          <a:p>
            <a:r>
              <a:rPr lang="en-US" dirty="0" err="1"/>
              <a:t>Perimetro</a:t>
            </a:r>
            <a:r>
              <a:rPr lang="en-US" dirty="0"/>
              <a:t> </a:t>
            </a:r>
            <a:r>
              <a:rPr lang="en-US" dirty="0" err="1"/>
              <a:t>misurazione</a:t>
            </a:r>
            <a:r>
              <a:rPr lang="en-US" dirty="0"/>
              <a:t> SLA</a:t>
            </a:r>
            <a:endParaRPr lang="en-US" dirty="0">
              <a:highlight>
                <a:srgbClr val="FFFF00"/>
              </a:highlight>
            </a:endParaRPr>
          </a:p>
        </p:txBody>
      </p:sp>
      <p:pic>
        <p:nvPicPr>
          <p:cNvPr id="113" name="Picture 112">
            <a:extLst>
              <a:ext uri="{FF2B5EF4-FFF2-40B4-BE49-F238E27FC236}">
                <a16:creationId xmlns:a16="http://schemas.microsoft.com/office/drawing/2014/main" id="{EF0A1D57-7D4A-44DA-856D-64D2D0B7D066}"/>
              </a:ext>
            </a:extLst>
          </p:cNvPr>
          <p:cNvPicPr>
            <a:picLocks noChangeAspect="1"/>
          </p:cNvPicPr>
          <p:nvPr/>
        </p:nvPicPr>
        <p:blipFill>
          <a:blip r:embed="rId5"/>
          <a:stretch>
            <a:fillRect/>
          </a:stretch>
        </p:blipFill>
        <p:spPr>
          <a:xfrm>
            <a:off x="2514962" y="1389042"/>
            <a:ext cx="7001254" cy="5271058"/>
          </a:xfrm>
          <a:prstGeom prst="rect">
            <a:avLst/>
          </a:prstGeom>
        </p:spPr>
      </p:pic>
    </p:spTree>
    <p:extLst>
      <p:ext uri="{BB962C8B-B14F-4D97-AF65-F5344CB8AC3E}">
        <p14:creationId xmlns:p14="http://schemas.microsoft.com/office/powerpoint/2010/main" val="36412531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testo 1">
            <a:extLst>
              <a:ext uri="{FF2B5EF4-FFF2-40B4-BE49-F238E27FC236}">
                <a16:creationId xmlns:a16="http://schemas.microsoft.com/office/drawing/2014/main" id="{C1FC055D-BC62-C270-6669-7320F79D9E8A}"/>
              </a:ext>
            </a:extLst>
          </p:cNvPr>
          <p:cNvSpPr>
            <a:spLocks noGrp="1"/>
          </p:cNvSpPr>
          <p:nvPr>
            <p:ph type="body" sz="quarter" idx="10"/>
          </p:nvPr>
        </p:nvSpPr>
        <p:spPr/>
        <p:txBody>
          <a:bodyPr/>
          <a:lstStyle/>
          <a:p>
            <a:r>
              <a:rPr lang="it-IT" dirty="0"/>
              <a:t>Template SLA – T0  </a:t>
            </a:r>
          </a:p>
          <a:p>
            <a:pPr fontAlgn="b"/>
            <a:r>
              <a:rPr lang="it-IT" dirty="0"/>
              <a:t>MM/AAAA – Completo Mensile SLA</a:t>
            </a:r>
            <a:endParaRPr lang="en-US" b="0" dirty="0">
              <a:latin typeface="Arial" panose="020B0604020202020204" pitchFamily="34" charset="0"/>
            </a:endParaRPr>
          </a:p>
        </p:txBody>
      </p:sp>
      <p:sp>
        <p:nvSpPr>
          <p:cNvPr id="4" name="Rectangle: Rounded Corners 3">
            <a:extLst>
              <a:ext uri="{FF2B5EF4-FFF2-40B4-BE49-F238E27FC236}">
                <a16:creationId xmlns:a16="http://schemas.microsoft.com/office/drawing/2014/main" id="{36A091AF-59E8-4818-B0BE-67510070E6E0}"/>
              </a:ext>
            </a:extLst>
          </p:cNvPr>
          <p:cNvSpPr/>
          <p:nvPr/>
        </p:nvSpPr>
        <p:spPr>
          <a:xfrm>
            <a:off x="8195316" y="719398"/>
            <a:ext cx="3168640" cy="557727"/>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i="1" dirty="0">
                <a:solidFill>
                  <a:schemeClr val="tx2"/>
                </a:solidFill>
                <a:sym typeface="Wingdings" panose="05000000000000000000" pitchFamily="2" charset="2"/>
              </a:rPr>
              <a:t>Art. 24.4”: le </a:t>
            </a:r>
            <a:r>
              <a:rPr lang="en-US" sz="1200" b="1" i="1" dirty="0" err="1">
                <a:solidFill>
                  <a:schemeClr val="tx2"/>
                </a:solidFill>
                <a:sym typeface="Wingdings" panose="05000000000000000000" pitchFamily="2" charset="2"/>
              </a:rPr>
              <a:t>soglie</a:t>
            </a:r>
            <a:r>
              <a:rPr lang="en-US" sz="1200" b="1" i="1" dirty="0">
                <a:solidFill>
                  <a:schemeClr val="tx2"/>
                </a:solidFill>
                <a:sym typeface="Wingdings" panose="05000000000000000000" pitchFamily="2" charset="2"/>
              </a:rPr>
              <a:t> </a:t>
            </a:r>
            <a:r>
              <a:rPr lang="en-US" sz="1200" b="1" i="1" dirty="0" err="1">
                <a:solidFill>
                  <a:schemeClr val="tx2"/>
                </a:solidFill>
                <a:sym typeface="Wingdings" panose="05000000000000000000" pitchFamily="2" charset="2"/>
              </a:rPr>
              <a:t>verranno</a:t>
            </a:r>
            <a:r>
              <a:rPr lang="en-US" sz="1200" b="1" i="1" dirty="0">
                <a:solidFill>
                  <a:schemeClr val="tx2"/>
                </a:solidFill>
                <a:sym typeface="Wingdings" panose="05000000000000000000" pitchFamily="2" charset="2"/>
              </a:rPr>
              <a:t> </a:t>
            </a:r>
            <a:r>
              <a:rPr lang="en-US" sz="1200" b="1" i="1" dirty="0" err="1">
                <a:solidFill>
                  <a:schemeClr val="tx2"/>
                </a:solidFill>
                <a:sym typeface="Wingdings" panose="05000000000000000000" pitchFamily="2" charset="2"/>
              </a:rPr>
              <a:t>ricalcolate</a:t>
            </a:r>
            <a:r>
              <a:rPr lang="en-US" sz="1200" b="1" i="1" dirty="0">
                <a:solidFill>
                  <a:schemeClr val="tx2"/>
                </a:solidFill>
                <a:sym typeface="Wingdings" panose="05000000000000000000" pitchFamily="2" charset="2"/>
              </a:rPr>
              <a:t> a </a:t>
            </a:r>
            <a:r>
              <a:rPr lang="en-US" sz="1200" b="1" i="1" dirty="0" err="1">
                <a:solidFill>
                  <a:schemeClr val="tx2"/>
                </a:solidFill>
                <a:sym typeface="Wingdings" panose="05000000000000000000" pitchFamily="2" charset="2"/>
              </a:rPr>
              <a:t>fronte</a:t>
            </a:r>
            <a:r>
              <a:rPr lang="en-US" sz="1200" b="1" i="1" dirty="0">
                <a:solidFill>
                  <a:schemeClr val="tx2"/>
                </a:solidFill>
                <a:sym typeface="Wingdings" panose="05000000000000000000" pitchFamily="2" charset="2"/>
              </a:rPr>
              <a:t> </a:t>
            </a:r>
            <a:r>
              <a:rPr lang="en-US" sz="1200" b="1" i="1" dirty="0" err="1">
                <a:solidFill>
                  <a:schemeClr val="tx2"/>
                </a:solidFill>
                <a:sym typeface="Wingdings" panose="05000000000000000000" pitchFamily="2" charset="2"/>
              </a:rPr>
              <a:t>della</a:t>
            </a:r>
            <a:r>
              <a:rPr lang="en-US" sz="1200" b="1" i="1" dirty="0">
                <a:solidFill>
                  <a:schemeClr val="tx2"/>
                </a:solidFill>
                <a:sym typeface="Wingdings" panose="05000000000000000000" pitchFamily="2" charset="2"/>
              </a:rPr>
              <a:t> </a:t>
            </a:r>
            <a:r>
              <a:rPr lang="en-US" sz="1200" b="1" i="1" dirty="0" err="1">
                <a:solidFill>
                  <a:schemeClr val="tx2"/>
                </a:solidFill>
                <a:sym typeface="Wingdings" panose="05000000000000000000" pitchFamily="2" charset="2"/>
              </a:rPr>
              <a:t>presenza</a:t>
            </a:r>
            <a:r>
              <a:rPr lang="en-US" sz="1200" b="1" i="1" dirty="0">
                <a:solidFill>
                  <a:schemeClr val="tx2"/>
                </a:solidFill>
                <a:sym typeface="Wingdings" panose="05000000000000000000" pitchFamily="2" charset="2"/>
              </a:rPr>
              <a:t> di incident </a:t>
            </a:r>
            <a:r>
              <a:rPr lang="en-US" sz="1200" b="1" i="1" dirty="0" err="1">
                <a:solidFill>
                  <a:schemeClr val="tx2"/>
                </a:solidFill>
                <a:sym typeface="Wingdings" panose="05000000000000000000" pitchFamily="2" charset="2"/>
              </a:rPr>
              <a:t>trasversali</a:t>
            </a:r>
            <a:endParaRPr lang="en-US" sz="1200" b="1" i="1" dirty="0">
              <a:solidFill>
                <a:schemeClr val="tx2"/>
              </a:solidFill>
            </a:endParaRPr>
          </a:p>
        </p:txBody>
      </p:sp>
      <p:graphicFrame>
        <p:nvGraphicFramePr>
          <p:cNvPr id="9" name="Table 8">
            <a:extLst>
              <a:ext uri="{FF2B5EF4-FFF2-40B4-BE49-F238E27FC236}">
                <a16:creationId xmlns:a16="http://schemas.microsoft.com/office/drawing/2014/main" id="{69E2C351-BCAF-443C-B6B6-EB63DE026C71}"/>
              </a:ext>
            </a:extLst>
          </p:cNvPr>
          <p:cNvGraphicFramePr>
            <a:graphicFrameLocks noGrp="1"/>
          </p:cNvGraphicFramePr>
          <p:nvPr>
            <p:extLst>
              <p:ext uri="{D42A27DB-BD31-4B8C-83A1-F6EECF244321}">
                <p14:modId xmlns:p14="http://schemas.microsoft.com/office/powerpoint/2010/main" val="1993819610"/>
              </p:ext>
            </p:extLst>
          </p:nvPr>
        </p:nvGraphicFramePr>
        <p:xfrm>
          <a:off x="371474" y="1529914"/>
          <a:ext cx="11463349" cy="4898559"/>
        </p:xfrm>
        <a:graphic>
          <a:graphicData uri="http://schemas.openxmlformats.org/drawingml/2006/table">
            <a:tbl>
              <a:tblPr/>
              <a:tblGrid>
                <a:gridCol w="659560">
                  <a:extLst>
                    <a:ext uri="{9D8B030D-6E8A-4147-A177-3AD203B41FA5}">
                      <a16:colId xmlns:a16="http://schemas.microsoft.com/office/drawing/2014/main" val="3274599636"/>
                    </a:ext>
                  </a:extLst>
                </a:gridCol>
                <a:gridCol w="659560">
                  <a:extLst>
                    <a:ext uri="{9D8B030D-6E8A-4147-A177-3AD203B41FA5}">
                      <a16:colId xmlns:a16="http://schemas.microsoft.com/office/drawing/2014/main" val="1007765335"/>
                    </a:ext>
                  </a:extLst>
                </a:gridCol>
                <a:gridCol w="659560">
                  <a:extLst>
                    <a:ext uri="{9D8B030D-6E8A-4147-A177-3AD203B41FA5}">
                      <a16:colId xmlns:a16="http://schemas.microsoft.com/office/drawing/2014/main" val="815923354"/>
                    </a:ext>
                  </a:extLst>
                </a:gridCol>
                <a:gridCol w="181147">
                  <a:extLst>
                    <a:ext uri="{9D8B030D-6E8A-4147-A177-3AD203B41FA5}">
                      <a16:colId xmlns:a16="http://schemas.microsoft.com/office/drawing/2014/main" val="361167240"/>
                    </a:ext>
                  </a:extLst>
                </a:gridCol>
                <a:gridCol w="181147">
                  <a:extLst>
                    <a:ext uri="{9D8B030D-6E8A-4147-A177-3AD203B41FA5}">
                      <a16:colId xmlns:a16="http://schemas.microsoft.com/office/drawing/2014/main" val="1113612895"/>
                    </a:ext>
                  </a:extLst>
                </a:gridCol>
                <a:gridCol w="181147">
                  <a:extLst>
                    <a:ext uri="{9D8B030D-6E8A-4147-A177-3AD203B41FA5}">
                      <a16:colId xmlns:a16="http://schemas.microsoft.com/office/drawing/2014/main" val="3684795337"/>
                    </a:ext>
                  </a:extLst>
                </a:gridCol>
                <a:gridCol w="181147">
                  <a:extLst>
                    <a:ext uri="{9D8B030D-6E8A-4147-A177-3AD203B41FA5}">
                      <a16:colId xmlns:a16="http://schemas.microsoft.com/office/drawing/2014/main" val="533701626"/>
                    </a:ext>
                  </a:extLst>
                </a:gridCol>
                <a:gridCol w="181147">
                  <a:extLst>
                    <a:ext uri="{9D8B030D-6E8A-4147-A177-3AD203B41FA5}">
                      <a16:colId xmlns:a16="http://schemas.microsoft.com/office/drawing/2014/main" val="3649766021"/>
                    </a:ext>
                  </a:extLst>
                </a:gridCol>
                <a:gridCol w="181147">
                  <a:extLst>
                    <a:ext uri="{9D8B030D-6E8A-4147-A177-3AD203B41FA5}">
                      <a16:colId xmlns:a16="http://schemas.microsoft.com/office/drawing/2014/main" val="1401348009"/>
                    </a:ext>
                  </a:extLst>
                </a:gridCol>
                <a:gridCol w="181147">
                  <a:extLst>
                    <a:ext uri="{9D8B030D-6E8A-4147-A177-3AD203B41FA5}">
                      <a16:colId xmlns:a16="http://schemas.microsoft.com/office/drawing/2014/main" val="844935098"/>
                    </a:ext>
                  </a:extLst>
                </a:gridCol>
                <a:gridCol w="181147">
                  <a:extLst>
                    <a:ext uri="{9D8B030D-6E8A-4147-A177-3AD203B41FA5}">
                      <a16:colId xmlns:a16="http://schemas.microsoft.com/office/drawing/2014/main" val="1063138420"/>
                    </a:ext>
                  </a:extLst>
                </a:gridCol>
                <a:gridCol w="181147">
                  <a:extLst>
                    <a:ext uri="{9D8B030D-6E8A-4147-A177-3AD203B41FA5}">
                      <a16:colId xmlns:a16="http://schemas.microsoft.com/office/drawing/2014/main" val="2003945015"/>
                    </a:ext>
                  </a:extLst>
                </a:gridCol>
                <a:gridCol w="181147">
                  <a:extLst>
                    <a:ext uri="{9D8B030D-6E8A-4147-A177-3AD203B41FA5}">
                      <a16:colId xmlns:a16="http://schemas.microsoft.com/office/drawing/2014/main" val="36691287"/>
                    </a:ext>
                  </a:extLst>
                </a:gridCol>
                <a:gridCol w="181147">
                  <a:extLst>
                    <a:ext uri="{9D8B030D-6E8A-4147-A177-3AD203B41FA5}">
                      <a16:colId xmlns:a16="http://schemas.microsoft.com/office/drawing/2014/main" val="3014920902"/>
                    </a:ext>
                  </a:extLst>
                </a:gridCol>
                <a:gridCol w="181147">
                  <a:extLst>
                    <a:ext uri="{9D8B030D-6E8A-4147-A177-3AD203B41FA5}">
                      <a16:colId xmlns:a16="http://schemas.microsoft.com/office/drawing/2014/main" val="3403535819"/>
                    </a:ext>
                  </a:extLst>
                </a:gridCol>
                <a:gridCol w="181147">
                  <a:extLst>
                    <a:ext uri="{9D8B030D-6E8A-4147-A177-3AD203B41FA5}">
                      <a16:colId xmlns:a16="http://schemas.microsoft.com/office/drawing/2014/main" val="4060080360"/>
                    </a:ext>
                  </a:extLst>
                </a:gridCol>
                <a:gridCol w="181147">
                  <a:extLst>
                    <a:ext uri="{9D8B030D-6E8A-4147-A177-3AD203B41FA5}">
                      <a16:colId xmlns:a16="http://schemas.microsoft.com/office/drawing/2014/main" val="36634360"/>
                    </a:ext>
                  </a:extLst>
                </a:gridCol>
                <a:gridCol w="181147">
                  <a:extLst>
                    <a:ext uri="{9D8B030D-6E8A-4147-A177-3AD203B41FA5}">
                      <a16:colId xmlns:a16="http://schemas.microsoft.com/office/drawing/2014/main" val="1094137343"/>
                    </a:ext>
                  </a:extLst>
                </a:gridCol>
                <a:gridCol w="181147">
                  <a:extLst>
                    <a:ext uri="{9D8B030D-6E8A-4147-A177-3AD203B41FA5}">
                      <a16:colId xmlns:a16="http://schemas.microsoft.com/office/drawing/2014/main" val="3561036521"/>
                    </a:ext>
                  </a:extLst>
                </a:gridCol>
                <a:gridCol w="181147">
                  <a:extLst>
                    <a:ext uri="{9D8B030D-6E8A-4147-A177-3AD203B41FA5}">
                      <a16:colId xmlns:a16="http://schemas.microsoft.com/office/drawing/2014/main" val="3328954341"/>
                    </a:ext>
                  </a:extLst>
                </a:gridCol>
                <a:gridCol w="181147">
                  <a:extLst>
                    <a:ext uri="{9D8B030D-6E8A-4147-A177-3AD203B41FA5}">
                      <a16:colId xmlns:a16="http://schemas.microsoft.com/office/drawing/2014/main" val="1440885746"/>
                    </a:ext>
                  </a:extLst>
                </a:gridCol>
                <a:gridCol w="181147">
                  <a:extLst>
                    <a:ext uri="{9D8B030D-6E8A-4147-A177-3AD203B41FA5}">
                      <a16:colId xmlns:a16="http://schemas.microsoft.com/office/drawing/2014/main" val="3231127309"/>
                    </a:ext>
                  </a:extLst>
                </a:gridCol>
                <a:gridCol w="181147">
                  <a:extLst>
                    <a:ext uri="{9D8B030D-6E8A-4147-A177-3AD203B41FA5}">
                      <a16:colId xmlns:a16="http://schemas.microsoft.com/office/drawing/2014/main" val="2164524470"/>
                    </a:ext>
                  </a:extLst>
                </a:gridCol>
                <a:gridCol w="181147">
                  <a:extLst>
                    <a:ext uri="{9D8B030D-6E8A-4147-A177-3AD203B41FA5}">
                      <a16:colId xmlns:a16="http://schemas.microsoft.com/office/drawing/2014/main" val="711265098"/>
                    </a:ext>
                  </a:extLst>
                </a:gridCol>
                <a:gridCol w="181147">
                  <a:extLst>
                    <a:ext uri="{9D8B030D-6E8A-4147-A177-3AD203B41FA5}">
                      <a16:colId xmlns:a16="http://schemas.microsoft.com/office/drawing/2014/main" val="206100125"/>
                    </a:ext>
                  </a:extLst>
                </a:gridCol>
                <a:gridCol w="181147">
                  <a:extLst>
                    <a:ext uri="{9D8B030D-6E8A-4147-A177-3AD203B41FA5}">
                      <a16:colId xmlns:a16="http://schemas.microsoft.com/office/drawing/2014/main" val="1073906477"/>
                    </a:ext>
                  </a:extLst>
                </a:gridCol>
                <a:gridCol w="181147">
                  <a:extLst>
                    <a:ext uri="{9D8B030D-6E8A-4147-A177-3AD203B41FA5}">
                      <a16:colId xmlns:a16="http://schemas.microsoft.com/office/drawing/2014/main" val="594220224"/>
                    </a:ext>
                  </a:extLst>
                </a:gridCol>
                <a:gridCol w="357649">
                  <a:extLst>
                    <a:ext uri="{9D8B030D-6E8A-4147-A177-3AD203B41FA5}">
                      <a16:colId xmlns:a16="http://schemas.microsoft.com/office/drawing/2014/main" val="2158277509"/>
                    </a:ext>
                  </a:extLst>
                </a:gridCol>
                <a:gridCol w="357649">
                  <a:extLst>
                    <a:ext uri="{9D8B030D-6E8A-4147-A177-3AD203B41FA5}">
                      <a16:colId xmlns:a16="http://schemas.microsoft.com/office/drawing/2014/main" val="1628552196"/>
                    </a:ext>
                  </a:extLst>
                </a:gridCol>
                <a:gridCol w="357649">
                  <a:extLst>
                    <a:ext uri="{9D8B030D-6E8A-4147-A177-3AD203B41FA5}">
                      <a16:colId xmlns:a16="http://schemas.microsoft.com/office/drawing/2014/main" val="779880135"/>
                    </a:ext>
                  </a:extLst>
                </a:gridCol>
                <a:gridCol w="357649">
                  <a:extLst>
                    <a:ext uri="{9D8B030D-6E8A-4147-A177-3AD203B41FA5}">
                      <a16:colId xmlns:a16="http://schemas.microsoft.com/office/drawing/2014/main" val="3965374441"/>
                    </a:ext>
                  </a:extLst>
                </a:gridCol>
                <a:gridCol w="357649">
                  <a:extLst>
                    <a:ext uri="{9D8B030D-6E8A-4147-A177-3AD203B41FA5}">
                      <a16:colId xmlns:a16="http://schemas.microsoft.com/office/drawing/2014/main" val="3111179449"/>
                    </a:ext>
                  </a:extLst>
                </a:gridCol>
                <a:gridCol w="357649">
                  <a:extLst>
                    <a:ext uri="{9D8B030D-6E8A-4147-A177-3AD203B41FA5}">
                      <a16:colId xmlns:a16="http://schemas.microsoft.com/office/drawing/2014/main" val="4269924129"/>
                    </a:ext>
                  </a:extLst>
                </a:gridCol>
                <a:gridCol w="357649">
                  <a:extLst>
                    <a:ext uri="{9D8B030D-6E8A-4147-A177-3AD203B41FA5}">
                      <a16:colId xmlns:a16="http://schemas.microsoft.com/office/drawing/2014/main" val="1646618414"/>
                    </a:ext>
                  </a:extLst>
                </a:gridCol>
                <a:gridCol w="357649">
                  <a:extLst>
                    <a:ext uri="{9D8B030D-6E8A-4147-A177-3AD203B41FA5}">
                      <a16:colId xmlns:a16="http://schemas.microsoft.com/office/drawing/2014/main" val="374004269"/>
                    </a:ext>
                  </a:extLst>
                </a:gridCol>
                <a:gridCol w="357649">
                  <a:extLst>
                    <a:ext uri="{9D8B030D-6E8A-4147-A177-3AD203B41FA5}">
                      <a16:colId xmlns:a16="http://schemas.microsoft.com/office/drawing/2014/main" val="1992101090"/>
                    </a:ext>
                  </a:extLst>
                </a:gridCol>
                <a:gridCol w="357649">
                  <a:extLst>
                    <a:ext uri="{9D8B030D-6E8A-4147-A177-3AD203B41FA5}">
                      <a16:colId xmlns:a16="http://schemas.microsoft.com/office/drawing/2014/main" val="3420487130"/>
                    </a:ext>
                  </a:extLst>
                </a:gridCol>
                <a:gridCol w="357649">
                  <a:extLst>
                    <a:ext uri="{9D8B030D-6E8A-4147-A177-3AD203B41FA5}">
                      <a16:colId xmlns:a16="http://schemas.microsoft.com/office/drawing/2014/main" val="1095835163"/>
                    </a:ext>
                  </a:extLst>
                </a:gridCol>
                <a:gridCol w="357649">
                  <a:extLst>
                    <a:ext uri="{9D8B030D-6E8A-4147-A177-3AD203B41FA5}">
                      <a16:colId xmlns:a16="http://schemas.microsoft.com/office/drawing/2014/main" val="2357064480"/>
                    </a:ext>
                  </a:extLst>
                </a:gridCol>
                <a:gridCol w="845353">
                  <a:extLst>
                    <a:ext uri="{9D8B030D-6E8A-4147-A177-3AD203B41FA5}">
                      <a16:colId xmlns:a16="http://schemas.microsoft.com/office/drawing/2014/main" val="268729660"/>
                    </a:ext>
                  </a:extLst>
                </a:gridCol>
              </a:tblGrid>
              <a:tr h="268796">
                <a:tc>
                  <a:txBody>
                    <a:bodyPr/>
                    <a:lstStyle/>
                    <a:p>
                      <a:pPr algn="l" fontAlgn="b"/>
                      <a:r>
                        <a:rPr lang="en-US" sz="900" b="1" i="0" u="none" strike="noStrike">
                          <a:solidFill>
                            <a:srgbClr val="000000"/>
                          </a:solidFill>
                          <a:effectLst/>
                          <a:latin typeface="Calibri" panose="020F0502020204030204" pitchFamily="34" charset="0"/>
                        </a:rPr>
                        <a:t>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900" b="1" i="0" u="none" strike="noStrike">
                          <a:solidFill>
                            <a:srgbClr val="000000"/>
                          </a:solidFill>
                          <a:effectLst/>
                          <a:latin typeface="Calibri" panose="020F0502020204030204" pitchFamily="34" charset="0"/>
                        </a:rPr>
                        <a:t>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900" b="1" i="0" u="none" strike="noStrike">
                          <a:solidFill>
                            <a:srgbClr val="000000"/>
                          </a:solidFill>
                          <a:effectLst/>
                          <a:latin typeface="Calibri" panose="020F0502020204030204" pitchFamily="34" charset="0"/>
                        </a:rPr>
                        <a:t> </a:t>
                      </a:r>
                    </a:p>
                  </a:txBody>
                  <a:tcPr marL="0" marR="0" marT="0" marB="0" anchor="ctr">
                    <a:lnL>
                      <a:noFill/>
                    </a:lnL>
                    <a:lnR w="1270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FF"/>
                    </a:solidFill>
                  </a:tcPr>
                </a:tc>
                <a:tc gridSpan="12">
                  <a:txBody>
                    <a:bodyPr/>
                    <a:lstStyle/>
                    <a:p>
                      <a:pPr algn="ctr" fontAlgn="ctr"/>
                      <a:r>
                        <a:rPr lang="en-US" sz="900" b="1" i="0" u="none" strike="noStrike" dirty="0" err="1">
                          <a:solidFill>
                            <a:schemeClr val="bg2"/>
                          </a:solidFill>
                          <a:effectLst/>
                          <a:latin typeface="Calibri" panose="020F0502020204030204" pitchFamily="34" charset="0"/>
                        </a:rPr>
                        <a:t>Numeratore</a:t>
                      </a:r>
                      <a:r>
                        <a:rPr lang="en-US" sz="900" b="1" i="0" u="none" strike="noStrike" dirty="0">
                          <a:solidFill>
                            <a:schemeClr val="bg2"/>
                          </a:solidFill>
                          <a:effectLst/>
                          <a:latin typeface="Calibri" panose="020F0502020204030204" pitchFamily="34" charset="0"/>
                        </a:rPr>
                        <a:t> (</a:t>
                      </a:r>
                      <a:r>
                        <a:rPr lang="en-US" sz="900" b="1" i="0" u="none" strike="noStrike" dirty="0" err="1">
                          <a:solidFill>
                            <a:schemeClr val="bg2"/>
                          </a:solidFill>
                          <a:effectLst/>
                          <a:latin typeface="Calibri" panose="020F0502020204030204" pitchFamily="34" charset="0"/>
                        </a:rPr>
                        <a:t>numeriche</a:t>
                      </a:r>
                      <a:r>
                        <a:rPr lang="en-US" sz="900" b="1" i="0" u="none" strike="noStrike" dirty="0">
                          <a:solidFill>
                            <a:schemeClr val="bg2"/>
                          </a:solidFill>
                          <a:effectLst/>
                          <a:latin typeface="Calibri" panose="020F0502020204030204" pitchFamily="34" charset="0"/>
                        </a:rPr>
                        <a:t> </a:t>
                      </a:r>
                      <a:r>
                        <a:rPr lang="en-US" sz="900" b="1" i="0" u="none" strike="noStrike" dirty="0" err="1">
                          <a:solidFill>
                            <a:schemeClr val="bg2"/>
                          </a:solidFill>
                          <a:effectLst/>
                          <a:latin typeface="Calibri" panose="020F0502020204030204" pitchFamily="34" charset="0"/>
                        </a:rPr>
                        <a:t>effettive</a:t>
                      </a:r>
                      <a:r>
                        <a:rPr lang="en-US" sz="900" b="1" i="0" u="none" strike="noStrike" dirty="0">
                          <a:solidFill>
                            <a:schemeClr val="bg2"/>
                          </a:solidFill>
                          <a:effectLst/>
                          <a:latin typeface="Calibri" panose="020F0502020204030204" pitchFamily="34" charset="0"/>
                        </a:rPr>
                        <a:t>)</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50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12">
                  <a:txBody>
                    <a:bodyPr/>
                    <a:lstStyle/>
                    <a:p>
                      <a:pPr algn="ctr" fontAlgn="ctr"/>
                      <a:r>
                        <a:rPr lang="en-US" sz="900" b="1" i="0" u="none" strike="noStrike" dirty="0" err="1">
                          <a:solidFill>
                            <a:schemeClr val="bg2"/>
                          </a:solidFill>
                          <a:effectLst/>
                          <a:latin typeface="Calibri" panose="020F0502020204030204" pitchFamily="34" charset="0"/>
                        </a:rPr>
                        <a:t>Denominatore</a:t>
                      </a:r>
                      <a:r>
                        <a:rPr lang="en-US" sz="900" b="1" i="0" u="none" strike="noStrike" dirty="0">
                          <a:solidFill>
                            <a:schemeClr val="bg2"/>
                          </a:solidFill>
                          <a:effectLst/>
                          <a:latin typeface="Calibri" panose="020F0502020204030204" pitchFamily="34" charset="0"/>
                        </a:rPr>
                        <a:t> (</a:t>
                      </a:r>
                      <a:r>
                        <a:rPr lang="en-US" sz="900" b="1" i="0" u="none" strike="noStrike" dirty="0" err="1">
                          <a:solidFill>
                            <a:schemeClr val="bg2"/>
                          </a:solidFill>
                          <a:effectLst/>
                          <a:latin typeface="Calibri" panose="020F0502020204030204" pitchFamily="34" charset="0"/>
                        </a:rPr>
                        <a:t>disponibilità</a:t>
                      </a:r>
                      <a:r>
                        <a:rPr lang="en-US" sz="900" b="1" i="0" u="none" strike="noStrike" dirty="0">
                          <a:solidFill>
                            <a:schemeClr val="bg2"/>
                          </a:solidFill>
                          <a:effectLst/>
                          <a:latin typeface="Calibri" panose="020F0502020204030204" pitchFamily="34" charset="0"/>
                        </a:rPr>
                        <a:t> </a:t>
                      </a:r>
                      <a:r>
                        <a:rPr lang="en-US" sz="900" b="1" i="0" u="none" strike="noStrike" dirty="0" err="1">
                          <a:solidFill>
                            <a:schemeClr val="bg2"/>
                          </a:solidFill>
                          <a:effectLst/>
                          <a:latin typeface="Calibri" panose="020F0502020204030204" pitchFamily="34" charset="0"/>
                        </a:rPr>
                        <a:t>attesa</a:t>
                      </a:r>
                      <a:r>
                        <a:rPr lang="en-US" sz="900" b="1" i="0" u="none" strike="noStrike" dirty="0">
                          <a:solidFill>
                            <a:schemeClr val="bg2"/>
                          </a:solidFill>
                          <a:effectLst/>
                          <a:latin typeface="Calibri" panose="020F0502020204030204" pitchFamily="34" charset="0"/>
                        </a:rPr>
                        <a:t>)</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50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12">
                  <a:txBody>
                    <a:bodyPr/>
                    <a:lstStyle/>
                    <a:p>
                      <a:pPr algn="ctr" fontAlgn="ctr"/>
                      <a:r>
                        <a:rPr lang="it-IT" sz="900" b="1" i="0" u="none" strike="noStrike" dirty="0">
                          <a:solidFill>
                            <a:schemeClr val="bg2"/>
                          </a:solidFill>
                          <a:effectLst/>
                          <a:latin typeface="Calibri" panose="020F0502020204030204" pitchFamily="34" charset="0"/>
                        </a:rPr>
                        <a:t>Valore SLA (in rosso i valori sforati)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50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ctr" fontAlgn="ctr"/>
                      <a:r>
                        <a:rPr lang="en-US" sz="900" b="1" i="0" u="none" strike="noStrike">
                          <a:solidFill>
                            <a:srgbClr val="000000"/>
                          </a:solidFill>
                          <a:effectLst/>
                          <a:latin typeface="Calibri" panose="020F0502020204030204" pitchFamily="34" charset="0"/>
                        </a:rPr>
                        <a:t> </a:t>
                      </a:r>
                    </a:p>
                  </a:txBody>
                  <a:tcPr marL="0" marR="0" marT="0" marB="0" anchor="ctr">
                    <a:lnL w="1270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265445478"/>
                  </a:ext>
                </a:extLst>
              </a:tr>
              <a:tr h="520249">
                <a:tc>
                  <a:txBody>
                    <a:bodyPr/>
                    <a:lstStyle/>
                    <a:p>
                      <a:pPr algn="l" fontAlgn="ctr"/>
                      <a:r>
                        <a:rPr lang="en-US" sz="900" b="1" i="0" u="none" strike="noStrike" dirty="0">
                          <a:solidFill>
                            <a:schemeClr val="bg2"/>
                          </a:solidFill>
                          <a:effectLst/>
                          <a:latin typeface="Calibri" panose="020F0502020204030204" pitchFamily="34" charset="0"/>
                        </a:rPr>
                        <a:t>ID SLA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50000"/>
                      </a:schemeClr>
                    </a:solidFill>
                  </a:tcPr>
                </a:tc>
                <a:tc>
                  <a:txBody>
                    <a:bodyPr/>
                    <a:lstStyle/>
                    <a:p>
                      <a:pPr algn="l" fontAlgn="ctr"/>
                      <a:r>
                        <a:rPr lang="en-US" sz="900" b="1" i="0" u="none" strike="noStrike" dirty="0">
                          <a:solidFill>
                            <a:schemeClr val="bg2"/>
                          </a:solidFill>
                          <a:effectLst/>
                          <a:latin typeface="Calibri" panose="020F0502020204030204" pitchFamily="34" charset="0"/>
                        </a:rPr>
                        <a:t>Nome SLA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50000"/>
                      </a:schemeClr>
                    </a:solidFill>
                  </a:tcPr>
                </a:tc>
                <a:tc>
                  <a:txBody>
                    <a:bodyPr/>
                    <a:lstStyle/>
                    <a:p>
                      <a:pPr algn="l" fontAlgn="ctr"/>
                      <a:r>
                        <a:rPr lang="en-US" sz="900" b="1" i="0" u="none" strike="noStrike">
                          <a:solidFill>
                            <a:schemeClr val="bg2"/>
                          </a:solidFill>
                          <a:effectLst/>
                          <a:latin typeface="Calibri" panose="020F0502020204030204" pitchFamily="34" charset="0"/>
                        </a:rPr>
                        <a:t>Periodicità</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50000"/>
                      </a:schemeClr>
                    </a:solidFill>
                  </a:tcPr>
                </a:tc>
                <a:tc>
                  <a:txBody>
                    <a:bodyPr/>
                    <a:lstStyle/>
                    <a:p>
                      <a:pPr algn="ctr" fontAlgn="ctr"/>
                      <a:r>
                        <a:rPr lang="en-US" sz="800" b="1" i="0" u="none" strike="noStrike" dirty="0">
                          <a:solidFill>
                            <a:schemeClr val="bg2"/>
                          </a:solidFill>
                          <a:effectLst/>
                          <a:latin typeface="Calibri" panose="020F0502020204030204" pitchFamily="34" charset="0"/>
                        </a:rPr>
                        <a:t>Gen</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50000"/>
                      </a:schemeClr>
                    </a:solidFill>
                  </a:tcPr>
                </a:tc>
                <a:tc>
                  <a:txBody>
                    <a:bodyPr/>
                    <a:lstStyle/>
                    <a:p>
                      <a:pPr algn="ctr" fontAlgn="ctr"/>
                      <a:r>
                        <a:rPr lang="en-US" sz="800" b="1" i="0" u="none" strike="noStrike" dirty="0">
                          <a:solidFill>
                            <a:schemeClr val="bg2"/>
                          </a:solidFill>
                          <a:effectLst/>
                          <a:latin typeface="Calibri" panose="020F0502020204030204" pitchFamily="34" charset="0"/>
                        </a:rPr>
                        <a:t>Feb</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50000"/>
                      </a:schemeClr>
                    </a:solidFill>
                  </a:tcPr>
                </a:tc>
                <a:tc>
                  <a:txBody>
                    <a:bodyPr/>
                    <a:lstStyle/>
                    <a:p>
                      <a:pPr algn="ctr" fontAlgn="ctr"/>
                      <a:r>
                        <a:rPr lang="en-US" sz="800" b="1" i="0" u="none" strike="noStrike" dirty="0">
                          <a:solidFill>
                            <a:schemeClr val="bg2"/>
                          </a:solidFill>
                          <a:effectLst/>
                          <a:latin typeface="Calibri" panose="020F0502020204030204" pitchFamily="34" charset="0"/>
                        </a:rPr>
                        <a:t>Mar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50000"/>
                      </a:schemeClr>
                    </a:solidFill>
                  </a:tcPr>
                </a:tc>
                <a:tc>
                  <a:txBody>
                    <a:bodyPr/>
                    <a:lstStyle/>
                    <a:p>
                      <a:pPr algn="ctr" fontAlgn="ctr"/>
                      <a:r>
                        <a:rPr lang="en-US" sz="800" b="1" i="0" u="none" strike="noStrike">
                          <a:solidFill>
                            <a:schemeClr val="bg2"/>
                          </a:solidFill>
                          <a:effectLst/>
                          <a:latin typeface="Calibri" panose="020F0502020204030204" pitchFamily="34" charset="0"/>
                        </a:rPr>
                        <a:t>Apr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50000"/>
                      </a:schemeClr>
                    </a:solidFill>
                  </a:tcPr>
                </a:tc>
                <a:tc>
                  <a:txBody>
                    <a:bodyPr/>
                    <a:lstStyle/>
                    <a:p>
                      <a:pPr algn="ctr" fontAlgn="ctr"/>
                      <a:r>
                        <a:rPr lang="en-US" sz="700" b="1" i="0" u="none" strike="noStrike" dirty="0">
                          <a:solidFill>
                            <a:schemeClr val="bg2"/>
                          </a:solidFill>
                          <a:effectLst/>
                          <a:latin typeface="Calibri" panose="020F0502020204030204" pitchFamily="34" charset="0"/>
                        </a:rPr>
                        <a:t>Mag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50000"/>
                      </a:schemeClr>
                    </a:solidFill>
                  </a:tcPr>
                </a:tc>
                <a:tc>
                  <a:txBody>
                    <a:bodyPr/>
                    <a:lstStyle/>
                    <a:p>
                      <a:pPr algn="ctr" fontAlgn="ctr"/>
                      <a:r>
                        <a:rPr lang="en-US" sz="800" b="1" i="0" u="none" strike="noStrike">
                          <a:solidFill>
                            <a:schemeClr val="bg2"/>
                          </a:solidFill>
                          <a:effectLst/>
                          <a:latin typeface="Calibri" panose="020F0502020204030204" pitchFamily="34" charset="0"/>
                        </a:rPr>
                        <a:t>Giu</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50000"/>
                      </a:schemeClr>
                    </a:solidFill>
                  </a:tcPr>
                </a:tc>
                <a:tc>
                  <a:txBody>
                    <a:bodyPr/>
                    <a:lstStyle/>
                    <a:p>
                      <a:pPr algn="ctr" fontAlgn="ctr"/>
                      <a:r>
                        <a:rPr lang="en-US" sz="800" b="1" i="0" u="none" strike="noStrike">
                          <a:solidFill>
                            <a:schemeClr val="bg2"/>
                          </a:solidFill>
                          <a:effectLst/>
                          <a:latin typeface="Calibri" panose="020F0502020204030204" pitchFamily="34" charset="0"/>
                        </a:rPr>
                        <a:t>Lug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50000"/>
                      </a:schemeClr>
                    </a:solidFill>
                  </a:tcPr>
                </a:tc>
                <a:tc>
                  <a:txBody>
                    <a:bodyPr/>
                    <a:lstStyle/>
                    <a:p>
                      <a:pPr algn="ctr" fontAlgn="ctr"/>
                      <a:r>
                        <a:rPr lang="en-US" sz="800" b="1" i="0" u="none" strike="noStrike" dirty="0">
                          <a:solidFill>
                            <a:schemeClr val="bg2"/>
                          </a:solidFill>
                          <a:effectLst/>
                          <a:latin typeface="Calibri" panose="020F0502020204030204" pitchFamily="34" charset="0"/>
                        </a:rPr>
                        <a:t>Ago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50000"/>
                      </a:schemeClr>
                    </a:solidFill>
                  </a:tcPr>
                </a:tc>
                <a:tc>
                  <a:txBody>
                    <a:bodyPr/>
                    <a:lstStyle/>
                    <a:p>
                      <a:pPr algn="ctr" fontAlgn="ctr"/>
                      <a:r>
                        <a:rPr lang="en-US" sz="800" b="1" i="0" u="none" strike="noStrike">
                          <a:solidFill>
                            <a:schemeClr val="bg2"/>
                          </a:solidFill>
                          <a:effectLst/>
                          <a:latin typeface="Calibri" panose="020F0502020204030204" pitchFamily="34" charset="0"/>
                        </a:rPr>
                        <a:t>Set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50000"/>
                      </a:schemeClr>
                    </a:solidFill>
                  </a:tcPr>
                </a:tc>
                <a:tc>
                  <a:txBody>
                    <a:bodyPr/>
                    <a:lstStyle/>
                    <a:p>
                      <a:pPr algn="ctr" fontAlgn="ctr"/>
                      <a:r>
                        <a:rPr lang="en-US" sz="800" b="1" i="0" u="none" strike="noStrike" dirty="0">
                          <a:solidFill>
                            <a:schemeClr val="bg2"/>
                          </a:solidFill>
                          <a:effectLst/>
                          <a:latin typeface="Calibri" panose="020F0502020204030204" pitchFamily="34" charset="0"/>
                        </a:rPr>
                        <a:t>Ott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50000"/>
                      </a:schemeClr>
                    </a:solidFill>
                  </a:tcPr>
                </a:tc>
                <a:tc>
                  <a:txBody>
                    <a:bodyPr/>
                    <a:lstStyle/>
                    <a:p>
                      <a:pPr algn="ctr" fontAlgn="ctr"/>
                      <a:r>
                        <a:rPr lang="en-US" sz="800" b="1" i="0" u="none" strike="noStrike" dirty="0">
                          <a:solidFill>
                            <a:schemeClr val="bg2"/>
                          </a:solidFill>
                          <a:effectLst/>
                          <a:latin typeface="Calibri" panose="020F0502020204030204" pitchFamily="34" charset="0"/>
                        </a:rPr>
                        <a:t>Nov</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50000"/>
                      </a:schemeClr>
                    </a:solidFill>
                  </a:tcPr>
                </a:tc>
                <a:tc>
                  <a:txBody>
                    <a:bodyPr/>
                    <a:lstStyle/>
                    <a:p>
                      <a:pPr algn="ctr" fontAlgn="ctr"/>
                      <a:r>
                        <a:rPr lang="en-US" sz="800" b="1" i="0" u="none" strike="noStrike" dirty="0" err="1">
                          <a:solidFill>
                            <a:schemeClr val="bg2"/>
                          </a:solidFill>
                          <a:effectLst/>
                          <a:latin typeface="Calibri" panose="020F0502020204030204" pitchFamily="34" charset="0"/>
                        </a:rPr>
                        <a:t>Dic</a:t>
                      </a:r>
                      <a:endParaRPr lang="en-US" sz="800" b="1" i="0" u="none" strike="noStrike" dirty="0">
                        <a:solidFill>
                          <a:schemeClr val="bg2"/>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50000"/>
                      </a:schemeClr>
                    </a:solidFill>
                  </a:tcPr>
                </a:tc>
                <a:tc>
                  <a:txBody>
                    <a:bodyPr/>
                    <a:lstStyle/>
                    <a:p>
                      <a:pPr algn="ctr" fontAlgn="ctr"/>
                      <a:r>
                        <a:rPr lang="en-US" sz="800" b="1" i="0" u="none" strike="noStrike">
                          <a:solidFill>
                            <a:schemeClr val="bg2"/>
                          </a:solidFill>
                          <a:effectLst/>
                          <a:latin typeface="Calibri" panose="020F0502020204030204" pitchFamily="34" charset="0"/>
                        </a:rPr>
                        <a:t>Gen</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50000"/>
                      </a:schemeClr>
                    </a:solidFill>
                  </a:tcPr>
                </a:tc>
                <a:tc>
                  <a:txBody>
                    <a:bodyPr/>
                    <a:lstStyle/>
                    <a:p>
                      <a:pPr algn="ctr" fontAlgn="ctr"/>
                      <a:r>
                        <a:rPr lang="en-US" sz="800" b="1" i="0" u="none" strike="noStrike" dirty="0">
                          <a:solidFill>
                            <a:schemeClr val="bg2"/>
                          </a:solidFill>
                          <a:effectLst/>
                          <a:latin typeface="Calibri" panose="020F0502020204030204" pitchFamily="34" charset="0"/>
                        </a:rPr>
                        <a:t>Feb</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50000"/>
                      </a:schemeClr>
                    </a:solidFill>
                  </a:tcPr>
                </a:tc>
                <a:tc>
                  <a:txBody>
                    <a:bodyPr/>
                    <a:lstStyle/>
                    <a:p>
                      <a:pPr algn="ctr" fontAlgn="ctr"/>
                      <a:r>
                        <a:rPr lang="en-US" sz="800" b="1" i="0" u="none" strike="noStrike" dirty="0">
                          <a:solidFill>
                            <a:schemeClr val="bg2"/>
                          </a:solidFill>
                          <a:effectLst/>
                          <a:latin typeface="Calibri" panose="020F0502020204030204" pitchFamily="34" charset="0"/>
                        </a:rPr>
                        <a:t>Mar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50000"/>
                      </a:schemeClr>
                    </a:solidFill>
                  </a:tcPr>
                </a:tc>
                <a:tc>
                  <a:txBody>
                    <a:bodyPr/>
                    <a:lstStyle/>
                    <a:p>
                      <a:pPr algn="ctr" fontAlgn="ctr"/>
                      <a:r>
                        <a:rPr lang="en-US" sz="800" b="1" i="0" u="none" strike="noStrike" dirty="0">
                          <a:solidFill>
                            <a:schemeClr val="bg2"/>
                          </a:solidFill>
                          <a:effectLst/>
                          <a:latin typeface="Calibri" panose="020F0502020204030204" pitchFamily="34" charset="0"/>
                        </a:rPr>
                        <a:t>Apr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50000"/>
                      </a:schemeClr>
                    </a:solidFill>
                  </a:tcPr>
                </a:tc>
                <a:tc>
                  <a:txBody>
                    <a:bodyPr/>
                    <a:lstStyle/>
                    <a:p>
                      <a:pPr algn="ctr" fontAlgn="ctr"/>
                      <a:r>
                        <a:rPr lang="en-US" sz="700" b="1" i="0" u="none" strike="noStrike" dirty="0">
                          <a:solidFill>
                            <a:schemeClr val="bg2"/>
                          </a:solidFill>
                          <a:effectLst/>
                          <a:latin typeface="Calibri" panose="020F0502020204030204" pitchFamily="34" charset="0"/>
                        </a:rPr>
                        <a:t>Mag</a:t>
                      </a:r>
                      <a:endParaRPr lang="en-US" sz="800" b="1" i="0" u="none" strike="noStrike" dirty="0">
                        <a:solidFill>
                          <a:schemeClr val="bg2"/>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50000"/>
                      </a:schemeClr>
                    </a:solidFill>
                  </a:tcPr>
                </a:tc>
                <a:tc>
                  <a:txBody>
                    <a:bodyPr/>
                    <a:lstStyle/>
                    <a:p>
                      <a:pPr algn="ctr" fontAlgn="ctr"/>
                      <a:r>
                        <a:rPr lang="en-US" sz="800" b="1" i="0" u="none" strike="noStrike" dirty="0" err="1">
                          <a:solidFill>
                            <a:schemeClr val="bg2"/>
                          </a:solidFill>
                          <a:effectLst/>
                          <a:latin typeface="Calibri" panose="020F0502020204030204" pitchFamily="34" charset="0"/>
                        </a:rPr>
                        <a:t>Giu</a:t>
                      </a:r>
                      <a:endParaRPr lang="en-US" sz="800" b="1" i="0" u="none" strike="noStrike" dirty="0">
                        <a:solidFill>
                          <a:schemeClr val="bg2"/>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50000"/>
                      </a:schemeClr>
                    </a:solidFill>
                  </a:tcPr>
                </a:tc>
                <a:tc>
                  <a:txBody>
                    <a:bodyPr/>
                    <a:lstStyle/>
                    <a:p>
                      <a:pPr algn="ctr" fontAlgn="ctr"/>
                      <a:r>
                        <a:rPr lang="en-US" sz="800" b="1" i="0" u="none" strike="noStrike">
                          <a:solidFill>
                            <a:schemeClr val="bg2"/>
                          </a:solidFill>
                          <a:effectLst/>
                          <a:latin typeface="Calibri" panose="020F0502020204030204" pitchFamily="34" charset="0"/>
                        </a:rPr>
                        <a:t>Lug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50000"/>
                      </a:schemeClr>
                    </a:solidFill>
                  </a:tcPr>
                </a:tc>
                <a:tc>
                  <a:txBody>
                    <a:bodyPr/>
                    <a:lstStyle/>
                    <a:p>
                      <a:pPr algn="ctr" fontAlgn="ctr"/>
                      <a:r>
                        <a:rPr lang="en-US" sz="800" b="1" i="0" u="none" strike="noStrike" dirty="0">
                          <a:solidFill>
                            <a:schemeClr val="bg2"/>
                          </a:solidFill>
                          <a:effectLst/>
                          <a:latin typeface="Calibri" panose="020F0502020204030204" pitchFamily="34" charset="0"/>
                        </a:rPr>
                        <a:t>Ago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50000"/>
                      </a:schemeClr>
                    </a:solidFill>
                  </a:tcPr>
                </a:tc>
                <a:tc>
                  <a:txBody>
                    <a:bodyPr/>
                    <a:lstStyle/>
                    <a:p>
                      <a:pPr algn="ctr" fontAlgn="ctr"/>
                      <a:r>
                        <a:rPr lang="en-US" sz="800" b="1" i="0" u="none" strike="noStrike" dirty="0">
                          <a:solidFill>
                            <a:schemeClr val="bg2"/>
                          </a:solidFill>
                          <a:effectLst/>
                          <a:latin typeface="Calibri" panose="020F0502020204030204" pitchFamily="34" charset="0"/>
                        </a:rPr>
                        <a:t>Set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50000"/>
                      </a:schemeClr>
                    </a:solidFill>
                  </a:tcPr>
                </a:tc>
                <a:tc>
                  <a:txBody>
                    <a:bodyPr/>
                    <a:lstStyle/>
                    <a:p>
                      <a:pPr algn="ctr" fontAlgn="ctr"/>
                      <a:r>
                        <a:rPr lang="en-US" sz="800" b="1" i="0" u="none" strike="noStrike" dirty="0">
                          <a:solidFill>
                            <a:schemeClr val="bg2"/>
                          </a:solidFill>
                          <a:effectLst/>
                          <a:latin typeface="Calibri" panose="020F0502020204030204" pitchFamily="34" charset="0"/>
                        </a:rPr>
                        <a:t>Ott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50000"/>
                      </a:schemeClr>
                    </a:solidFill>
                  </a:tcPr>
                </a:tc>
                <a:tc>
                  <a:txBody>
                    <a:bodyPr/>
                    <a:lstStyle/>
                    <a:p>
                      <a:pPr algn="ctr" fontAlgn="ctr"/>
                      <a:r>
                        <a:rPr lang="en-US" sz="800" b="1" i="0" u="none" strike="noStrike" dirty="0">
                          <a:solidFill>
                            <a:schemeClr val="bg2"/>
                          </a:solidFill>
                          <a:effectLst/>
                          <a:latin typeface="Calibri" panose="020F0502020204030204" pitchFamily="34" charset="0"/>
                        </a:rPr>
                        <a:t>Nov</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50000"/>
                      </a:schemeClr>
                    </a:solidFill>
                  </a:tcPr>
                </a:tc>
                <a:tc>
                  <a:txBody>
                    <a:bodyPr/>
                    <a:lstStyle/>
                    <a:p>
                      <a:pPr algn="ctr" fontAlgn="ctr"/>
                      <a:r>
                        <a:rPr lang="en-US" sz="800" b="1" i="0" u="none" strike="noStrike" dirty="0" err="1">
                          <a:solidFill>
                            <a:schemeClr val="bg2"/>
                          </a:solidFill>
                          <a:effectLst/>
                          <a:latin typeface="Calibri" panose="020F0502020204030204" pitchFamily="34" charset="0"/>
                        </a:rPr>
                        <a:t>Dic</a:t>
                      </a:r>
                      <a:endParaRPr lang="en-US" sz="800" b="1" i="0" u="none" strike="noStrike" dirty="0">
                        <a:solidFill>
                          <a:schemeClr val="bg2"/>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50000"/>
                      </a:schemeClr>
                    </a:solidFill>
                  </a:tcPr>
                </a:tc>
                <a:tc>
                  <a:txBody>
                    <a:bodyPr/>
                    <a:lstStyle/>
                    <a:p>
                      <a:pPr algn="ctr" fontAlgn="ctr"/>
                      <a:r>
                        <a:rPr lang="en-US" sz="900" b="1" i="0" u="none" strike="noStrike" dirty="0">
                          <a:solidFill>
                            <a:schemeClr val="bg2"/>
                          </a:solidFill>
                          <a:effectLst/>
                          <a:latin typeface="Calibri" panose="020F0502020204030204" pitchFamily="34" charset="0"/>
                        </a:rPr>
                        <a:t>Gen</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50000"/>
                      </a:schemeClr>
                    </a:solidFill>
                  </a:tcPr>
                </a:tc>
                <a:tc>
                  <a:txBody>
                    <a:bodyPr/>
                    <a:lstStyle/>
                    <a:p>
                      <a:pPr algn="ctr" fontAlgn="ctr"/>
                      <a:r>
                        <a:rPr lang="en-US" sz="900" b="1" i="0" u="none" strike="noStrike" dirty="0">
                          <a:solidFill>
                            <a:schemeClr val="bg2"/>
                          </a:solidFill>
                          <a:effectLst/>
                          <a:latin typeface="Calibri" panose="020F0502020204030204" pitchFamily="34" charset="0"/>
                        </a:rPr>
                        <a:t>Feb</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50000"/>
                      </a:schemeClr>
                    </a:solidFill>
                  </a:tcPr>
                </a:tc>
                <a:tc>
                  <a:txBody>
                    <a:bodyPr/>
                    <a:lstStyle/>
                    <a:p>
                      <a:pPr algn="ctr" fontAlgn="ctr"/>
                      <a:r>
                        <a:rPr lang="en-US" sz="900" b="1" i="0" u="none" strike="noStrike">
                          <a:solidFill>
                            <a:schemeClr val="bg2"/>
                          </a:solidFill>
                          <a:effectLst/>
                          <a:latin typeface="Calibri" panose="020F0502020204030204" pitchFamily="34" charset="0"/>
                        </a:rPr>
                        <a:t>Mar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50000"/>
                      </a:schemeClr>
                    </a:solidFill>
                  </a:tcPr>
                </a:tc>
                <a:tc>
                  <a:txBody>
                    <a:bodyPr/>
                    <a:lstStyle/>
                    <a:p>
                      <a:pPr algn="ctr" fontAlgn="ctr"/>
                      <a:r>
                        <a:rPr lang="en-US" sz="900" b="1" i="0" u="none" strike="noStrike" dirty="0">
                          <a:solidFill>
                            <a:schemeClr val="bg2"/>
                          </a:solidFill>
                          <a:effectLst/>
                          <a:latin typeface="Calibri" panose="020F0502020204030204" pitchFamily="34" charset="0"/>
                        </a:rPr>
                        <a:t>Apr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50000"/>
                      </a:schemeClr>
                    </a:solidFill>
                  </a:tcPr>
                </a:tc>
                <a:tc>
                  <a:txBody>
                    <a:bodyPr/>
                    <a:lstStyle/>
                    <a:p>
                      <a:pPr algn="ctr" fontAlgn="ctr"/>
                      <a:r>
                        <a:rPr lang="en-US" sz="900" b="1" i="0" u="none" strike="noStrike">
                          <a:solidFill>
                            <a:schemeClr val="bg2"/>
                          </a:solidFill>
                          <a:effectLst/>
                          <a:latin typeface="Calibri" panose="020F0502020204030204" pitchFamily="34" charset="0"/>
                        </a:rPr>
                        <a:t>Mag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50000"/>
                      </a:schemeClr>
                    </a:solidFill>
                  </a:tcPr>
                </a:tc>
                <a:tc>
                  <a:txBody>
                    <a:bodyPr/>
                    <a:lstStyle/>
                    <a:p>
                      <a:pPr algn="ctr" fontAlgn="ctr"/>
                      <a:r>
                        <a:rPr lang="en-US" sz="900" b="1" i="0" u="none" strike="noStrike" dirty="0" err="1">
                          <a:solidFill>
                            <a:schemeClr val="bg2"/>
                          </a:solidFill>
                          <a:effectLst/>
                          <a:latin typeface="Calibri" panose="020F0502020204030204" pitchFamily="34" charset="0"/>
                        </a:rPr>
                        <a:t>Giu</a:t>
                      </a:r>
                      <a:endParaRPr lang="en-US" sz="900" b="1" i="0" u="none" strike="noStrike" dirty="0">
                        <a:solidFill>
                          <a:schemeClr val="bg2"/>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50000"/>
                      </a:schemeClr>
                    </a:solidFill>
                  </a:tcPr>
                </a:tc>
                <a:tc>
                  <a:txBody>
                    <a:bodyPr/>
                    <a:lstStyle/>
                    <a:p>
                      <a:pPr algn="ctr" fontAlgn="ctr"/>
                      <a:r>
                        <a:rPr lang="en-US" sz="900" b="1" i="0" u="none" strike="noStrike" dirty="0">
                          <a:solidFill>
                            <a:schemeClr val="bg2"/>
                          </a:solidFill>
                          <a:effectLst/>
                          <a:latin typeface="Calibri" panose="020F0502020204030204" pitchFamily="34" charset="0"/>
                        </a:rPr>
                        <a:t>Lug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50000"/>
                      </a:schemeClr>
                    </a:solidFill>
                  </a:tcPr>
                </a:tc>
                <a:tc>
                  <a:txBody>
                    <a:bodyPr/>
                    <a:lstStyle/>
                    <a:p>
                      <a:pPr algn="ctr" fontAlgn="ctr"/>
                      <a:r>
                        <a:rPr lang="en-US" sz="900" b="1" i="0" u="none" strike="noStrike" dirty="0">
                          <a:solidFill>
                            <a:schemeClr val="bg2"/>
                          </a:solidFill>
                          <a:effectLst/>
                          <a:latin typeface="Calibri" panose="020F0502020204030204" pitchFamily="34" charset="0"/>
                        </a:rPr>
                        <a:t>Ago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50000"/>
                      </a:schemeClr>
                    </a:solidFill>
                  </a:tcPr>
                </a:tc>
                <a:tc>
                  <a:txBody>
                    <a:bodyPr/>
                    <a:lstStyle/>
                    <a:p>
                      <a:pPr algn="ctr" fontAlgn="ctr"/>
                      <a:r>
                        <a:rPr lang="en-US" sz="900" b="1" i="0" u="none" strike="noStrike" dirty="0">
                          <a:solidFill>
                            <a:schemeClr val="bg2"/>
                          </a:solidFill>
                          <a:effectLst/>
                          <a:latin typeface="Calibri" panose="020F0502020204030204" pitchFamily="34" charset="0"/>
                        </a:rPr>
                        <a:t>Set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50000"/>
                      </a:schemeClr>
                    </a:solidFill>
                  </a:tcPr>
                </a:tc>
                <a:tc>
                  <a:txBody>
                    <a:bodyPr/>
                    <a:lstStyle/>
                    <a:p>
                      <a:pPr algn="ctr" fontAlgn="ctr"/>
                      <a:r>
                        <a:rPr lang="en-US" sz="900" b="1" i="0" u="none" strike="noStrike" dirty="0">
                          <a:solidFill>
                            <a:schemeClr val="bg2"/>
                          </a:solidFill>
                          <a:effectLst/>
                          <a:latin typeface="Calibri" panose="020F0502020204030204" pitchFamily="34" charset="0"/>
                        </a:rPr>
                        <a:t>Ott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50000"/>
                      </a:schemeClr>
                    </a:solidFill>
                  </a:tcPr>
                </a:tc>
                <a:tc>
                  <a:txBody>
                    <a:bodyPr/>
                    <a:lstStyle/>
                    <a:p>
                      <a:pPr algn="ctr" fontAlgn="ctr"/>
                      <a:r>
                        <a:rPr lang="en-US" sz="900" b="1" i="0" u="none" strike="noStrike" dirty="0">
                          <a:solidFill>
                            <a:schemeClr val="bg2"/>
                          </a:solidFill>
                          <a:effectLst/>
                          <a:latin typeface="Calibri" panose="020F0502020204030204" pitchFamily="34" charset="0"/>
                        </a:rPr>
                        <a:t>Nov</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50000"/>
                      </a:schemeClr>
                    </a:solidFill>
                  </a:tcPr>
                </a:tc>
                <a:tc>
                  <a:txBody>
                    <a:bodyPr/>
                    <a:lstStyle/>
                    <a:p>
                      <a:pPr algn="ctr" fontAlgn="ctr"/>
                      <a:r>
                        <a:rPr lang="en-US" sz="900" b="1" i="0" u="none" strike="noStrike" dirty="0" err="1">
                          <a:solidFill>
                            <a:schemeClr val="bg2"/>
                          </a:solidFill>
                          <a:effectLst/>
                          <a:latin typeface="Calibri" panose="020F0502020204030204" pitchFamily="34" charset="0"/>
                        </a:rPr>
                        <a:t>Dic</a:t>
                      </a:r>
                      <a:endParaRPr lang="en-US" sz="900" b="1" i="0" u="none" strike="noStrike" dirty="0">
                        <a:solidFill>
                          <a:schemeClr val="bg2"/>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50000"/>
                      </a:schemeClr>
                    </a:solidFill>
                  </a:tcPr>
                </a:tc>
                <a:tc>
                  <a:txBody>
                    <a:bodyPr/>
                    <a:lstStyle/>
                    <a:p>
                      <a:pPr algn="ctr" fontAlgn="ctr"/>
                      <a:r>
                        <a:rPr lang="en-US" sz="900" b="1" i="0" u="none" strike="noStrike" dirty="0" err="1">
                          <a:solidFill>
                            <a:schemeClr val="bg2"/>
                          </a:solidFill>
                          <a:effectLst/>
                          <a:latin typeface="Calibri" panose="020F0502020204030204" pitchFamily="34" charset="0"/>
                        </a:rPr>
                        <a:t>Soglia</a:t>
                      </a:r>
                      <a:r>
                        <a:rPr lang="en-US" sz="900" b="1" i="0" u="none" strike="noStrike" dirty="0">
                          <a:solidFill>
                            <a:schemeClr val="bg2"/>
                          </a:solidFill>
                          <a:effectLst/>
                          <a:latin typeface="Calibri" panose="020F0502020204030204" pitchFamily="34" charset="0"/>
                        </a:rPr>
                        <a:t> a </a:t>
                      </a:r>
                      <a:r>
                        <a:rPr lang="en-US" sz="900" b="1" i="0" u="none" strike="noStrike" dirty="0" err="1">
                          <a:solidFill>
                            <a:schemeClr val="bg2"/>
                          </a:solidFill>
                          <a:effectLst/>
                          <a:latin typeface="Calibri" panose="020F0502020204030204" pitchFamily="34" charset="0"/>
                        </a:rPr>
                        <a:t>contratto</a:t>
                      </a:r>
                      <a:endParaRPr lang="en-US" sz="900" b="1" i="0" u="none" strike="noStrike" dirty="0">
                        <a:solidFill>
                          <a:schemeClr val="bg2"/>
                        </a:solidFill>
                        <a:effectLst/>
                        <a:latin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50000"/>
                      </a:schemeClr>
                    </a:solidFill>
                  </a:tcPr>
                </a:tc>
                <a:extLst>
                  <a:ext uri="{0D108BD9-81ED-4DB2-BD59-A6C34878D82A}">
                    <a16:rowId xmlns:a16="http://schemas.microsoft.com/office/drawing/2014/main" val="3327242516"/>
                  </a:ext>
                </a:extLst>
              </a:tr>
              <a:tr h="520249">
                <a:tc>
                  <a:txBody>
                    <a:bodyPr/>
                    <a:lstStyle/>
                    <a:p>
                      <a:pPr algn="l" fontAlgn="ctr"/>
                      <a:r>
                        <a:rPr lang="en-US" sz="900" b="0" i="0" u="none" strike="noStrike" dirty="0">
                          <a:solidFill>
                            <a:srgbClr val="000000"/>
                          </a:solidFill>
                          <a:effectLst/>
                          <a:latin typeface="Calibri" panose="020F0502020204030204" pitchFamily="34" charset="0"/>
                        </a:rPr>
                        <a:t>105 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dirty="0" err="1">
                          <a:solidFill>
                            <a:srgbClr val="000000"/>
                          </a:solidFill>
                          <a:effectLst/>
                          <a:latin typeface="Calibri" panose="020F0502020204030204" pitchFamily="34" charset="0"/>
                        </a:rPr>
                        <a:t>Disponibilità</a:t>
                      </a:r>
                      <a:r>
                        <a:rPr lang="en-US" sz="900" b="0" i="0" u="none" strike="noStrike" dirty="0">
                          <a:solidFill>
                            <a:srgbClr val="000000"/>
                          </a:solidFill>
                          <a:effectLst/>
                          <a:latin typeface="Calibri" panose="020F0502020204030204" pitchFamily="34" charset="0"/>
                        </a:rPr>
                        <a:t> </a:t>
                      </a:r>
                      <a:r>
                        <a:rPr lang="en-US" sz="900" b="0" i="0" u="none" strike="noStrike" dirty="0" err="1">
                          <a:solidFill>
                            <a:srgbClr val="000000"/>
                          </a:solidFill>
                          <a:effectLst/>
                          <a:latin typeface="Calibri" panose="020F0502020204030204" pitchFamily="34" charset="0"/>
                        </a:rPr>
                        <a:t>Servizi</a:t>
                      </a:r>
                      <a:r>
                        <a:rPr lang="en-US" sz="900" b="0" i="0" u="none" strike="noStrike" dirty="0">
                          <a:solidFill>
                            <a:srgbClr val="000000"/>
                          </a:solidFill>
                          <a:effectLst/>
                          <a:latin typeface="Calibri" panose="020F0502020204030204" pitchFamily="34" charset="0"/>
                        </a:rPr>
                        <a:t> Core Batch</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dirty="0" err="1">
                          <a:solidFill>
                            <a:srgbClr val="000000"/>
                          </a:solidFill>
                          <a:effectLst/>
                          <a:latin typeface="Calibri" panose="020F0502020204030204" pitchFamily="34" charset="0"/>
                        </a:rPr>
                        <a:t>Mensile</a:t>
                      </a:r>
                      <a:endParaRPr lang="en-US" sz="9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dirty="0">
                          <a:solidFill>
                            <a:srgbClr val="000000"/>
                          </a:solidFill>
                          <a:effectLst/>
                          <a:latin typeface="Calibri" panose="020F0502020204030204" pitchFamily="34" charset="0"/>
                        </a:rPr>
                        <a:t>550</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dirty="0">
                          <a:solidFill>
                            <a:srgbClr val="000000"/>
                          </a:solidFill>
                          <a:effectLst/>
                          <a:latin typeface="Calibri" panose="020F0502020204030204" pitchFamily="34" charset="0"/>
                        </a:rPr>
                        <a:t>506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a:solidFill>
                            <a:srgbClr val="000000"/>
                          </a:solidFill>
                          <a:effectLst/>
                          <a:latin typeface="Calibri" panose="020F0502020204030204" pitchFamily="34" charset="0"/>
                        </a:rPr>
                        <a:t>550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a:solidFill>
                            <a:srgbClr val="000000"/>
                          </a:solidFill>
                          <a:effectLst/>
                          <a:latin typeface="Calibri" panose="020F0502020204030204" pitchFamily="34" charset="0"/>
                        </a:rPr>
                        <a:t>528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a:solidFill>
                            <a:srgbClr val="000000"/>
                          </a:solidFill>
                          <a:effectLst/>
                          <a:latin typeface="Calibri" panose="020F0502020204030204" pitchFamily="34" charset="0"/>
                        </a:rPr>
                        <a:t>545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a:solidFill>
                            <a:srgbClr val="000000"/>
                          </a:solidFill>
                          <a:effectLst/>
                          <a:latin typeface="Calibri" panose="020F0502020204030204" pitchFamily="34" charset="0"/>
                        </a:rPr>
                        <a:t>528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a:solidFill>
                            <a:srgbClr val="000000"/>
                          </a:solidFill>
                          <a:effectLst/>
                          <a:latin typeface="Calibri" panose="020F0502020204030204" pitchFamily="34" charset="0"/>
                        </a:rPr>
                        <a:t>550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a:solidFill>
                            <a:srgbClr val="000000"/>
                          </a:solidFill>
                          <a:effectLst/>
                          <a:latin typeface="Calibri" panose="020F0502020204030204" pitchFamily="34" charset="0"/>
                        </a:rPr>
                        <a:t>548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a:solidFill>
                            <a:srgbClr val="000000"/>
                          </a:solidFill>
                          <a:effectLst/>
                          <a:latin typeface="Calibri" panose="020F0502020204030204" pitchFamily="34" charset="0"/>
                        </a:rPr>
                        <a:t>528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dirty="0">
                          <a:solidFill>
                            <a:srgbClr val="000000"/>
                          </a:solidFill>
                          <a:effectLst/>
                          <a:latin typeface="Calibri" panose="020F0502020204030204" pitchFamily="34"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a:solidFill>
                            <a:srgbClr val="000000"/>
                          </a:solidFill>
                          <a:effectLst/>
                          <a:latin typeface="Calibri" panose="020F0502020204030204" pitchFamily="34"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a:solidFill>
                            <a:srgbClr val="000000"/>
                          </a:solidFill>
                          <a:effectLst/>
                          <a:latin typeface="Calibri" panose="020F0502020204030204" pitchFamily="34" charset="0"/>
                        </a:rPr>
                        <a:t>-</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a:solidFill>
                            <a:srgbClr val="000000"/>
                          </a:solidFill>
                          <a:effectLst/>
                          <a:latin typeface="Calibri" panose="020F0502020204030204" pitchFamily="34" charset="0"/>
                        </a:rPr>
                        <a:t>550</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a:solidFill>
                            <a:srgbClr val="000000"/>
                          </a:solidFill>
                          <a:effectLst/>
                          <a:latin typeface="Calibri" panose="020F0502020204030204" pitchFamily="34" charset="0"/>
                        </a:rPr>
                        <a:t>506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a:solidFill>
                            <a:srgbClr val="000000"/>
                          </a:solidFill>
                          <a:effectLst/>
                          <a:latin typeface="Calibri" panose="020F0502020204030204" pitchFamily="34" charset="0"/>
                        </a:rPr>
                        <a:t>550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a:solidFill>
                            <a:srgbClr val="000000"/>
                          </a:solidFill>
                          <a:effectLst/>
                          <a:latin typeface="Calibri" panose="020F0502020204030204" pitchFamily="34" charset="0"/>
                        </a:rPr>
                        <a:t>528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a:solidFill>
                            <a:srgbClr val="000000"/>
                          </a:solidFill>
                          <a:effectLst/>
                          <a:latin typeface="Calibri" panose="020F0502020204030204" pitchFamily="34" charset="0"/>
                        </a:rPr>
                        <a:t>550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a:solidFill>
                            <a:srgbClr val="000000"/>
                          </a:solidFill>
                          <a:effectLst/>
                          <a:latin typeface="Calibri" panose="020F0502020204030204" pitchFamily="34" charset="0"/>
                        </a:rPr>
                        <a:t>528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a:solidFill>
                            <a:srgbClr val="000000"/>
                          </a:solidFill>
                          <a:effectLst/>
                          <a:latin typeface="Calibri" panose="020F0502020204030204" pitchFamily="34" charset="0"/>
                        </a:rPr>
                        <a:t>550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a:solidFill>
                            <a:srgbClr val="000000"/>
                          </a:solidFill>
                          <a:effectLst/>
                          <a:latin typeface="Calibri" panose="020F0502020204030204" pitchFamily="34" charset="0"/>
                        </a:rPr>
                        <a:t>550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dirty="0">
                          <a:solidFill>
                            <a:srgbClr val="000000"/>
                          </a:solidFill>
                          <a:effectLst/>
                          <a:latin typeface="Calibri" panose="020F0502020204030204" pitchFamily="34" charset="0"/>
                        </a:rPr>
                        <a:t>528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a:solidFill>
                            <a:srgbClr val="000000"/>
                          </a:solidFill>
                          <a:effectLst/>
                          <a:latin typeface="Calibri" panose="020F0502020204030204" pitchFamily="34"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a:solidFill>
                            <a:srgbClr val="000000"/>
                          </a:solidFill>
                          <a:effectLst/>
                          <a:latin typeface="Calibri" panose="020F0502020204030204" pitchFamily="34"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dirty="0">
                          <a:solidFill>
                            <a:srgbClr val="000000"/>
                          </a:solidFill>
                          <a:effectLst/>
                          <a:latin typeface="Calibri" panose="020F0502020204030204" pitchFamily="34" charset="0"/>
                        </a:rPr>
                        <a:t>-</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dirty="0">
                          <a:solidFill>
                            <a:srgbClr val="000000"/>
                          </a:solidFill>
                          <a:effectLst/>
                          <a:latin typeface="Calibri" panose="020F0502020204030204" pitchFamily="34" charset="0"/>
                        </a:rPr>
                        <a:t>100,000%</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a:solidFill>
                            <a:srgbClr val="000000"/>
                          </a:solidFill>
                          <a:effectLst/>
                          <a:latin typeface="Calibri" panose="020F0502020204030204" pitchFamily="34" charset="0"/>
                        </a:rPr>
                        <a:t>100,000%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dirty="0">
                          <a:solidFill>
                            <a:srgbClr val="000000"/>
                          </a:solidFill>
                          <a:effectLst/>
                          <a:latin typeface="Calibri" panose="020F0502020204030204" pitchFamily="34" charset="0"/>
                        </a:rPr>
                        <a:t>100,000%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a:solidFill>
                            <a:srgbClr val="000000"/>
                          </a:solidFill>
                          <a:effectLst/>
                          <a:latin typeface="Calibri" panose="020F0502020204030204" pitchFamily="34" charset="0"/>
                        </a:rPr>
                        <a:t>100,000%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dirty="0">
                          <a:solidFill>
                            <a:srgbClr val="FFFFFF"/>
                          </a:solidFill>
                          <a:effectLst/>
                          <a:latin typeface="Calibri" panose="020F0502020204030204" pitchFamily="34" charset="0"/>
                        </a:rPr>
                        <a:t>99,091%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0000"/>
                    </a:solidFill>
                  </a:tcPr>
                </a:tc>
                <a:tc>
                  <a:txBody>
                    <a:bodyPr/>
                    <a:lstStyle/>
                    <a:p>
                      <a:pPr algn="ctr" fontAlgn="ctr"/>
                      <a:r>
                        <a:rPr lang="en-US" sz="800" b="0" i="0" u="none" strike="noStrike">
                          <a:solidFill>
                            <a:srgbClr val="000000"/>
                          </a:solidFill>
                          <a:effectLst/>
                          <a:latin typeface="Calibri" panose="020F0502020204030204" pitchFamily="34" charset="0"/>
                        </a:rPr>
                        <a:t>100,000%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dirty="0">
                          <a:solidFill>
                            <a:srgbClr val="000000"/>
                          </a:solidFill>
                          <a:effectLst/>
                          <a:latin typeface="Calibri" panose="020F0502020204030204" pitchFamily="34" charset="0"/>
                        </a:rPr>
                        <a:t>100,000%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dirty="0">
                          <a:solidFill>
                            <a:srgbClr val="000000"/>
                          </a:solidFill>
                          <a:effectLst/>
                          <a:latin typeface="Calibri" panose="020F0502020204030204" pitchFamily="34" charset="0"/>
                        </a:rPr>
                        <a:t>99,636%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dirty="0">
                          <a:solidFill>
                            <a:srgbClr val="000000"/>
                          </a:solidFill>
                          <a:effectLst/>
                          <a:latin typeface="Calibri" panose="020F0502020204030204" pitchFamily="34" charset="0"/>
                        </a:rPr>
                        <a:t>100,000%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dirty="0">
                          <a:solidFill>
                            <a:srgbClr val="000000"/>
                          </a:solidFill>
                          <a:effectLst/>
                          <a:latin typeface="Calibri" panose="020F0502020204030204" pitchFamily="34" charset="0"/>
                        </a:rPr>
                        <a:t>NA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dirty="0">
                          <a:solidFill>
                            <a:srgbClr val="000000"/>
                          </a:solidFill>
                          <a:effectLst/>
                          <a:latin typeface="Calibri" panose="020F0502020204030204" pitchFamily="34" charset="0"/>
                        </a:rPr>
                        <a:t>NA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dirty="0">
                          <a:solidFill>
                            <a:srgbClr val="000000"/>
                          </a:solidFill>
                          <a:effectLst/>
                          <a:latin typeface="Calibri" panose="020F0502020204030204" pitchFamily="34" charset="0"/>
                        </a:rPr>
                        <a:t>NA</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dirty="0">
                          <a:solidFill>
                            <a:srgbClr val="000000"/>
                          </a:solidFill>
                          <a:effectLst/>
                          <a:latin typeface="Calibri" panose="020F0502020204030204" pitchFamily="34" charset="0"/>
                        </a:rPr>
                        <a:t>99,50%</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707664868"/>
                  </a:ext>
                </a:extLst>
              </a:tr>
              <a:tr h="767254">
                <a:tc>
                  <a:txBody>
                    <a:bodyPr/>
                    <a:lstStyle/>
                    <a:p>
                      <a:pPr algn="l" fontAlgn="ctr"/>
                      <a:r>
                        <a:rPr lang="en-US" sz="900" b="0" i="0" u="none" strike="noStrike">
                          <a:solidFill>
                            <a:srgbClr val="000000"/>
                          </a:solidFill>
                          <a:effectLst/>
                          <a:latin typeface="Calibri" panose="020F0502020204030204" pitchFamily="34" charset="0"/>
                        </a:rPr>
                        <a:t>105 B1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it-IT" sz="900" b="0" i="0" u="none" strike="noStrike" dirty="0">
                          <a:solidFill>
                            <a:srgbClr val="000000"/>
                          </a:solidFill>
                          <a:effectLst/>
                          <a:latin typeface="Calibri" panose="020F0502020204030204" pitchFamily="34" charset="0"/>
                        </a:rPr>
                        <a:t>Disponibilità API Disposizione Pagamento Fast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dirty="0" err="1">
                          <a:solidFill>
                            <a:srgbClr val="000000"/>
                          </a:solidFill>
                          <a:effectLst/>
                          <a:latin typeface="Calibri" panose="020F0502020204030204" pitchFamily="34" charset="0"/>
                        </a:rPr>
                        <a:t>Mensile</a:t>
                      </a:r>
                      <a:endParaRPr lang="en-US" sz="9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dirty="0">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229972770"/>
                  </a:ext>
                </a:extLst>
              </a:tr>
              <a:tr h="767254">
                <a:tc>
                  <a:txBody>
                    <a:bodyPr/>
                    <a:lstStyle/>
                    <a:p>
                      <a:pPr algn="l" fontAlgn="ctr"/>
                      <a:r>
                        <a:rPr lang="en-US" sz="900" b="0" i="0" u="none" strike="noStrike">
                          <a:solidFill>
                            <a:srgbClr val="000000"/>
                          </a:solidFill>
                          <a:effectLst/>
                          <a:latin typeface="Calibri" panose="020F0502020204030204" pitchFamily="34" charset="0"/>
                        </a:rPr>
                        <a:t>105 B2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it-IT" sz="900" b="0" i="0" u="none" strike="noStrike">
                          <a:solidFill>
                            <a:srgbClr val="000000"/>
                          </a:solidFill>
                          <a:effectLst/>
                          <a:latin typeface="Calibri" panose="020F0502020204030204" pitchFamily="34" charset="0"/>
                        </a:rPr>
                        <a:t>Disponibilità API Disposizione Pagamento Urg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dirty="0" err="1">
                          <a:solidFill>
                            <a:srgbClr val="000000"/>
                          </a:solidFill>
                          <a:effectLst/>
                          <a:latin typeface="Calibri" panose="020F0502020204030204" pitchFamily="34" charset="0"/>
                        </a:rPr>
                        <a:t>Mensile</a:t>
                      </a:r>
                      <a:endParaRPr lang="en-US" sz="9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825559665"/>
                  </a:ext>
                </a:extLst>
              </a:tr>
              <a:tr h="767254">
                <a:tc>
                  <a:txBody>
                    <a:bodyPr/>
                    <a:lstStyle/>
                    <a:p>
                      <a:pPr algn="l" fontAlgn="ctr"/>
                      <a:r>
                        <a:rPr lang="en-US" sz="900" b="0" i="0" u="none" strike="noStrike">
                          <a:solidFill>
                            <a:srgbClr val="000000"/>
                          </a:solidFill>
                          <a:effectLst/>
                          <a:latin typeface="Calibri" panose="020F0502020204030204" pitchFamily="34" charset="0"/>
                        </a:rPr>
                        <a:t>105 B3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it-IT" sz="900" b="0" i="0" u="none" strike="noStrike">
                          <a:solidFill>
                            <a:srgbClr val="000000"/>
                          </a:solidFill>
                          <a:effectLst/>
                          <a:latin typeface="Calibri" panose="020F0502020204030204" pitchFamily="34" charset="0"/>
                        </a:rPr>
                        <a:t>Disponibilità API Disposizione Pagamento SCT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libri" panose="020F0502020204030204" pitchFamily="34" charset="0"/>
                        </a:rPr>
                        <a:t>Mensile</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759437691"/>
                  </a:ext>
                </a:extLst>
              </a:tr>
              <a:tr h="767254">
                <a:tc>
                  <a:txBody>
                    <a:bodyPr/>
                    <a:lstStyle/>
                    <a:p>
                      <a:pPr algn="l" fontAlgn="ctr"/>
                      <a:r>
                        <a:rPr lang="en-US" sz="900" b="0" i="0" u="none" strike="noStrike">
                          <a:solidFill>
                            <a:srgbClr val="000000"/>
                          </a:solidFill>
                          <a:effectLst/>
                          <a:latin typeface="Calibri" panose="020F0502020204030204" pitchFamily="34" charset="0"/>
                        </a:rPr>
                        <a:t>105 B4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it-IT" sz="900" b="0" i="0" u="none" strike="noStrike">
                          <a:solidFill>
                            <a:srgbClr val="000000"/>
                          </a:solidFill>
                          <a:effectLst/>
                          <a:latin typeface="Calibri" panose="020F0502020204030204" pitchFamily="34" charset="0"/>
                        </a:rPr>
                        <a:t>Disponibilità API Disposizione Pagamento PA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dirty="0" err="1">
                          <a:solidFill>
                            <a:srgbClr val="000000"/>
                          </a:solidFill>
                          <a:effectLst/>
                          <a:latin typeface="Calibri" panose="020F0502020204030204" pitchFamily="34" charset="0"/>
                        </a:rPr>
                        <a:t>Mensile</a:t>
                      </a:r>
                      <a:endParaRPr lang="en-US" sz="9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481454372"/>
                  </a:ext>
                </a:extLst>
              </a:tr>
              <a:tr h="520249">
                <a:tc>
                  <a:txBody>
                    <a:bodyPr/>
                    <a:lstStyle/>
                    <a:p>
                      <a:pPr algn="l" fontAlgn="b"/>
                      <a:r>
                        <a:rPr lang="en-US" sz="900" b="0" i="0" u="none" strike="noStrike" dirty="0">
                          <a:solidFill>
                            <a:srgbClr val="000000"/>
                          </a:solidFill>
                          <a:effectLst/>
                          <a:latin typeface="Calibri" panose="020F0502020204030204" pitchFamily="34"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dirty="0">
                          <a:solidFill>
                            <a:srgbClr val="000000"/>
                          </a:solidFill>
                          <a:effectLst/>
                          <a:latin typeface="Calibri" panose="020F0502020204030204" pitchFamily="34" charset="0"/>
                        </a:rPr>
                        <a:t> </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070721603"/>
                  </a:ext>
                </a:extLst>
              </a:tr>
            </a:tbl>
          </a:graphicData>
        </a:graphic>
      </p:graphicFrame>
      <p:sp>
        <p:nvSpPr>
          <p:cNvPr id="10" name="Speech Bubble: Rectangle with Corners Rounded 9">
            <a:extLst>
              <a:ext uri="{FF2B5EF4-FFF2-40B4-BE49-F238E27FC236}">
                <a16:creationId xmlns:a16="http://schemas.microsoft.com/office/drawing/2014/main" id="{40399AAF-2C9B-4E87-A585-7FABAEEBF5E9}"/>
              </a:ext>
            </a:extLst>
          </p:cNvPr>
          <p:cNvSpPr/>
          <p:nvPr/>
        </p:nvSpPr>
        <p:spPr>
          <a:xfrm>
            <a:off x="325299" y="1207578"/>
            <a:ext cx="1626014" cy="380935"/>
          </a:xfrm>
          <a:prstGeom prst="wedgeRoundRectCallou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i="1" dirty="0" err="1">
                <a:solidFill>
                  <a:schemeClr val="tx2"/>
                </a:solidFill>
                <a:sym typeface="Wingdings" panose="05000000000000000000" pitchFamily="2" charset="2"/>
              </a:rPr>
              <a:t>Esempio</a:t>
            </a:r>
            <a:r>
              <a:rPr lang="en-US" sz="1200" b="1" i="1" dirty="0">
                <a:solidFill>
                  <a:schemeClr val="tx2"/>
                </a:solidFill>
                <a:sym typeface="Wingdings" panose="05000000000000000000" pitchFamily="2" charset="2"/>
              </a:rPr>
              <a:t> Report Mese </a:t>
            </a:r>
            <a:r>
              <a:rPr lang="en-US" sz="1200" b="1" i="1" dirty="0" err="1">
                <a:solidFill>
                  <a:schemeClr val="tx2"/>
                </a:solidFill>
                <a:sym typeface="Wingdings" panose="05000000000000000000" pitchFamily="2" charset="2"/>
              </a:rPr>
              <a:t>Settembre</a:t>
            </a:r>
            <a:endParaRPr lang="en-US" sz="1200" b="1" i="1" dirty="0">
              <a:solidFill>
                <a:schemeClr val="tx2"/>
              </a:solidFill>
            </a:endParaRPr>
          </a:p>
        </p:txBody>
      </p:sp>
      <p:sp>
        <p:nvSpPr>
          <p:cNvPr id="3" name="Rectangle 2">
            <a:extLst>
              <a:ext uri="{FF2B5EF4-FFF2-40B4-BE49-F238E27FC236}">
                <a16:creationId xmlns:a16="http://schemas.microsoft.com/office/drawing/2014/main" id="{34C1C44A-EAD3-4316-BF40-8FF2394768CB}"/>
              </a:ext>
            </a:extLst>
          </p:cNvPr>
          <p:cNvSpPr/>
          <p:nvPr/>
        </p:nvSpPr>
        <p:spPr>
          <a:xfrm>
            <a:off x="10272156" y="0"/>
            <a:ext cx="1919844" cy="466609"/>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err="1">
                <a:solidFill>
                  <a:schemeClr val="tx2"/>
                </a:solidFill>
              </a:rPr>
              <a:t>Interno</a:t>
            </a:r>
            <a:endParaRPr lang="en-US" b="1" dirty="0">
              <a:solidFill>
                <a:schemeClr val="tx2"/>
              </a:solidFill>
            </a:endParaRPr>
          </a:p>
        </p:txBody>
      </p:sp>
    </p:spTree>
    <p:extLst>
      <p:ext uri="{BB962C8B-B14F-4D97-AF65-F5344CB8AC3E}">
        <p14:creationId xmlns:p14="http://schemas.microsoft.com/office/powerpoint/2010/main" val="42087308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testo 1">
            <a:extLst>
              <a:ext uri="{FF2B5EF4-FFF2-40B4-BE49-F238E27FC236}">
                <a16:creationId xmlns:a16="http://schemas.microsoft.com/office/drawing/2014/main" id="{C1FC055D-BC62-C270-6669-7320F79D9E8A}"/>
              </a:ext>
            </a:extLst>
          </p:cNvPr>
          <p:cNvSpPr>
            <a:spLocks noGrp="1"/>
          </p:cNvSpPr>
          <p:nvPr>
            <p:ph type="body" sz="quarter" idx="10"/>
          </p:nvPr>
        </p:nvSpPr>
        <p:spPr/>
        <p:txBody>
          <a:bodyPr/>
          <a:lstStyle/>
          <a:p>
            <a:r>
              <a:rPr lang="it-IT" dirty="0"/>
              <a:t>Template SLA – T1  </a:t>
            </a:r>
          </a:p>
          <a:p>
            <a:pPr fontAlgn="b"/>
            <a:r>
              <a:rPr lang="it-IT" dirty="0"/>
              <a:t>MM/AAAA – Disponibilità Servizi</a:t>
            </a:r>
            <a:endParaRPr lang="en-US" b="0" dirty="0">
              <a:latin typeface="Arial" panose="020B0604020202020204" pitchFamily="34" charset="0"/>
            </a:endParaRPr>
          </a:p>
          <a:p>
            <a:pPr fontAlgn="b"/>
            <a:r>
              <a:rPr lang="it-IT" b="0" dirty="0">
                <a:solidFill>
                  <a:srgbClr val="000000"/>
                </a:solidFill>
              </a:rPr>
              <a:t>*Disponibilità al netto delle finestre di manutenzione programmata</a:t>
            </a:r>
            <a:endParaRPr lang="en-US" b="0" dirty="0">
              <a:latin typeface="Arial" panose="020B0604020202020204" pitchFamily="34" charset="0"/>
            </a:endParaRPr>
          </a:p>
          <a:p>
            <a:endParaRPr lang="it-IT" dirty="0"/>
          </a:p>
        </p:txBody>
      </p:sp>
      <p:graphicFrame>
        <p:nvGraphicFramePr>
          <p:cNvPr id="3" name="Tabella 2">
            <a:extLst>
              <a:ext uri="{FF2B5EF4-FFF2-40B4-BE49-F238E27FC236}">
                <a16:creationId xmlns:a16="http://schemas.microsoft.com/office/drawing/2014/main" id="{E48DFAF5-3981-2C00-CC43-7A818AED47BE}"/>
              </a:ext>
            </a:extLst>
          </p:cNvPr>
          <p:cNvGraphicFramePr>
            <a:graphicFrameLocks noGrp="1"/>
          </p:cNvGraphicFramePr>
          <p:nvPr>
            <p:extLst>
              <p:ext uri="{D42A27DB-BD31-4B8C-83A1-F6EECF244321}">
                <p14:modId xmlns:p14="http://schemas.microsoft.com/office/powerpoint/2010/main" val="3940979792"/>
              </p:ext>
            </p:extLst>
          </p:nvPr>
        </p:nvGraphicFramePr>
        <p:xfrm>
          <a:off x="371475" y="1218030"/>
          <a:ext cx="11463337" cy="4249928"/>
        </p:xfrm>
        <a:graphic>
          <a:graphicData uri="http://schemas.openxmlformats.org/drawingml/2006/table">
            <a:tbl>
              <a:tblPr>
                <a:tableStyleId>{5C22544A-7EE6-4342-B048-85BDC9FD1C3A}</a:tableStyleId>
              </a:tblPr>
              <a:tblGrid>
                <a:gridCol w="706558">
                  <a:extLst>
                    <a:ext uri="{9D8B030D-6E8A-4147-A177-3AD203B41FA5}">
                      <a16:colId xmlns:a16="http://schemas.microsoft.com/office/drawing/2014/main" val="2136554790"/>
                    </a:ext>
                  </a:extLst>
                </a:gridCol>
                <a:gridCol w="3461952">
                  <a:extLst>
                    <a:ext uri="{9D8B030D-6E8A-4147-A177-3AD203B41FA5}">
                      <a16:colId xmlns:a16="http://schemas.microsoft.com/office/drawing/2014/main" val="2529345498"/>
                    </a:ext>
                  </a:extLst>
                </a:gridCol>
                <a:gridCol w="1195198">
                  <a:extLst>
                    <a:ext uri="{9D8B030D-6E8A-4147-A177-3AD203B41FA5}">
                      <a16:colId xmlns:a16="http://schemas.microsoft.com/office/drawing/2014/main" val="1455973771"/>
                    </a:ext>
                  </a:extLst>
                </a:gridCol>
                <a:gridCol w="1195198">
                  <a:extLst>
                    <a:ext uri="{9D8B030D-6E8A-4147-A177-3AD203B41FA5}">
                      <a16:colId xmlns:a16="http://schemas.microsoft.com/office/drawing/2014/main" val="1948743673"/>
                    </a:ext>
                  </a:extLst>
                </a:gridCol>
                <a:gridCol w="1195198">
                  <a:extLst>
                    <a:ext uri="{9D8B030D-6E8A-4147-A177-3AD203B41FA5}">
                      <a16:colId xmlns:a16="http://schemas.microsoft.com/office/drawing/2014/main" val="691271866"/>
                    </a:ext>
                  </a:extLst>
                </a:gridCol>
                <a:gridCol w="1277625">
                  <a:extLst>
                    <a:ext uri="{9D8B030D-6E8A-4147-A177-3AD203B41FA5}">
                      <a16:colId xmlns:a16="http://schemas.microsoft.com/office/drawing/2014/main" val="1653460624"/>
                    </a:ext>
                  </a:extLst>
                </a:gridCol>
                <a:gridCol w="1582606">
                  <a:extLst>
                    <a:ext uri="{9D8B030D-6E8A-4147-A177-3AD203B41FA5}">
                      <a16:colId xmlns:a16="http://schemas.microsoft.com/office/drawing/2014/main" val="2491604168"/>
                    </a:ext>
                  </a:extLst>
                </a:gridCol>
                <a:gridCol w="849002">
                  <a:extLst>
                    <a:ext uri="{9D8B030D-6E8A-4147-A177-3AD203B41FA5}">
                      <a16:colId xmlns:a16="http://schemas.microsoft.com/office/drawing/2014/main" val="3914827570"/>
                    </a:ext>
                  </a:extLst>
                </a:gridCol>
              </a:tblGrid>
              <a:tr h="184150">
                <a:tc>
                  <a:txBody>
                    <a:bodyPr/>
                    <a:lstStyle/>
                    <a:p>
                      <a:pPr algn="l" fontAlgn="b"/>
                      <a:r>
                        <a:rPr lang="it-IT" sz="900" u="none" strike="noStrike" dirty="0">
                          <a:solidFill>
                            <a:schemeClr val="bg1"/>
                          </a:solidFill>
                          <a:effectLst/>
                        </a:rPr>
                        <a:t>ID SLA</a:t>
                      </a:r>
                      <a:endParaRPr lang="it-IT" sz="900" b="0" i="0" u="none" strike="noStrike" dirty="0">
                        <a:solidFill>
                          <a:schemeClr val="bg1"/>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tx1">
                        <a:lumMod val="50000"/>
                      </a:schemeClr>
                    </a:solidFill>
                  </a:tcPr>
                </a:tc>
                <a:tc>
                  <a:txBody>
                    <a:bodyPr/>
                    <a:lstStyle/>
                    <a:p>
                      <a:pPr algn="l" fontAlgn="b"/>
                      <a:r>
                        <a:rPr lang="it-IT" sz="900" u="none" strike="noStrike" dirty="0">
                          <a:solidFill>
                            <a:schemeClr val="bg1"/>
                          </a:solidFill>
                          <a:effectLst/>
                        </a:rPr>
                        <a:t>NOME SLA</a:t>
                      </a:r>
                      <a:endParaRPr lang="it-IT" sz="900" b="0" i="0" u="none" strike="noStrike" dirty="0">
                        <a:solidFill>
                          <a:schemeClr val="bg1"/>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tx1">
                        <a:lumMod val="50000"/>
                      </a:schemeClr>
                    </a:solidFill>
                  </a:tcPr>
                </a:tc>
                <a:tc>
                  <a:txBody>
                    <a:bodyPr/>
                    <a:lstStyle/>
                    <a:p>
                      <a:pPr algn="l" fontAlgn="b"/>
                      <a:r>
                        <a:rPr lang="it-IT" sz="900" b="0" i="0" u="none" strike="noStrike" dirty="0">
                          <a:solidFill>
                            <a:schemeClr val="bg1"/>
                          </a:solidFill>
                          <a:effectLst/>
                          <a:latin typeface="Calibri" panose="020F0502020204030204" pitchFamily="34" charset="0"/>
                        </a:rPr>
                        <a:t>Metrica</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tx1">
                        <a:lumMod val="50000"/>
                      </a:schemeClr>
                    </a:solidFill>
                  </a:tcPr>
                </a:tc>
                <a:tc>
                  <a:txBody>
                    <a:bodyPr/>
                    <a:lstStyle/>
                    <a:p>
                      <a:pPr algn="l" fontAlgn="b"/>
                      <a:r>
                        <a:rPr lang="it-IT" sz="900" b="0" i="0" u="none" strike="noStrike" dirty="0">
                          <a:solidFill>
                            <a:schemeClr val="bg1"/>
                          </a:solidFill>
                          <a:effectLst/>
                          <a:latin typeface="Calibri" panose="020F0502020204030204" pitchFamily="34" charset="0"/>
                        </a:rPr>
                        <a:t>Attributo Temporale</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tx1">
                        <a:lumMod val="50000"/>
                      </a:schemeClr>
                    </a:solidFill>
                  </a:tcPr>
                </a:tc>
                <a:tc>
                  <a:txBody>
                    <a:bodyPr/>
                    <a:lstStyle/>
                    <a:p>
                      <a:pPr algn="l" fontAlgn="b"/>
                      <a:r>
                        <a:rPr lang="it-IT" sz="900" u="none" strike="noStrike" dirty="0">
                          <a:solidFill>
                            <a:schemeClr val="tx2"/>
                          </a:solidFill>
                          <a:effectLst/>
                        </a:rPr>
                        <a:t>ORE DISPONIBILITA’ (Uso Interno)</a:t>
                      </a:r>
                      <a:endParaRPr lang="it-IT" sz="900" b="0" i="0" u="none" strike="noStrike" dirty="0">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rgbClr val="FFFF00"/>
                    </a:solidFill>
                  </a:tcPr>
                </a:tc>
                <a:tc>
                  <a:txBody>
                    <a:bodyPr/>
                    <a:lstStyle/>
                    <a:p>
                      <a:pPr algn="l" fontAlgn="b"/>
                      <a:r>
                        <a:rPr lang="it-IT" sz="900" u="none" strike="noStrike" dirty="0">
                          <a:solidFill>
                            <a:schemeClr val="tx2"/>
                          </a:solidFill>
                          <a:effectLst/>
                        </a:rPr>
                        <a:t>TOTALE ORE MESE (Uso Interno)</a:t>
                      </a:r>
                      <a:endParaRPr lang="it-IT" sz="900" b="0" i="0" u="none" strike="noStrike" dirty="0">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rgbClr val="FFFF00"/>
                    </a:solidFill>
                  </a:tcPr>
                </a:tc>
                <a:tc>
                  <a:txBody>
                    <a:bodyPr/>
                    <a:lstStyle/>
                    <a:p>
                      <a:pPr algn="l" fontAlgn="b"/>
                      <a:r>
                        <a:rPr lang="it-IT" sz="900" u="none" strike="noStrike" dirty="0">
                          <a:solidFill>
                            <a:schemeClr val="bg1"/>
                          </a:solidFill>
                          <a:effectLst/>
                        </a:rPr>
                        <a:t>% PERFORMANCE'*</a:t>
                      </a:r>
                      <a:endParaRPr lang="it-IT" sz="900" b="0" i="0" u="none" strike="noStrike" dirty="0">
                        <a:solidFill>
                          <a:schemeClr val="bg1"/>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tx1">
                        <a:lumMod val="50000"/>
                      </a:schemeClr>
                    </a:solidFill>
                  </a:tcPr>
                </a:tc>
                <a:tc>
                  <a:txBody>
                    <a:bodyPr/>
                    <a:lstStyle/>
                    <a:p>
                      <a:pPr algn="l" fontAlgn="b"/>
                      <a:r>
                        <a:rPr lang="it-IT" sz="900" u="none" strike="noStrike" dirty="0">
                          <a:solidFill>
                            <a:schemeClr val="bg1"/>
                          </a:solidFill>
                          <a:effectLst/>
                        </a:rPr>
                        <a:t>% SOGLIA SLA</a:t>
                      </a:r>
                      <a:endParaRPr lang="it-IT" sz="900" b="0" i="0" u="none" strike="noStrike" dirty="0">
                        <a:solidFill>
                          <a:schemeClr val="bg1"/>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tx1">
                        <a:lumMod val="50000"/>
                      </a:schemeClr>
                    </a:solidFill>
                  </a:tcPr>
                </a:tc>
                <a:extLst>
                  <a:ext uri="{0D108BD9-81ED-4DB2-BD59-A6C34878D82A}">
                    <a16:rowId xmlns:a16="http://schemas.microsoft.com/office/drawing/2014/main" val="1772509089"/>
                  </a:ext>
                </a:extLst>
              </a:tr>
              <a:tr h="184150">
                <a:tc>
                  <a:txBody>
                    <a:bodyPr/>
                    <a:lstStyle/>
                    <a:p>
                      <a:pPr algn="l" fontAlgn="b"/>
                      <a:r>
                        <a:rPr lang="it-IT" sz="900" b="0" i="0" u="none" strike="noStrike" dirty="0">
                          <a:solidFill>
                            <a:schemeClr val="tx2"/>
                          </a:solidFill>
                          <a:effectLst/>
                          <a:latin typeface="Calibri" panose="020F0502020204030204" pitchFamily="34" charset="0"/>
                        </a:rPr>
                        <a:t>ID13</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900" u="none" strike="noStrike" kern="1200" noProof="0" dirty="0">
                          <a:solidFill>
                            <a:schemeClr val="tx2"/>
                          </a:solidFill>
                          <a:effectLst/>
                          <a:latin typeface="+mn-lt"/>
                          <a:ea typeface="+mn-ea"/>
                          <a:cs typeface="+mn-cs"/>
                        </a:rPr>
                        <a:t>Disponibilità Data Center</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endParaRPr lang="it-IT" sz="900" b="0" i="0" u="none" strike="noStrike" dirty="0">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lang="it-IT" sz="900" b="0" i="0" u="none" strike="noStrike" dirty="0">
                          <a:solidFill>
                            <a:schemeClr val="tx2"/>
                          </a:solidFill>
                          <a:effectLst/>
                          <a:latin typeface="Calibri" panose="020F0502020204030204" pitchFamily="34" charset="0"/>
                        </a:rPr>
                        <a:t>Annuale</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endParaRPr lang="it-IT" sz="900" b="0" i="0" u="none" strike="noStrike" dirty="0">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endParaRPr lang="it-IT" sz="900" b="0" i="0" u="none" strike="noStrike">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endParaRPr lang="it-IT" sz="900" b="0" i="0" u="none" strike="noStrike" dirty="0">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endParaRPr lang="it-IT" sz="900" b="0" i="0" u="none" strike="noStrike" dirty="0">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39460027"/>
                  </a:ext>
                </a:extLst>
              </a:tr>
              <a:tr h="184150">
                <a:tc>
                  <a:txBody>
                    <a:bodyPr/>
                    <a:lstStyle/>
                    <a:p>
                      <a:pPr algn="l" fontAlgn="b"/>
                      <a:r>
                        <a:rPr lang="it-IT" sz="900" b="0" i="0" u="none" strike="noStrike" dirty="0">
                          <a:solidFill>
                            <a:schemeClr val="tx2"/>
                          </a:solidFill>
                          <a:effectLst/>
                          <a:latin typeface="Calibri" panose="020F0502020204030204" pitchFamily="34" charset="0"/>
                        </a:rPr>
                        <a:t>ID104</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900" u="none" strike="noStrike" kern="1200" noProof="0" dirty="0">
                          <a:solidFill>
                            <a:schemeClr val="tx2"/>
                          </a:solidFill>
                          <a:effectLst/>
                          <a:latin typeface="+mn-lt"/>
                          <a:ea typeface="+mn-ea"/>
                          <a:cs typeface="+mn-cs"/>
                        </a:rPr>
                        <a:t>Disponibilità della Dashboard</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endParaRPr lang="it-IT" sz="900" b="0" i="0" u="none" strike="noStrike" dirty="0">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lang="it-IT" sz="900" b="0" i="0" u="none" strike="noStrike" dirty="0">
                          <a:solidFill>
                            <a:schemeClr val="tx2"/>
                          </a:solidFill>
                          <a:effectLst/>
                          <a:latin typeface="Calibri" panose="020F0502020204030204" pitchFamily="34" charset="0"/>
                        </a:rPr>
                        <a:t>Mensile</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endParaRPr lang="it-IT" sz="900" b="0" i="0" u="none" strike="noStrike" dirty="0">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endParaRPr lang="it-IT" sz="900" b="0" i="0" u="none" strike="noStrike">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endParaRPr lang="it-IT" sz="900" b="0" i="0" u="none" strike="noStrike" dirty="0">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endParaRPr lang="it-IT" sz="900" b="0" i="0" u="none" strike="noStrike" dirty="0">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09163746"/>
                  </a:ext>
                </a:extLst>
              </a:tr>
              <a:tr h="184150">
                <a:tc>
                  <a:txBody>
                    <a:bodyPr/>
                    <a:lstStyle/>
                    <a:p>
                      <a:pPr algn="l" fontAlgn="b"/>
                      <a:r>
                        <a:rPr lang="it-IT" sz="900" b="0" i="0" u="none" strike="noStrike" dirty="0">
                          <a:solidFill>
                            <a:schemeClr val="tx2"/>
                          </a:solidFill>
                          <a:effectLst/>
                          <a:latin typeface="Calibri" panose="020F0502020204030204" pitchFamily="34" charset="0"/>
                        </a:rPr>
                        <a:t>ID105A</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900" u="none" strike="noStrike" kern="1200" noProof="0" dirty="0">
                          <a:solidFill>
                            <a:schemeClr val="tx2"/>
                          </a:solidFill>
                          <a:effectLst/>
                          <a:latin typeface="+mn-lt"/>
                          <a:ea typeface="+mn-ea"/>
                          <a:cs typeface="+mn-cs"/>
                        </a:rPr>
                        <a:t>Disponibilità Servizi Core Batch</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endParaRPr lang="it-IT" sz="900" b="0" i="0" u="none" strike="noStrike" dirty="0">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lang="it-IT" sz="900" b="0" i="0" u="none" strike="noStrike" dirty="0">
                          <a:solidFill>
                            <a:schemeClr val="tx2"/>
                          </a:solidFill>
                          <a:effectLst/>
                          <a:latin typeface="Calibri" panose="020F0502020204030204" pitchFamily="34" charset="0"/>
                        </a:rPr>
                        <a:t>Mensile</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endParaRPr lang="it-IT" sz="900" b="0" i="0" u="none" strike="noStrike" dirty="0">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lang="it-IT" sz="900" u="none" strike="noStrike">
                          <a:solidFill>
                            <a:schemeClr val="tx2"/>
                          </a:solidFill>
                          <a:effectLst/>
                        </a:rPr>
                        <a:t> </a:t>
                      </a:r>
                      <a:endParaRPr lang="it-IT" sz="900" b="0" i="0" u="none" strike="noStrike">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lang="it-IT" sz="900" u="none" strike="noStrike" dirty="0">
                          <a:solidFill>
                            <a:schemeClr val="tx2"/>
                          </a:solidFill>
                          <a:effectLst/>
                        </a:rPr>
                        <a:t> </a:t>
                      </a:r>
                      <a:endParaRPr lang="it-IT" sz="900" b="0" i="0" u="none" strike="noStrike" dirty="0">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lang="it-IT" sz="900" u="none" strike="noStrike" dirty="0">
                          <a:solidFill>
                            <a:schemeClr val="tx2"/>
                          </a:solidFill>
                          <a:effectLst/>
                        </a:rPr>
                        <a:t> </a:t>
                      </a:r>
                      <a:endParaRPr lang="it-IT" sz="900" b="0" i="0" u="none" strike="noStrike" dirty="0">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75770182"/>
                  </a:ext>
                </a:extLst>
              </a:tr>
              <a:tr h="184150">
                <a:tc>
                  <a:txBody>
                    <a:bodyPr/>
                    <a:lstStyle/>
                    <a:p>
                      <a:pPr algn="l" fontAlgn="b"/>
                      <a:r>
                        <a:rPr lang="it-IT" sz="900" u="none" strike="noStrike" dirty="0">
                          <a:solidFill>
                            <a:schemeClr val="tx2"/>
                          </a:solidFill>
                          <a:effectLst/>
                        </a:rPr>
                        <a:t>ID18</a:t>
                      </a:r>
                      <a:endParaRPr lang="it-IT" sz="900" b="0" i="0" u="none" strike="noStrike" dirty="0">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900" u="none" strike="noStrike" kern="1200" noProof="0" dirty="0">
                          <a:solidFill>
                            <a:schemeClr val="tx2"/>
                          </a:solidFill>
                          <a:effectLst/>
                          <a:latin typeface="+mn-lt"/>
                          <a:ea typeface="+mn-ea"/>
                          <a:cs typeface="+mn-cs"/>
                        </a:rPr>
                        <a:t>Disponibilità Servizi Nodo CBI per PA</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endParaRPr lang="it-IT" sz="900" b="0" i="0" u="none" strike="noStrike" dirty="0">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lang="it-IT" sz="900" b="0" i="0" u="none" strike="noStrike" dirty="0">
                          <a:solidFill>
                            <a:schemeClr val="tx2"/>
                          </a:solidFill>
                          <a:effectLst/>
                          <a:latin typeface="Calibri" panose="020F0502020204030204" pitchFamily="34" charset="0"/>
                        </a:rPr>
                        <a:t>Mensile</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lang="it-IT" sz="900" u="none" strike="noStrike" dirty="0">
                          <a:solidFill>
                            <a:schemeClr val="tx2"/>
                          </a:solidFill>
                          <a:effectLst/>
                        </a:rPr>
                        <a:t> </a:t>
                      </a:r>
                      <a:endParaRPr lang="it-IT" sz="900" b="0" i="0" u="none" strike="noStrike" dirty="0">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lang="it-IT" sz="900" u="none" strike="noStrike" dirty="0">
                          <a:solidFill>
                            <a:schemeClr val="tx2"/>
                          </a:solidFill>
                          <a:effectLst/>
                        </a:rPr>
                        <a:t> </a:t>
                      </a:r>
                      <a:endParaRPr lang="it-IT" sz="900" b="0" i="0" u="none" strike="noStrike" dirty="0">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lang="it-IT" sz="900" u="none" strike="noStrike">
                          <a:solidFill>
                            <a:schemeClr val="tx2"/>
                          </a:solidFill>
                          <a:effectLst/>
                        </a:rPr>
                        <a:t> </a:t>
                      </a:r>
                      <a:endParaRPr lang="it-IT" sz="900" b="0" i="0" u="none" strike="noStrike">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lang="it-IT" sz="900" u="none" strike="noStrike" dirty="0">
                          <a:solidFill>
                            <a:schemeClr val="tx2"/>
                          </a:solidFill>
                          <a:effectLst/>
                        </a:rPr>
                        <a:t> </a:t>
                      </a:r>
                      <a:endParaRPr lang="it-IT" sz="900" b="0" i="0" u="none" strike="noStrike" dirty="0">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5152821"/>
                  </a:ext>
                </a:extLst>
              </a:tr>
              <a:tr h="184150">
                <a:tc>
                  <a:txBody>
                    <a:bodyPr/>
                    <a:lstStyle/>
                    <a:p>
                      <a:pPr algn="l" fontAlgn="b"/>
                      <a:r>
                        <a:rPr lang="it-IT" sz="900" u="none" strike="noStrike" dirty="0">
                          <a:solidFill>
                            <a:schemeClr val="tx2"/>
                          </a:solidFill>
                          <a:effectLst/>
                        </a:rPr>
                        <a:t>ID117</a:t>
                      </a:r>
                      <a:endParaRPr lang="it-IT" sz="900" b="0" i="0" u="none" strike="noStrike" dirty="0">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it-IT" sz="900" u="none" strike="noStrike" kern="1200" noProof="0" dirty="0">
                          <a:solidFill>
                            <a:schemeClr val="tx2"/>
                          </a:solidFill>
                          <a:effectLst/>
                          <a:latin typeface="+mn-lt"/>
                          <a:ea typeface="+mn-ea"/>
                          <a:cs typeface="+mn-cs"/>
                        </a:rPr>
                        <a:t>Disponibilità Servizi CBILL Batch</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endParaRPr lang="it-IT" sz="900" b="0" i="0" u="none" strike="noStrike" dirty="0">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lang="it-IT" sz="900" b="0" i="0" u="none" strike="noStrike" dirty="0">
                          <a:solidFill>
                            <a:schemeClr val="tx2"/>
                          </a:solidFill>
                          <a:effectLst/>
                          <a:latin typeface="Calibri" panose="020F0502020204030204" pitchFamily="34" charset="0"/>
                        </a:rPr>
                        <a:t>Mensile</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lang="it-IT" sz="900" u="none" strike="noStrike">
                          <a:solidFill>
                            <a:schemeClr val="tx2"/>
                          </a:solidFill>
                          <a:effectLst/>
                        </a:rPr>
                        <a:t> </a:t>
                      </a:r>
                      <a:endParaRPr lang="it-IT" sz="900" b="0" i="0" u="none" strike="noStrike">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lang="it-IT" sz="900" u="none" strike="noStrike">
                          <a:solidFill>
                            <a:schemeClr val="tx2"/>
                          </a:solidFill>
                          <a:effectLst/>
                        </a:rPr>
                        <a:t> </a:t>
                      </a:r>
                      <a:endParaRPr lang="it-IT" sz="900" b="0" i="0" u="none" strike="noStrike">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lang="it-IT" sz="900" u="none" strike="noStrike" dirty="0">
                          <a:solidFill>
                            <a:schemeClr val="tx2"/>
                          </a:solidFill>
                          <a:effectLst/>
                        </a:rPr>
                        <a:t> </a:t>
                      </a:r>
                      <a:endParaRPr lang="it-IT" sz="900" b="0" i="0" u="none" strike="noStrike" dirty="0">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lang="it-IT" sz="900" u="none" strike="noStrike">
                          <a:solidFill>
                            <a:schemeClr val="tx2"/>
                          </a:solidFill>
                          <a:effectLst/>
                        </a:rPr>
                        <a:t> </a:t>
                      </a:r>
                      <a:endParaRPr lang="it-IT" sz="900" b="0" i="0" u="none" strike="noStrike">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059597214"/>
                  </a:ext>
                </a:extLst>
              </a:tr>
              <a:tr h="184150">
                <a:tc>
                  <a:txBody>
                    <a:bodyPr/>
                    <a:lstStyle/>
                    <a:p>
                      <a:pPr algn="l" fontAlgn="b"/>
                      <a:r>
                        <a:rPr lang="it-IT" sz="900" u="none" strike="noStrike" dirty="0">
                          <a:solidFill>
                            <a:schemeClr val="tx2"/>
                          </a:solidFill>
                          <a:effectLst/>
                        </a:rPr>
                        <a:t>ID22ANEW</a:t>
                      </a:r>
                      <a:endParaRPr lang="it-IT" sz="900" b="0" i="0" u="none" strike="noStrike" dirty="0">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it-IT" sz="900" u="none" strike="noStrike" kern="1200" noProof="0" dirty="0">
                          <a:solidFill>
                            <a:schemeClr val="tx2"/>
                          </a:solidFill>
                          <a:effectLst/>
                          <a:latin typeface="+mn-lt"/>
                          <a:ea typeface="+mn-ea"/>
                          <a:cs typeface="+mn-cs"/>
                        </a:rPr>
                        <a:t>Disponibilità Servizi CBILL Online Soap</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endParaRPr lang="it-IT" sz="900" b="0" i="0" u="none" strike="noStrike" dirty="0">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lang="it-IT" sz="900" b="0" i="0" u="none" strike="noStrike" dirty="0">
                          <a:solidFill>
                            <a:schemeClr val="tx2"/>
                          </a:solidFill>
                          <a:effectLst/>
                          <a:latin typeface="Calibri" panose="020F0502020204030204" pitchFamily="34" charset="0"/>
                        </a:rPr>
                        <a:t>Mensile</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lang="it-IT" sz="900" u="none" strike="noStrike" dirty="0">
                          <a:solidFill>
                            <a:schemeClr val="tx2"/>
                          </a:solidFill>
                          <a:effectLst/>
                        </a:rPr>
                        <a:t> </a:t>
                      </a:r>
                      <a:endParaRPr lang="it-IT" sz="900" b="0" i="0" u="none" strike="noStrike" dirty="0">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lang="it-IT" sz="900" u="none" strike="noStrike" dirty="0">
                          <a:solidFill>
                            <a:schemeClr val="tx2"/>
                          </a:solidFill>
                          <a:effectLst/>
                        </a:rPr>
                        <a:t> </a:t>
                      </a:r>
                      <a:endParaRPr lang="it-IT" sz="900" b="0" i="0" u="none" strike="noStrike" dirty="0">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lang="it-IT" sz="900" u="none" strike="noStrike" dirty="0">
                          <a:solidFill>
                            <a:schemeClr val="tx2"/>
                          </a:solidFill>
                          <a:effectLst/>
                        </a:rPr>
                        <a:t> </a:t>
                      </a:r>
                      <a:endParaRPr lang="it-IT" sz="900" b="0" i="0" u="none" strike="noStrike" dirty="0">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lang="it-IT" sz="900" u="none" strike="noStrike" dirty="0">
                          <a:solidFill>
                            <a:schemeClr val="tx2"/>
                          </a:solidFill>
                          <a:effectLst/>
                        </a:rPr>
                        <a:t> </a:t>
                      </a:r>
                      <a:endParaRPr lang="it-IT" sz="900" b="0" i="0" u="none" strike="noStrike" dirty="0">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818094317"/>
                  </a:ext>
                </a:extLst>
              </a:tr>
              <a:tr h="295432">
                <a:tc>
                  <a:txBody>
                    <a:bodyPr/>
                    <a:lstStyle/>
                    <a:p>
                      <a:pPr algn="l" fontAlgn="b"/>
                      <a:r>
                        <a:rPr lang="it-IT" sz="900" u="none" strike="noStrike" dirty="0">
                          <a:solidFill>
                            <a:schemeClr val="tx2"/>
                          </a:solidFill>
                          <a:effectLst/>
                        </a:rPr>
                        <a:t>ID22BNEW</a:t>
                      </a:r>
                      <a:endParaRPr lang="it-IT" sz="900" b="0" i="0" u="none" strike="noStrike" dirty="0">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it-IT" sz="900" u="none" strike="noStrike" kern="1200" noProof="0" dirty="0">
                          <a:solidFill>
                            <a:schemeClr val="tx2"/>
                          </a:solidFill>
                          <a:effectLst/>
                          <a:latin typeface="+mn-lt"/>
                          <a:ea typeface="+mn-ea"/>
                          <a:cs typeface="+mn-cs"/>
                        </a:rPr>
                        <a:t>Disponibilità Servizi CBILL Online </a:t>
                      </a:r>
                      <a:r>
                        <a:rPr lang="it-IT" sz="900" u="none" strike="noStrike" kern="1200" noProof="0" dirty="0" err="1">
                          <a:solidFill>
                            <a:schemeClr val="tx2"/>
                          </a:solidFill>
                          <a:effectLst/>
                          <a:latin typeface="+mn-lt"/>
                          <a:ea typeface="+mn-ea"/>
                          <a:cs typeface="+mn-cs"/>
                        </a:rPr>
                        <a:t>Rest</a:t>
                      </a:r>
                      <a:endParaRPr lang="it-IT" sz="900" u="none" strike="noStrike" kern="1200" noProof="0" dirty="0">
                        <a:solidFill>
                          <a:schemeClr val="tx2"/>
                        </a:solidFill>
                        <a:effectLst/>
                        <a:latin typeface="+mn-lt"/>
                        <a:ea typeface="+mn-ea"/>
                        <a:cs typeface="+mn-cs"/>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endParaRPr lang="it-IT" sz="900" b="0" i="0" u="none" strike="noStrike" dirty="0">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lang="it-IT" sz="900" b="0" i="0" u="none" strike="noStrike" dirty="0">
                          <a:solidFill>
                            <a:schemeClr val="tx2"/>
                          </a:solidFill>
                          <a:effectLst/>
                          <a:latin typeface="Calibri" panose="020F0502020204030204" pitchFamily="34" charset="0"/>
                        </a:rPr>
                        <a:t>Mensile</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lang="it-IT" sz="900" u="none" strike="noStrike" dirty="0">
                          <a:solidFill>
                            <a:schemeClr val="tx2"/>
                          </a:solidFill>
                          <a:effectLst/>
                        </a:rPr>
                        <a:t> </a:t>
                      </a:r>
                      <a:endParaRPr lang="it-IT" sz="900" b="0" i="0" u="none" strike="noStrike" dirty="0">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lang="it-IT" sz="900" u="none" strike="noStrike" dirty="0">
                          <a:solidFill>
                            <a:schemeClr val="tx2"/>
                          </a:solidFill>
                          <a:effectLst/>
                        </a:rPr>
                        <a:t> </a:t>
                      </a:r>
                      <a:endParaRPr lang="it-IT" sz="900" b="0" i="0" u="none" strike="noStrike" dirty="0">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lang="it-IT" sz="900" u="none" strike="noStrike" dirty="0">
                          <a:solidFill>
                            <a:schemeClr val="tx2"/>
                          </a:solidFill>
                          <a:effectLst/>
                        </a:rPr>
                        <a:t> </a:t>
                      </a:r>
                      <a:endParaRPr lang="it-IT" sz="900" b="0" i="0" u="none" strike="noStrike" dirty="0">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lang="it-IT" sz="900" u="none" strike="noStrike" dirty="0">
                          <a:solidFill>
                            <a:schemeClr val="tx2"/>
                          </a:solidFill>
                          <a:effectLst/>
                        </a:rPr>
                        <a:t> </a:t>
                      </a:r>
                      <a:endParaRPr lang="it-IT" sz="900" b="0" i="0" u="none" strike="noStrike" dirty="0">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344208650"/>
                  </a:ext>
                </a:extLst>
              </a:tr>
              <a:tr h="184150">
                <a:tc>
                  <a:txBody>
                    <a:bodyPr/>
                    <a:lstStyle/>
                    <a:p>
                      <a:pPr algn="l" fontAlgn="b"/>
                      <a:r>
                        <a:rPr lang="it-IT" sz="900" b="0" i="0" u="none" strike="noStrike" dirty="0">
                          <a:solidFill>
                            <a:schemeClr val="tx2"/>
                          </a:solidFill>
                          <a:effectLst/>
                          <a:latin typeface="Calibri" panose="020F0502020204030204" pitchFamily="34" charset="0"/>
                        </a:rPr>
                        <a:t>ID2A</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it-IT" sz="900" u="none" strike="noStrike" kern="1200" noProof="0" dirty="0">
                          <a:solidFill>
                            <a:schemeClr val="tx2"/>
                          </a:solidFill>
                          <a:effectLst/>
                          <a:latin typeface="+mn-lt"/>
                          <a:ea typeface="+mn-ea"/>
                          <a:cs typeface="+mn-cs"/>
                        </a:rPr>
                        <a:t>Disponibilità Servizi DAM</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endParaRPr lang="it-IT" sz="900" b="0" i="0" u="none" strike="noStrike" dirty="0">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lang="it-IT" sz="900" b="0" i="0" u="none" strike="noStrike" dirty="0">
                          <a:solidFill>
                            <a:schemeClr val="tx2"/>
                          </a:solidFill>
                          <a:effectLst/>
                          <a:latin typeface="Calibri" panose="020F0502020204030204" pitchFamily="34" charset="0"/>
                        </a:rPr>
                        <a:t>Mensile</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lang="it-IT" sz="900" u="none" strike="noStrike" dirty="0">
                          <a:solidFill>
                            <a:schemeClr val="tx2"/>
                          </a:solidFill>
                          <a:effectLst/>
                        </a:rPr>
                        <a:t> </a:t>
                      </a:r>
                      <a:endParaRPr lang="it-IT" sz="900" b="0" i="0" u="none" strike="noStrike" dirty="0">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lang="it-IT" sz="900" u="none" strike="noStrike">
                          <a:solidFill>
                            <a:schemeClr val="tx2"/>
                          </a:solidFill>
                          <a:effectLst/>
                        </a:rPr>
                        <a:t> </a:t>
                      </a:r>
                      <a:endParaRPr lang="it-IT" sz="900" b="0" i="0" u="none" strike="noStrike">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lang="it-IT" sz="900" u="none" strike="noStrike" dirty="0">
                          <a:solidFill>
                            <a:schemeClr val="tx2"/>
                          </a:solidFill>
                          <a:effectLst/>
                        </a:rPr>
                        <a:t> </a:t>
                      </a:r>
                      <a:endParaRPr lang="it-IT" sz="900" b="0" i="0" u="none" strike="noStrike" dirty="0">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lang="it-IT" sz="900" u="none" strike="noStrike">
                          <a:solidFill>
                            <a:schemeClr val="tx2"/>
                          </a:solidFill>
                          <a:effectLst/>
                        </a:rPr>
                        <a:t> </a:t>
                      </a:r>
                      <a:endParaRPr lang="it-IT" sz="900" b="0" i="0" u="none" strike="noStrike">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579648152"/>
                  </a:ext>
                </a:extLst>
              </a:tr>
              <a:tr h="184150">
                <a:tc>
                  <a:txBody>
                    <a:bodyPr/>
                    <a:lstStyle/>
                    <a:p>
                      <a:pPr algn="l" fontAlgn="b"/>
                      <a:r>
                        <a:rPr lang="it-IT" sz="900" u="none" strike="noStrike" dirty="0">
                          <a:solidFill>
                            <a:schemeClr val="tx2"/>
                          </a:solidFill>
                          <a:effectLst/>
                        </a:rPr>
                        <a:t>ID2B</a:t>
                      </a:r>
                      <a:endParaRPr lang="it-IT" sz="900" b="0" i="0" u="none" strike="noStrike" dirty="0">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it-IT" sz="900" u="none" strike="noStrike" kern="1200" noProof="0" dirty="0">
                          <a:solidFill>
                            <a:schemeClr val="tx2"/>
                          </a:solidFill>
                          <a:effectLst/>
                          <a:latin typeface="+mn-lt"/>
                          <a:ea typeface="+mn-ea"/>
                          <a:cs typeface="+mn-cs"/>
                        </a:rPr>
                        <a:t>Disponibilità Servizi DAM </a:t>
                      </a:r>
                      <a:r>
                        <a:rPr lang="it-IT" sz="900" u="none" strike="noStrike" kern="1200" noProof="0" dirty="0" err="1">
                          <a:solidFill>
                            <a:schemeClr val="tx2"/>
                          </a:solidFill>
                          <a:effectLst/>
                          <a:latin typeface="+mn-lt"/>
                          <a:ea typeface="+mn-ea"/>
                          <a:cs typeface="+mn-cs"/>
                        </a:rPr>
                        <a:t>Rest</a:t>
                      </a:r>
                      <a:endParaRPr lang="it-IT" sz="900" u="none" strike="noStrike" kern="1200" noProof="0" dirty="0">
                        <a:solidFill>
                          <a:schemeClr val="tx2"/>
                        </a:solidFill>
                        <a:effectLst/>
                        <a:latin typeface="+mn-lt"/>
                        <a:ea typeface="+mn-ea"/>
                        <a:cs typeface="+mn-cs"/>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endParaRPr lang="it-IT" sz="900" b="0" i="0" u="none" strike="noStrike" dirty="0">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lang="it-IT" sz="900" b="0" i="0" u="none" strike="noStrike" dirty="0">
                          <a:solidFill>
                            <a:schemeClr val="tx2"/>
                          </a:solidFill>
                          <a:effectLst/>
                          <a:latin typeface="Calibri" panose="020F0502020204030204" pitchFamily="34" charset="0"/>
                        </a:rPr>
                        <a:t>Mensile</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lang="it-IT" sz="900" u="none" strike="noStrike" dirty="0">
                          <a:solidFill>
                            <a:schemeClr val="tx2"/>
                          </a:solidFill>
                          <a:effectLst/>
                        </a:rPr>
                        <a:t> </a:t>
                      </a:r>
                      <a:endParaRPr lang="it-IT" sz="900" b="0" i="0" u="none" strike="noStrike" dirty="0">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lang="it-IT" sz="900" u="none" strike="noStrike" dirty="0">
                          <a:solidFill>
                            <a:schemeClr val="tx2"/>
                          </a:solidFill>
                          <a:effectLst/>
                        </a:rPr>
                        <a:t> </a:t>
                      </a:r>
                      <a:endParaRPr lang="it-IT" sz="900" b="0" i="0" u="none" strike="noStrike" dirty="0">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lang="it-IT" sz="900" u="none" strike="noStrike" dirty="0">
                          <a:solidFill>
                            <a:schemeClr val="tx2"/>
                          </a:solidFill>
                          <a:effectLst/>
                        </a:rPr>
                        <a:t> </a:t>
                      </a:r>
                      <a:endParaRPr lang="it-IT" sz="900" b="0" i="0" u="none" strike="noStrike" dirty="0">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lang="it-IT" sz="900" u="none" strike="noStrike" dirty="0">
                          <a:solidFill>
                            <a:schemeClr val="tx2"/>
                          </a:solidFill>
                          <a:effectLst/>
                        </a:rPr>
                        <a:t> </a:t>
                      </a:r>
                      <a:endParaRPr lang="it-IT" sz="900" b="0" i="0" u="none" strike="noStrike" dirty="0">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866655053"/>
                  </a:ext>
                </a:extLst>
              </a:tr>
              <a:tr h="184150">
                <a:tc>
                  <a:txBody>
                    <a:bodyPr/>
                    <a:lstStyle/>
                    <a:p>
                      <a:pPr algn="l" fontAlgn="b"/>
                      <a:r>
                        <a:rPr lang="it-IT" sz="900" u="none" strike="noStrike" dirty="0">
                          <a:solidFill>
                            <a:schemeClr val="tx2"/>
                          </a:solidFill>
                          <a:effectLst/>
                        </a:rPr>
                        <a:t>ID105B1</a:t>
                      </a:r>
                      <a:endParaRPr lang="it-IT" sz="900" b="0" i="0" u="none" strike="noStrike" dirty="0">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900" u="none" strike="noStrike" kern="1200" noProof="0" dirty="0">
                          <a:solidFill>
                            <a:schemeClr val="tx2"/>
                          </a:solidFill>
                          <a:effectLst/>
                          <a:latin typeface="+mn-lt"/>
                          <a:ea typeface="+mn-ea"/>
                          <a:cs typeface="+mn-cs"/>
                        </a:rPr>
                        <a:t>Disponibilità API Disposizione Pagamento FAST</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endParaRPr lang="it-IT" sz="900" b="0" i="0" u="none" strike="noStrike" dirty="0">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lang="it-IT" sz="900" b="0" i="0" u="none" strike="noStrike" dirty="0">
                          <a:solidFill>
                            <a:schemeClr val="tx2"/>
                          </a:solidFill>
                          <a:effectLst/>
                          <a:latin typeface="Calibri" panose="020F0502020204030204" pitchFamily="34" charset="0"/>
                        </a:rPr>
                        <a:t>Mensile</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kumimoji="0" lang="it-IT" sz="900" b="0" i="0" u="none" strike="noStrike" kern="1200" cap="none" spc="0" normalizeH="0" baseline="0" noProof="0" dirty="0">
                          <a:ln>
                            <a:noFill/>
                          </a:ln>
                          <a:solidFill>
                            <a:srgbClr val="000000"/>
                          </a:solidFill>
                          <a:effectLst/>
                          <a:uLnTx/>
                          <a:uFillTx/>
                          <a:latin typeface="Calibri" panose="020F0502020204030204"/>
                          <a:ea typeface="+mn-ea"/>
                          <a:cs typeface="+mn-cs"/>
                        </a:rPr>
                        <a:t>NA</a:t>
                      </a:r>
                      <a:endParaRPr lang="it-IT" sz="900" b="0" i="0" u="none" strike="noStrike" dirty="0">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kumimoji="0" lang="it-IT" sz="900" b="0" i="0" u="none" strike="noStrike" kern="1200" cap="none" spc="0" normalizeH="0" baseline="0" noProof="0">
                          <a:ln>
                            <a:noFill/>
                          </a:ln>
                          <a:solidFill>
                            <a:srgbClr val="000000"/>
                          </a:solidFill>
                          <a:effectLst/>
                          <a:uLnTx/>
                          <a:uFillTx/>
                          <a:latin typeface="Calibri" panose="020F0502020204030204"/>
                          <a:ea typeface="+mn-ea"/>
                          <a:cs typeface="+mn-cs"/>
                        </a:rPr>
                        <a:t>NA</a:t>
                      </a:r>
                      <a:endParaRPr lang="it-IT" sz="900" b="0" i="0" u="none" strike="noStrike" dirty="0">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kumimoji="0" lang="it-IT" sz="900" b="0" i="0" u="none" strike="noStrike" kern="1200" cap="none" spc="0" normalizeH="0" baseline="0" noProof="0">
                          <a:ln>
                            <a:noFill/>
                          </a:ln>
                          <a:solidFill>
                            <a:srgbClr val="000000"/>
                          </a:solidFill>
                          <a:effectLst/>
                          <a:uLnTx/>
                          <a:uFillTx/>
                          <a:latin typeface="Calibri" panose="020F0502020204030204"/>
                          <a:ea typeface="+mn-ea"/>
                          <a:cs typeface="+mn-cs"/>
                        </a:rPr>
                        <a:t>NA</a:t>
                      </a:r>
                      <a:endParaRPr lang="it-IT" sz="900" b="0" i="0" u="none" strike="noStrike" dirty="0">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kumimoji="0" lang="it-IT" sz="900" b="0" i="0" u="none" strike="noStrike" kern="1200" cap="none" spc="0" normalizeH="0" baseline="0" noProof="0" dirty="0">
                          <a:ln>
                            <a:noFill/>
                          </a:ln>
                          <a:solidFill>
                            <a:srgbClr val="000000"/>
                          </a:solidFill>
                          <a:effectLst/>
                          <a:uLnTx/>
                          <a:uFillTx/>
                          <a:latin typeface="Calibri" panose="020F0502020204030204"/>
                          <a:ea typeface="+mn-ea"/>
                          <a:cs typeface="+mn-cs"/>
                        </a:rPr>
                        <a:t>NA</a:t>
                      </a:r>
                      <a:endParaRPr lang="it-IT" sz="900" b="0" i="0" u="none" strike="noStrike" dirty="0">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493364440"/>
                  </a:ext>
                </a:extLst>
              </a:tr>
              <a:tr h="184150">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900" u="none" strike="noStrike" dirty="0">
                          <a:solidFill>
                            <a:schemeClr val="tx2"/>
                          </a:solidFill>
                          <a:effectLst/>
                        </a:rPr>
                        <a:t>ID105B</a:t>
                      </a:r>
                      <a:r>
                        <a:rPr lang="it-IT" sz="900" b="0" i="0" u="none" strike="noStrike" dirty="0">
                          <a:solidFill>
                            <a:schemeClr val="tx2"/>
                          </a:solidFill>
                          <a:effectLst/>
                          <a:latin typeface="Calibri" panose="020F0502020204030204" pitchFamily="34" charset="0"/>
                        </a:rPr>
                        <a:t>2</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900" u="none" strike="noStrike" kern="1200" noProof="0" dirty="0">
                          <a:solidFill>
                            <a:schemeClr val="tx2"/>
                          </a:solidFill>
                          <a:effectLst/>
                          <a:latin typeface="+mn-lt"/>
                          <a:ea typeface="+mn-ea"/>
                          <a:cs typeface="+mn-cs"/>
                        </a:rPr>
                        <a:t>Disponibilità API Disposizione Pagamento URG</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endParaRPr lang="it-IT" sz="900" b="0" i="0" u="none" strike="noStrike" dirty="0">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lang="it-IT" sz="900" b="0" i="0" u="none" strike="noStrike" dirty="0">
                          <a:solidFill>
                            <a:schemeClr val="tx2"/>
                          </a:solidFill>
                          <a:effectLst/>
                          <a:latin typeface="Calibri" panose="020F0502020204030204" pitchFamily="34" charset="0"/>
                        </a:rPr>
                        <a:t>Mensile</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kumimoji="0" lang="it-IT" sz="900" b="0" i="0" u="none" strike="noStrike" kern="1200" cap="none" spc="0" normalizeH="0" baseline="0" noProof="0" dirty="0">
                          <a:ln>
                            <a:noFill/>
                          </a:ln>
                          <a:solidFill>
                            <a:srgbClr val="000000"/>
                          </a:solidFill>
                          <a:effectLst/>
                          <a:uLnTx/>
                          <a:uFillTx/>
                          <a:latin typeface="Calibri" panose="020F0502020204030204"/>
                          <a:ea typeface="+mn-ea"/>
                          <a:cs typeface="+mn-cs"/>
                        </a:rPr>
                        <a:t>NA</a:t>
                      </a:r>
                      <a:endParaRPr lang="it-IT" sz="900" b="0" i="0" u="none" strike="noStrike" dirty="0">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kumimoji="0" lang="it-IT" sz="900" b="0" i="0" u="none" strike="noStrike" kern="1200" cap="none" spc="0" normalizeH="0" baseline="0" noProof="0">
                          <a:ln>
                            <a:noFill/>
                          </a:ln>
                          <a:solidFill>
                            <a:srgbClr val="000000"/>
                          </a:solidFill>
                          <a:effectLst/>
                          <a:uLnTx/>
                          <a:uFillTx/>
                          <a:latin typeface="Calibri" panose="020F0502020204030204"/>
                          <a:ea typeface="+mn-ea"/>
                          <a:cs typeface="+mn-cs"/>
                        </a:rPr>
                        <a:t>NA</a:t>
                      </a:r>
                      <a:endParaRPr lang="it-IT" sz="900" b="0" i="0" u="none" strike="noStrike" dirty="0">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kumimoji="0" lang="it-IT" sz="900" b="0" i="0" u="none" strike="noStrike" kern="1200" cap="none" spc="0" normalizeH="0" baseline="0" noProof="0">
                          <a:ln>
                            <a:noFill/>
                          </a:ln>
                          <a:solidFill>
                            <a:srgbClr val="000000"/>
                          </a:solidFill>
                          <a:effectLst/>
                          <a:uLnTx/>
                          <a:uFillTx/>
                          <a:latin typeface="Calibri" panose="020F0502020204030204"/>
                          <a:ea typeface="+mn-ea"/>
                          <a:cs typeface="+mn-cs"/>
                        </a:rPr>
                        <a:t>NA</a:t>
                      </a:r>
                      <a:endParaRPr lang="it-IT" sz="900" b="0" i="0" u="none" strike="noStrike" dirty="0">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kumimoji="0" lang="it-IT" sz="900" b="0" i="0" u="none" strike="noStrike" kern="1200" cap="none" spc="0" normalizeH="0" baseline="0" noProof="0">
                          <a:ln>
                            <a:noFill/>
                          </a:ln>
                          <a:solidFill>
                            <a:srgbClr val="000000"/>
                          </a:solidFill>
                          <a:effectLst/>
                          <a:uLnTx/>
                          <a:uFillTx/>
                          <a:latin typeface="Calibri" panose="020F0502020204030204"/>
                          <a:ea typeface="+mn-ea"/>
                          <a:cs typeface="+mn-cs"/>
                        </a:rPr>
                        <a:t>NA</a:t>
                      </a:r>
                      <a:endParaRPr lang="it-IT" sz="900" b="0" i="0" u="none" strike="noStrike" dirty="0">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66968131"/>
                  </a:ext>
                </a:extLst>
              </a:tr>
              <a:tr h="184150">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900" u="none" strike="noStrike" dirty="0">
                          <a:solidFill>
                            <a:schemeClr val="tx2"/>
                          </a:solidFill>
                          <a:effectLst/>
                        </a:rPr>
                        <a:t>ID105B3</a:t>
                      </a:r>
                      <a:endParaRPr lang="it-IT" sz="900" b="0" i="0" u="none" strike="noStrike" dirty="0">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900" u="none" strike="noStrike" kern="1200" noProof="0" dirty="0">
                          <a:solidFill>
                            <a:schemeClr val="tx2"/>
                          </a:solidFill>
                          <a:effectLst/>
                          <a:latin typeface="+mn-lt"/>
                          <a:ea typeface="+mn-ea"/>
                          <a:cs typeface="+mn-cs"/>
                        </a:rPr>
                        <a:t>Disponibilità API Disposizione Pagamento SCT</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endParaRPr lang="it-IT" sz="900" b="0" i="0" u="none" strike="noStrike" dirty="0">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lang="it-IT" sz="900" b="0" i="0" u="none" strike="noStrike" dirty="0">
                          <a:solidFill>
                            <a:schemeClr val="tx2"/>
                          </a:solidFill>
                          <a:effectLst/>
                          <a:latin typeface="Calibri" panose="020F0502020204030204" pitchFamily="34" charset="0"/>
                        </a:rPr>
                        <a:t>Mensile</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kumimoji="0" lang="it-IT" sz="900" b="0" i="0" u="none" strike="noStrike" kern="1200" cap="none" spc="0" normalizeH="0" baseline="0" noProof="0">
                          <a:ln>
                            <a:noFill/>
                          </a:ln>
                          <a:solidFill>
                            <a:srgbClr val="000000"/>
                          </a:solidFill>
                          <a:effectLst/>
                          <a:uLnTx/>
                          <a:uFillTx/>
                          <a:latin typeface="Calibri" panose="020F0502020204030204"/>
                          <a:ea typeface="+mn-ea"/>
                          <a:cs typeface="+mn-cs"/>
                        </a:rPr>
                        <a:t>NA</a:t>
                      </a:r>
                      <a:endParaRPr lang="it-IT" sz="900" b="0" i="0" u="none" strike="noStrike" dirty="0">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kumimoji="0" lang="it-IT" sz="900" b="0" i="0" u="none" strike="noStrike" kern="1200" cap="none" spc="0" normalizeH="0" baseline="0" noProof="0">
                          <a:ln>
                            <a:noFill/>
                          </a:ln>
                          <a:solidFill>
                            <a:srgbClr val="000000"/>
                          </a:solidFill>
                          <a:effectLst/>
                          <a:uLnTx/>
                          <a:uFillTx/>
                          <a:latin typeface="Calibri" panose="020F0502020204030204"/>
                          <a:ea typeface="+mn-ea"/>
                          <a:cs typeface="+mn-cs"/>
                        </a:rPr>
                        <a:t>NA</a:t>
                      </a:r>
                      <a:endParaRPr lang="it-IT" sz="900" b="0" i="0" u="none" strike="noStrike" dirty="0">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kumimoji="0" lang="it-IT" sz="900" b="0" i="0" u="none" strike="noStrike" kern="1200" cap="none" spc="0" normalizeH="0" baseline="0" noProof="0">
                          <a:ln>
                            <a:noFill/>
                          </a:ln>
                          <a:solidFill>
                            <a:srgbClr val="000000"/>
                          </a:solidFill>
                          <a:effectLst/>
                          <a:uLnTx/>
                          <a:uFillTx/>
                          <a:latin typeface="Calibri" panose="020F0502020204030204"/>
                          <a:ea typeface="+mn-ea"/>
                          <a:cs typeface="+mn-cs"/>
                        </a:rPr>
                        <a:t>NA</a:t>
                      </a:r>
                      <a:endParaRPr lang="it-IT" sz="900" b="0" i="0" u="none" strike="noStrike" dirty="0">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kumimoji="0" lang="it-IT" sz="900" b="0" i="0" u="none" strike="noStrike" kern="1200" cap="none" spc="0" normalizeH="0" baseline="0" noProof="0">
                          <a:ln>
                            <a:noFill/>
                          </a:ln>
                          <a:solidFill>
                            <a:srgbClr val="000000"/>
                          </a:solidFill>
                          <a:effectLst/>
                          <a:uLnTx/>
                          <a:uFillTx/>
                          <a:latin typeface="Calibri" panose="020F0502020204030204"/>
                          <a:ea typeface="+mn-ea"/>
                          <a:cs typeface="+mn-cs"/>
                        </a:rPr>
                        <a:t>NA</a:t>
                      </a:r>
                      <a:endParaRPr lang="it-IT" sz="900" b="0" i="0" u="none" strike="noStrike" dirty="0">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464948387"/>
                  </a:ext>
                </a:extLst>
              </a:tr>
              <a:tr h="184150">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900" u="none" strike="noStrike" dirty="0">
                          <a:solidFill>
                            <a:schemeClr val="tx2"/>
                          </a:solidFill>
                          <a:effectLst/>
                        </a:rPr>
                        <a:t>ID105B4</a:t>
                      </a:r>
                      <a:endParaRPr lang="it-IT" sz="900" b="0" i="0" u="none" strike="noStrike" dirty="0">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900" u="none" strike="noStrike" kern="1200" noProof="0" dirty="0">
                          <a:solidFill>
                            <a:schemeClr val="tx2"/>
                          </a:solidFill>
                          <a:effectLst/>
                          <a:latin typeface="+mn-lt"/>
                          <a:ea typeface="+mn-ea"/>
                          <a:cs typeface="+mn-cs"/>
                        </a:rPr>
                        <a:t>Disponibilità API Disposizione Pagamento PA</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endParaRPr lang="it-IT" sz="900" b="0" i="0" u="none" strike="noStrike" dirty="0">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lang="it-IT" sz="900" b="0" i="0" u="none" strike="noStrike" dirty="0">
                          <a:solidFill>
                            <a:schemeClr val="tx2"/>
                          </a:solidFill>
                          <a:effectLst/>
                          <a:latin typeface="Calibri" panose="020F0502020204030204" pitchFamily="34" charset="0"/>
                        </a:rPr>
                        <a:t>Mensile</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kumimoji="0" lang="it-IT" sz="900" b="0" i="0" u="none" strike="noStrike" kern="1200" cap="none" spc="0" normalizeH="0" baseline="0" noProof="0">
                          <a:ln>
                            <a:noFill/>
                          </a:ln>
                          <a:solidFill>
                            <a:srgbClr val="000000"/>
                          </a:solidFill>
                          <a:effectLst/>
                          <a:uLnTx/>
                          <a:uFillTx/>
                          <a:latin typeface="Calibri" panose="020F0502020204030204"/>
                          <a:ea typeface="+mn-ea"/>
                          <a:cs typeface="+mn-cs"/>
                        </a:rPr>
                        <a:t>NA</a:t>
                      </a:r>
                      <a:endParaRPr lang="it-IT" sz="900" b="0" i="0" u="none" strike="noStrike" dirty="0">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kumimoji="0" lang="it-IT" sz="900" b="0" i="0" u="none" strike="noStrike" kern="1200" cap="none" spc="0" normalizeH="0" baseline="0" noProof="0">
                          <a:ln>
                            <a:noFill/>
                          </a:ln>
                          <a:solidFill>
                            <a:srgbClr val="000000"/>
                          </a:solidFill>
                          <a:effectLst/>
                          <a:uLnTx/>
                          <a:uFillTx/>
                          <a:latin typeface="Calibri" panose="020F0502020204030204"/>
                          <a:ea typeface="+mn-ea"/>
                          <a:cs typeface="+mn-cs"/>
                        </a:rPr>
                        <a:t>NA</a:t>
                      </a:r>
                      <a:endParaRPr lang="it-IT" sz="900" b="0" i="0" u="none" strike="noStrike" dirty="0">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kumimoji="0" lang="it-IT" sz="900" b="0" i="0" u="none" strike="noStrike" kern="1200" cap="none" spc="0" normalizeH="0" baseline="0" noProof="0">
                          <a:ln>
                            <a:noFill/>
                          </a:ln>
                          <a:solidFill>
                            <a:srgbClr val="000000"/>
                          </a:solidFill>
                          <a:effectLst/>
                          <a:uLnTx/>
                          <a:uFillTx/>
                          <a:latin typeface="Calibri" panose="020F0502020204030204"/>
                          <a:ea typeface="+mn-ea"/>
                          <a:cs typeface="+mn-cs"/>
                        </a:rPr>
                        <a:t>NA</a:t>
                      </a:r>
                      <a:endParaRPr lang="it-IT" sz="900" b="0" i="0" u="none" strike="noStrike" dirty="0">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kumimoji="0" lang="it-IT" sz="900" b="0" i="0" u="none" strike="noStrike" kern="1200" cap="none" spc="0" normalizeH="0" baseline="0" noProof="0">
                          <a:ln>
                            <a:noFill/>
                          </a:ln>
                          <a:solidFill>
                            <a:srgbClr val="000000"/>
                          </a:solidFill>
                          <a:effectLst/>
                          <a:uLnTx/>
                          <a:uFillTx/>
                          <a:latin typeface="Calibri" panose="020F0502020204030204"/>
                          <a:ea typeface="+mn-ea"/>
                          <a:cs typeface="+mn-cs"/>
                        </a:rPr>
                        <a:t>NA</a:t>
                      </a:r>
                      <a:endParaRPr lang="it-IT" sz="900" b="0" i="0" u="none" strike="noStrike" dirty="0">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10627389"/>
                  </a:ext>
                </a:extLst>
              </a:tr>
              <a:tr h="184150">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900" u="none" strike="noStrike" dirty="0">
                          <a:solidFill>
                            <a:schemeClr val="tx2"/>
                          </a:solidFill>
                          <a:effectLst/>
                        </a:rPr>
                        <a:t>ID105B5</a:t>
                      </a:r>
                      <a:endParaRPr lang="it-IT" sz="900" b="0" i="0" u="none" strike="noStrike" dirty="0">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900" u="none" strike="noStrike" kern="1200" noProof="0" dirty="0">
                          <a:solidFill>
                            <a:schemeClr val="tx2"/>
                          </a:solidFill>
                          <a:effectLst/>
                          <a:latin typeface="+mn-lt"/>
                          <a:ea typeface="+mn-ea"/>
                          <a:cs typeface="+mn-cs"/>
                        </a:rPr>
                        <a:t>Disponibilità API Disposizione Pagamento Saldi</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endParaRPr lang="it-IT" sz="900" b="0" i="0" u="none" strike="noStrike" dirty="0">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lang="it-IT" sz="900" b="0" i="0" u="none" strike="noStrike" dirty="0">
                          <a:solidFill>
                            <a:schemeClr val="tx2"/>
                          </a:solidFill>
                          <a:effectLst/>
                          <a:latin typeface="Calibri" panose="020F0502020204030204" pitchFamily="34" charset="0"/>
                        </a:rPr>
                        <a:t>Mensile</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kumimoji="0" lang="it-IT" sz="900" b="0" i="0" u="none" strike="noStrike" kern="1200" cap="none" spc="0" normalizeH="0" baseline="0" noProof="0">
                          <a:ln>
                            <a:noFill/>
                          </a:ln>
                          <a:solidFill>
                            <a:srgbClr val="000000"/>
                          </a:solidFill>
                          <a:effectLst/>
                          <a:uLnTx/>
                          <a:uFillTx/>
                          <a:latin typeface="Calibri" panose="020F0502020204030204"/>
                          <a:ea typeface="+mn-ea"/>
                          <a:cs typeface="+mn-cs"/>
                        </a:rPr>
                        <a:t>NA</a:t>
                      </a:r>
                      <a:endParaRPr lang="it-IT" sz="900" b="0" i="0" u="none" strike="noStrike" dirty="0">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kumimoji="0" lang="it-IT" sz="900" b="0" i="0" u="none" strike="noStrike" kern="1200" cap="none" spc="0" normalizeH="0" baseline="0" noProof="0">
                          <a:ln>
                            <a:noFill/>
                          </a:ln>
                          <a:solidFill>
                            <a:srgbClr val="000000"/>
                          </a:solidFill>
                          <a:effectLst/>
                          <a:uLnTx/>
                          <a:uFillTx/>
                          <a:latin typeface="Calibri" panose="020F0502020204030204"/>
                          <a:ea typeface="+mn-ea"/>
                          <a:cs typeface="+mn-cs"/>
                        </a:rPr>
                        <a:t>NA</a:t>
                      </a:r>
                      <a:endParaRPr lang="it-IT" sz="900" b="0" i="0" u="none" strike="noStrike" dirty="0">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kumimoji="0" lang="it-IT" sz="900" b="0" i="0" u="none" strike="noStrike" kern="1200" cap="none" spc="0" normalizeH="0" baseline="0" noProof="0">
                          <a:ln>
                            <a:noFill/>
                          </a:ln>
                          <a:solidFill>
                            <a:srgbClr val="000000"/>
                          </a:solidFill>
                          <a:effectLst/>
                          <a:uLnTx/>
                          <a:uFillTx/>
                          <a:latin typeface="Calibri" panose="020F0502020204030204"/>
                          <a:ea typeface="+mn-ea"/>
                          <a:cs typeface="+mn-cs"/>
                        </a:rPr>
                        <a:t>NA</a:t>
                      </a:r>
                      <a:endParaRPr lang="it-IT" sz="900" b="0" i="0" u="none" strike="noStrike" dirty="0">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kumimoji="0" lang="it-IT" sz="900" b="0" i="0" u="none" strike="noStrike" kern="1200" cap="none" spc="0" normalizeH="0" baseline="0" noProof="0">
                          <a:ln>
                            <a:noFill/>
                          </a:ln>
                          <a:solidFill>
                            <a:srgbClr val="000000"/>
                          </a:solidFill>
                          <a:effectLst/>
                          <a:uLnTx/>
                          <a:uFillTx/>
                          <a:latin typeface="Calibri" panose="020F0502020204030204"/>
                          <a:ea typeface="+mn-ea"/>
                          <a:cs typeface="+mn-cs"/>
                        </a:rPr>
                        <a:t>NA</a:t>
                      </a:r>
                      <a:endParaRPr lang="it-IT" sz="900" b="0" i="0" u="none" strike="noStrike" dirty="0">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633336737"/>
                  </a:ext>
                </a:extLst>
              </a:tr>
              <a:tr h="184150">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900" u="none" strike="noStrike" dirty="0">
                          <a:solidFill>
                            <a:schemeClr val="tx2"/>
                          </a:solidFill>
                          <a:effectLst/>
                        </a:rPr>
                        <a:t>ID105B</a:t>
                      </a:r>
                      <a:r>
                        <a:rPr lang="it-IT" sz="900" b="0" i="0" u="none" strike="noStrike" dirty="0">
                          <a:solidFill>
                            <a:schemeClr val="tx2"/>
                          </a:solidFill>
                          <a:effectLst/>
                          <a:latin typeface="Calibri" panose="020F0502020204030204" pitchFamily="34" charset="0"/>
                        </a:rPr>
                        <a:t>6</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900" u="none" strike="noStrike" kern="1200" noProof="0" dirty="0">
                          <a:solidFill>
                            <a:schemeClr val="tx2"/>
                          </a:solidFill>
                          <a:effectLst/>
                          <a:latin typeface="+mn-lt"/>
                          <a:ea typeface="+mn-ea"/>
                          <a:cs typeface="+mn-cs"/>
                        </a:rPr>
                        <a:t>Disponibilità API Disposizione Pagamento Movimenti</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endParaRPr lang="it-IT" sz="900" b="0" i="0" u="none" strike="noStrike" dirty="0">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lang="it-IT" sz="900" b="0" i="0" u="none" strike="noStrike" dirty="0">
                          <a:solidFill>
                            <a:schemeClr val="tx2"/>
                          </a:solidFill>
                          <a:effectLst/>
                          <a:latin typeface="Calibri" panose="020F0502020204030204" pitchFamily="34" charset="0"/>
                        </a:rPr>
                        <a:t>Mensile</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kumimoji="0" lang="it-IT" sz="900" b="0" i="0" u="none" strike="noStrike" kern="1200" cap="none" spc="0" normalizeH="0" baseline="0" noProof="0">
                          <a:ln>
                            <a:noFill/>
                          </a:ln>
                          <a:solidFill>
                            <a:srgbClr val="000000"/>
                          </a:solidFill>
                          <a:effectLst/>
                          <a:uLnTx/>
                          <a:uFillTx/>
                          <a:latin typeface="Calibri" panose="020F0502020204030204"/>
                          <a:ea typeface="+mn-ea"/>
                          <a:cs typeface="+mn-cs"/>
                        </a:rPr>
                        <a:t>NA</a:t>
                      </a:r>
                      <a:endParaRPr lang="it-IT" sz="900" b="0" i="0" u="none" strike="noStrike" dirty="0">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kumimoji="0" lang="it-IT" sz="900" b="0" i="0" u="none" strike="noStrike" kern="1200" cap="none" spc="0" normalizeH="0" baseline="0" noProof="0">
                          <a:ln>
                            <a:noFill/>
                          </a:ln>
                          <a:solidFill>
                            <a:srgbClr val="000000"/>
                          </a:solidFill>
                          <a:effectLst/>
                          <a:uLnTx/>
                          <a:uFillTx/>
                          <a:latin typeface="Calibri" panose="020F0502020204030204"/>
                          <a:ea typeface="+mn-ea"/>
                          <a:cs typeface="+mn-cs"/>
                        </a:rPr>
                        <a:t>NA</a:t>
                      </a:r>
                      <a:endParaRPr lang="it-IT" sz="900" b="0" i="0" u="none" strike="noStrike" dirty="0">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kumimoji="0" lang="it-IT" sz="900" b="0" i="0" u="none" strike="noStrike" kern="1200" cap="none" spc="0" normalizeH="0" baseline="0" noProof="0">
                          <a:ln>
                            <a:noFill/>
                          </a:ln>
                          <a:solidFill>
                            <a:srgbClr val="000000"/>
                          </a:solidFill>
                          <a:effectLst/>
                          <a:uLnTx/>
                          <a:uFillTx/>
                          <a:latin typeface="Calibri" panose="020F0502020204030204"/>
                          <a:ea typeface="+mn-ea"/>
                          <a:cs typeface="+mn-cs"/>
                        </a:rPr>
                        <a:t>NA</a:t>
                      </a:r>
                      <a:endParaRPr lang="it-IT" sz="900" b="0" i="0" u="none" strike="noStrike" dirty="0">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kumimoji="0" lang="it-IT" sz="900" b="0" i="0" u="none" strike="noStrike" kern="1200" cap="none" spc="0" normalizeH="0" baseline="0" noProof="0">
                          <a:ln>
                            <a:noFill/>
                          </a:ln>
                          <a:solidFill>
                            <a:srgbClr val="000000"/>
                          </a:solidFill>
                          <a:effectLst/>
                          <a:uLnTx/>
                          <a:uFillTx/>
                          <a:latin typeface="Calibri" panose="020F0502020204030204"/>
                          <a:ea typeface="+mn-ea"/>
                          <a:cs typeface="+mn-cs"/>
                        </a:rPr>
                        <a:t>NA</a:t>
                      </a:r>
                      <a:endParaRPr lang="it-IT" sz="900" b="0" i="0" u="none" strike="noStrike" dirty="0">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895905475"/>
                  </a:ext>
                </a:extLst>
              </a:tr>
              <a:tr h="181326">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900" u="none" strike="noStrike" dirty="0">
                          <a:solidFill>
                            <a:schemeClr val="tx2"/>
                          </a:solidFill>
                          <a:effectLst/>
                        </a:rPr>
                        <a:t>ID105B7</a:t>
                      </a:r>
                      <a:endParaRPr lang="it-IT" sz="900" b="0" i="0" u="none" strike="noStrike" dirty="0">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900" u="none" strike="noStrike" kern="1200" noProof="0" dirty="0">
                          <a:solidFill>
                            <a:schemeClr val="tx2"/>
                          </a:solidFill>
                          <a:effectLst/>
                          <a:latin typeface="+mn-lt"/>
                          <a:ea typeface="+mn-ea"/>
                          <a:cs typeface="+mn-cs"/>
                        </a:rPr>
                        <a:t>Disponibilità API Disposizione Pagamento Notifiche Push</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endParaRPr lang="it-IT" sz="900" b="0" i="0" u="none" strike="noStrike" dirty="0">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lang="it-IT" sz="900" b="0" i="0" u="none" strike="noStrike" dirty="0">
                          <a:solidFill>
                            <a:schemeClr val="tx2"/>
                          </a:solidFill>
                          <a:effectLst/>
                          <a:latin typeface="Calibri" panose="020F0502020204030204" pitchFamily="34" charset="0"/>
                        </a:rPr>
                        <a:t>Mensile</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kumimoji="0" lang="it-IT" sz="900" b="0" i="0" u="none" strike="noStrike" kern="1200" cap="none" spc="0" normalizeH="0" baseline="0" noProof="0">
                          <a:ln>
                            <a:noFill/>
                          </a:ln>
                          <a:solidFill>
                            <a:srgbClr val="000000"/>
                          </a:solidFill>
                          <a:effectLst/>
                          <a:uLnTx/>
                          <a:uFillTx/>
                          <a:latin typeface="Calibri" panose="020F0502020204030204"/>
                          <a:ea typeface="+mn-ea"/>
                          <a:cs typeface="+mn-cs"/>
                        </a:rPr>
                        <a:t>NA</a:t>
                      </a:r>
                      <a:endParaRPr lang="it-IT" sz="900" b="0" i="0" u="none" strike="noStrike" dirty="0">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kumimoji="0" lang="it-IT" sz="900" b="0" i="0" u="none" strike="noStrike" kern="1200" cap="none" spc="0" normalizeH="0" baseline="0" noProof="0">
                          <a:ln>
                            <a:noFill/>
                          </a:ln>
                          <a:solidFill>
                            <a:srgbClr val="000000"/>
                          </a:solidFill>
                          <a:effectLst/>
                          <a:uLnTx/>
                          <a:uFillTx/>
                          <a:latin typeface="Calibri" panose="020F0502020204030204"/>
                          <a:ea typeface="+mn-ea"/>
                          <a:cs typeface="+mn-cs"/>
                        </a:rPr>
                        <a:t>NA</a:t>
                      </a:r>
                      <a:endParaRPr lang="it-IT" sz="900" b="0" i="0" u="none" strike="noStrike" dirty="0">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kumimoji="0" lang="it-IT" sz="900" b="0" i="0" u="none" strike="noStrike" kern="1200" cap="none" spc="0" normalizeH="0" baseline="0" noProof="0">
                          <a:ln>
                            <a:noFill/>
                          </a:ln>
                          <a:solidFill>
                            <a:srgbClr val="000000"/>
                          </a:solidFill>
                          <a:effectLst/>
                          <a:uLnTx/>
                          <a:uFillTx/>
                          <a:latin typeface="Calibri" panose="020F0502020204030204"/>
                          <a:ea typeface="+mn-ea"/>
                          <a:cs typeface="+mn-cs"/>
                        </a:rPr>
                        <a:t>NA</a:t>
                      </a:r>
                      <a:endParaRPr lang="it-IT" sz="900" b="0" i="0" u="none" strike="noStrike" dirty="0">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kumimoji="0" lang="it-IT" sz="900" b="0" i="0" u="none" strike="noStrike" kern="1200" cap="none" spc="0" normalizeH="0" baseline="0" noProof="0">
                          <a:ln>
                            <a:noFill/>
                          </a:ln>
                          <a:solidFill>
                            <a:srgbClr val="000000"/>
                          </a:solidFill>
                          <a:effectLst/>
                          <a:uLnTx/>
                          <a:uFillTx/>
                          <a:latin typeface="Calibri" panose="020F0502020204030204"/>
                          <a:ea typeface="+mn-ea"/>
                          <a:cs typeface="+mn-cs"/>
                        </a:rPr>
                        <a:t>NA</a:t>
                      </a:r>
                      <a:endParaRPr lang="it-IT" sz="900" b="0" i="0" u="none" strike="noStrike" dirty="0">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41257635"/>
                  </a:ext>
                </a:extLst>
              </a:tr>
              <a:tr h="184150">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900" u="none" strike="noStrike" dirty="0">
                          <a:solidFill>
                            <a:schemeClr val="tx2"/>
                          </a:solidFill>
                          <a:effectLst/>
                        </a:rPr>
                        <a:t>ID105B8</a:t>
                      </a:r>
                      <a:endParaRPr lang="it-IT" sz="900" b="0" i="0" u="none" strike="noStrike" dirty="0">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900" u="none" strike="noStrike" kern="1200" noProof="0" dirty="0">
                          <a:solidFill>
                            <a:schemeClr val="tx2"/>
                          </a:solidFill>
                          <a:effectLst/>
                          <a:latin typeface="+mn-lt"/>
                          <a:ea typeface="+mn-ea"/>
                          <a:cs typeface="+mn-cs"/>
                        </a:rPr>
                        <a:t>Disponibilità API Disposizione Pagamento Notifiche Pull</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endParaRPr lang="it-IT" sz="900" b="0" i="0" u="none" strike="noStrike" dirty="0">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lang="it-IT" sz="900" b="0" i="0" u="none" strike="noStrike" dirty="0">
                          <a:solidFill>
                            <a:schemeClr val="tx2"/>
                          </a:solidFill>
                          <a:effectLst/>
                          <a:latin typeface="Calibri" panose="020F0502020204030204" pitchFamily="34" charset="0"/>
                        </a:rPr>
                        <a:t>Mensile</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kumimoji="0" lang="it-IT" sz="900" b="0" i="0" u="none" strike="noStrike" kern="1200" cap="none" spc="0" normalizeH="0" baseline="0" noProof="0">
                          <a:ln>
                            <a:noFill/>
                          </a:ln>
                          <a:solidFill>
                            <a:srgbClr val="000000"/>
                          </a:solidFill>
                          <a:effectLst/>
                          <a:uLnTx/>
                          <a:uFillTx/>
                          <a:latin typeface="Calibri" panose="020F0502020204030204"/>
                          <a:ea typeface="+mn-ea"/>
                          <a:cs typeface="+mn-cs"/>
                        </a:rPr>
                        <a:t>NA</a:t>
                      </a:r>
                      <a:endParaRPr lang="it-IT" sz="900" b="0" i="0" u="none" strike="noStrike" dirty="0">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kumimoji="0" lang="it-IT" sz="900" b="0" i="0" u="none" strike="noStrike" kern="1200" cap="none" spc="0" normalizeH="0" baseline="0" noProof="0">
                          <a:ln>
                            <a:noFill/>
                          </a:ln>
                          <a:solidFill>
                            <a:srgbClr val="000000"/>
                          </a:solidFill>
                          <a:effectLst/>
                          <a:uLnTx/>
                          <a:uFillTx/>
                          <a:latin typeface="Calibri" panose="020F0502020204030204"/>
                          <a:ea typeface="+mn-ea"/>
                          <a:cs typeface="+mn-cs"/>
                        </a:rPr>
                        <a:t>NA</a:t>
                      </a:r>
                      <a:endParaRPr lang="it-IT" sz="900" b="0" i="0" u="none" strike="noStrike" dirty="0">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kumimoji="0" lang="it-IT" sz="900" b="0" i="0" u="none" strike="noStrike" kern="1200" cap="none" spc="0" normalizeH="0" baseline="0" noProof="0">
                          <a:ln>
                            <a:noFill/>
                          </a:ln>
                          <a:solidFill>
                            <a:srgbClr val="000000"/>
                          </a:solidFill>
                          <a:effectLst/>
                          <a:uLnTx/>
                          <a:uFillTx/>
                          <a:latin typeface="Calibri" panose="020F0502020204030204"/>
                          <a:ea typeface="+mn-ea"/>
                          <a:cs typeface="+mn-cs"/>
                        </a:rPr>
                        <a:t>NA</a:t>
                      </a:r>
                      <a:endParaRPr lang="it-IT" sz="900" b="0" i="0" u="none" strike="noStrike" dirty="0">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kumimoji="0" lang="it-IT" sz="900" b="0" i="0" u="none" strike="noStrike" kern="1200" cap="none" spc="0" normalizeH="0" baseline="0" noProof="0">
                          <a:ln>
                            <a:noFill/>
                          </a:ln>
                          <a:solidFill>
                            <a:srgbClr val="000000"/>
                          </a:solidFill>
                          <a:effectLst/>
                          <a:uLnTx/>
                          <a:uFillTx/>
                          <a:latin typeface="Calibri" panose="020F0502020204030204"/>
                          <a:ea typeface="+mn-ea"/>
                          <a:cs typeface="+mn-cs"/>
                        </a:rPr>
                        <a:t>NA</a:t>
                      </a:r>
                      <a:endParaRPr lang="it-IT" sz="900" b="0" i="0" u="none" strike="noStrike" dirty="0">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969792106"/>
                  </a:ext>
                </a:extLst>
              </a:tr>
              <a:tr h="184150">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900" b="0" i="0" u="none" strike="noStrike" dirty="0">
                          <a:solidFill>
                            <a:schemeClr val="tx2"/>
                          </a:solidFill>
                          <a:effectLst/>
                          <a:latin typeface="Calibri" panose="020F0502020204030204" pitchFamily="34" charset="0"/>
                        </a:rPr>
                        <a:t>ID25</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lang="it-IT" sz="900" b="0" i="0" u="none" strike="noStrike" dirty="0">
                          <a:solidFill>
                            <a:schemeClr val="tx2"/>
                          </a:solidFill>
                          <a:effectLst/>
                          <a:latin typeface="Calibri" panose="020F0502020204030204" pitchFamily="34" charset="0"/>
                        </a:rPr>
                        <a:t>Disponibilità </a:t>
                      </a:r>
                      <a:r>
                        <a:rPr lang="it-IT" sz="900" b="0" i="0" u="none" strike="noStrike" dirty="0" err="1">
                          <a:solidFill>
                            <a:schemeClr val="tx2"/>
                          </a:solidFill>
                          <a:effectLst/>
                          <a:latin typeface="Calibri" panose="020F0502020204030204" pitchFamily="34" charset="0"/>
                        </a:rPr>
                        <a:t>Mutuitel</a:t>
                      </a:r>
                      <a:endParaRPr lang="it-IT" sz="900" b="0" i="0" u="none" strike="noStrike" dirty="0">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endParaRPr lang="it-IT" sz="900" b="0" i="0" u="none" strike="noStrike" dirty="0">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lang="it-IT" sz="900" b="0" i="0" u="none" strike="noStrike" dirty="0">
                          <a:solidFill>
                            <a:schemeClr val="tx2"/>
                          </a:solidFill>
                          <a:effectLst/>
                          <a:latin typeface="Calibri" panose="020F0502020204030204" pitchFamily="34" charset="0"/>
                        </a:rPr>
                        <a:t>Mensile</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kumimoji="0" lang="it-IT" sz="900" b="0" i="0" u="none" strike="noStrike" kern="1200" cap="none" spc="0" normalizeH="0" baseline="0" noProof="0">
                          <a:ln>
                            <a:noFill/>
                          </a:ln>
                          <a:solidFill>
                            <a:srgbClr val="000000"/>
                          </a:solidFill>
                          <a:effectLst/>
                          <a:uLnTx/>
                          <a:uFillTx/>
                          <a:latin typeface="Calibri" panose="020F0502020204030204"/>
                          <a:ea typeface="+mn-ea"/>
                          <a:cs typeface="+mn-cs"/>
                        </a:rPr>
                        <a:t>NA</a:t>
                      </a:r>
                      <a:endParaRPr lang="it-IT" sz="900" b="0" i="0" u="none" strike="noStrike" dirty="0">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kumimoji="0" lang="it-IT" sz="900" b="0" i="0" u="none" strike="noStrike" kern="1200" cap="none" spc="0" normalizeH="0" baseline="0" noProof="0">
                          <a:ln>
                            <a:noFill/>
                          </a:ln>
                          <a:solidFill>
                            <a:srgbClr val="000000"/>
                          </a:solidFill>
                          <a:effectLst/>
                          <a:uLnTx/>
                          <a:uFillTx/>
                          <a:latin typeface="Calibri" panose="020F0502020204030204"/>
                          <a:ea typeface="+mn-ea"/>
                          <a:cs typeface="+mn-cs"/>
                        </a:rPr>
                        <a:t>NA</a:t>
                      </a:r>
                      <a:endParaRPr lang="it-IT" sz="900" b="0" i="0" u="none" strike="noStrike" dirty="0">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kumimoji="0" lang="it-IT" sz="900" b="0" i="0" u="none" strike="noStrike" kern="1200" cap="none" spc="0" normalizeH="0" baseline="0" noProof="0">
                          <a:ln>
                            <a:noFill/>
                          </a:ln>
                          <a:solidFill>
                            <a:srgbClr val="000000"/>
                          </a:solidFill>
                          <a:effectLst/>
                          <a:uLnTx/>
                          <a:uFillTx/>
                          <a:latin typeface="Calibri" panose="020F0502020204030204"/>
                          <a:ea typeface="+mn-ea"/>
                          <a:cs typeface="+mn-cs"/>
                        </a:rPr>
                        <a:t>NA</a:t>
                      </a:r>
                      <a:endParaRPr lang="it-IT" sz="900" b="0" i="0" u="none" strike="noStrike" dirty="0">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kumimoji="0" lang="it-IT" sz="900" b="0" i="0" u="none" strike="noStrike" kern="1200" cap="none" spc="0" normalizeH="0" baseline="0" noProof="0" dirty="0">
                          <a:ln>
                            <a:noFill/>
                          </a:ln>
                          <a:solidFill>
                            <a:srgbClr val="00B050"/>
                          </a:solidFill>
                          <a:effectLst/>
                          <a:uLnTx/>
                          <a:uFillTx/>
                          <a:latin typeface="Calibri" panose="020F0502020204030204"/>
                          <a:ea typeface="+mn-ea"/>
                          <a:cs typeface="+mn-cs"/>
                        </a:rPr>
                        <a:t>SLA ON HOLD</a:t>
                      </a:r>
                      <a:endParaRPr lang="it-IT" sz="900" b="0" i="0" u="none" strike="noStrike" dirty="0">
                        <a:solidFill>
                          <a:srgbClr val="00B050"/>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096104642"/>
                  </a:ext>
                </a:extLst>
              </a:tr>
              <a:tr h="184150">
                <a:tc>
                  <a:txBody>
                    <a:bodyPr/>
                    <a:lstStyle/>
                    <a:p>
                      <a:pPr algn="l" fontAlgn="b"/>
                      <a:r>
                        <a:rPr lang="it-IT" sz="900" b="0" i="0" u="none" strike="noStrike" dirty="0">
                          <a:solidFill>
                            <a:schemeClr val="tx2"/>
                          </a:solidFill>
                          <a:effectLst/>
                          <a:latin typeface="Calibri" panose="020F0502020204030204" pitchFamily="34" charset="0"/>
                        </a:rPr>
                        <a:t>ID23</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lang="it-IT" sz="900" b="0" i="0" u="none" strike="noStrike" dirty="0">
                          <a:solidFill>
                            <a:schemeClr val="tx2"/>
                          </a:solidFill>
                          <a:effectLst/>
                          <a:latin typeface="Calibri" panose="020F0502020204030204" pitchFamily="34" charset="0"/>
                        </a:rPr>
                        <a:t>Disponibilità certificazione crediti</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endParaRPr lang="it-IT" sz="900" b="0" i="0" u="none" strike="noStrike" dirty="0">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lang="it-IT" sz="900" b="0" i="0" u="none" strike="noStrike" dirty="0">
                          <a:solidFill>
                            <a:schemeClr val="tx2"/>
                          </a:solidFill>
                          <a:effectLst/>
                          <a:latin typeface="Calibri" panose="020F0502020204030204" pitchFamily="34" charset="0"/>
                        </a:rPr>
                        <a:t>Mensile</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endParaRPr lang="it-IT" sz="900" b="0" i="0" u="none" strike="noStrike">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endParaRPr lang="it-IT" sz="900" b="0" i="0" u="none" strike="noStrike" dirty="0">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endParaRPr lang="it-IT" sz="900" b="0" i="0" u="none" strike="noStrike" dirty="0">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endParaRPr lang="it-IT" sz="900" b="0" i="0" u="none" strike="noStrike" dirty="0">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252398952"/>
                  </a:ext>
                </a:extLst>
              </a:tr>
              <a:tr h="184150">
                <a:tc>
                  <a:txBody>
                    <a:bodyPr/>
                    <a:lstStyle/>
                    <a:p>
                      <a:pPr algn="l" fontAlgn="b"/>
                      <a:r>
                        <a:rPr lang="it-IT" sz="900" b="0" i="0" u="none" strike="noStrike" dirty="0">
                          <a:solidFill>
                            <a:srgbClr val="00B050"/>
                          </a:solidFill>
                          <a:effectLst/>
                          <a:latin typeface="Calibri" panose="020F0502020204030204" pitchFamily="34" charset="0"/>
                        </a:rPr>
                        <a:t>ID117</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lang="it-IT" sz="900" b="0" i="0" u="none" strike="noStrike" dirty="0">
                          <a:solidFill>
                            <a:srgbClr val="00B050"/>
                          </a:solidFill>
                          <a:effectLst/>
                          <a:latin typeface="Calibri" panose="020F0502020204030204" pitchFamily="34" charset="0"/>
                        </a:rPr>
                        <a:t>Disponibilità Front end Web per il Servizio di Nodo CBI </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endParaRPr lang="it-IT" sz="900" b="0" i="0" u="none" strike="noStrike" dirty="0">
                        <a:solidFill>
                          <a:srgbClr val="00B050"/>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lang="it-IT" sz="900" b="0" i="0" u="none" strike="noStrike" dirty="0">
                          <a:solidFill>
                            <a:srgbClr val="00B050"/>
                          </a:solidFill>
                          <a:effectLst/>
                          <a:latin typeface="Calibri" panose="020F0502020204030204" pitchFamily="34" charset="0"/>
                        </a:rPr>
                        <a:t>Mensile</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endParaRPr lang="it-IT" sz="900" b="0" i="0" u="none" strike="noStrike" dirty="0">
                        <a:solidFill>
                          <a:srgbClr val="00B050"/>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endParaRPr lang="it-IT" sz="900" b="0" i="0" u="none" strike="noStrike" dirty="0">
                        <a:solidFill>
                          <a:srgbClr val="00B050"/>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endParaRPr lang="it-IT" sz="900" b="0" i="0" u="none" strike="noStrike" dirty="0">
                        <a:solidFill>
                          <a:srgbClr val="00B050"/>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endParaRPr lang="it-IT" sz="900" b="0" i="0" u="none" strike="noStrike" dirty="0">
                        <a:solidFill>
                          <a:srgbClr val="00B050"/>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264807902"/>
                  </a:ext>
                </a:extLst>
              </a:tr>
              <a:tr h="184150">
                <a:tc gridSpan="5">
                  <a:txBody>
                    <a:bodyPr/>
                    <a:lstStyle/>
                    <a:p>
                      <a:pPr algn="l" fontAlgn="b"/>
                      <a:r>
                        <a:rPr lang="it-IT" sz="1000" u="none" strike="noStrike" dirty="0">
                          <a:solidFill>
                            <a:schemeClr val="tx2"/>
                          </a:solidFill>
                          <a:effectLst/>
                        </a:rPr>
                        <a:t>*Disponibilità al netto delle finestre di manutenzione programmata</a:t>
                      </a:r>
                      <a:endParaRPr lang="it-IT" sz="1000" b="0" i="0" u="none" strike="noStrike" dirty="0">
                        <a:solidFill>
                          <a:schemeClr val="tx2"/>
                        </a:solidFill>
                        <a:effectLst/>
                        <a:latin typeface="Calibri" panose="020F0502020204030204" pitchFamily="34" charset="0"/>
                      </a:endParaRPr>
                    </a:p>
                  </a:txBody>
                  <a:tcPr marL="0" marR="0" marT="0" marB="0" anchor="b">
                    <a:lnT w="3175" cap="flat" cmpd="sng" algn="ctr">
                      <a:solidFill>
                        <a:schemeClr val="tx2"/>
                      </a:solidFill>
                      <a:prstDash val="solid"/>
                      <a:round/>
                      <a:headEnd type="none" w="med" len="med"/>
                      <a:tailEnd type="none" w="med" len="med"/>
                    </a:lnT>
                    <a:solidFill>
                      <a:schemeClr val="bg1"/>
                    </a:solidFill>
                  </a:tcPr>
                </a:tc>
                <a:tc hMerge="1">
                  <a:txBody>
                    <a:bodyPr/>
                    <a:lstStyle/>
                    <a:p>
                      <a:endParaRPr lang="it-IT"/>
                    </a:p>
                  </a:txBody>
                  <a:tcPr/>
                </a:tc>
                <a:tc hMerge="1">
                  <a:txBody>
                    <a:bodyPr/>
                    <a:lstStyle/>
                    <a:p>
                      <a:endParaRPr lang="en-US"/>
                    </a:p>
                  </a:txBody>
                  <a:tcPr/>
                </a:tc>
                <a:tc hMerge="1">
                  <a:txBody>
                    <a:bodyPr/>
                    <a:lstStyle/>
                    <a:p>
                      <a:endParaRPr lang="en-US"/>
                    </a:p>
                  </a:txBody>
                  <a:tcPr/>
                </a:tc>
                <a:tc hMerge="1">
                  <a:txBody>
                    <a:bodyPr/>
                    <a:lstStyle/>
                    <a:p>
                      <a:endParaRPr lang="it-IT"/>
                    </a:p>
                  </a:txBody>
                  <a:tcPr/>
                </a:tc>
                <a:tc>
                  <a:txBody>
                    <a:bodyPr/>
                    <a:lstStyle/>
                    <a:p>
                      <a:pPr algn="l" fontAlgn="b"/>
                      <a:endParaRPr lang="it-IT" sz="1100" b="0" i="0" u="none" strike="noStrike" dirty="0">
                        <a:solidFill>
                          <a:schemeClr val="tx2"/>
                        </a:solidFill>
                        <a:effectLst/>
                        <a:latin typeface="Calibri" panose="020F0502020204030204" pitchFamily="34" charset="0"/>
                      </a:endParaRPr>
                    </a:p>
                  </a:txBody>
                  <a:tcPr marL="0" marR="0" marT="0" marB="0" anchor="b">
                    <a:lnT w="3175" cap="flat" cmpd="sng" algn="ctr">
                      <a:solidFill>
                        <a:schemeClr val="tx2"/>
                      </a:solidFill>
                      <a:prstDash val="solid"/>
                      <a:round/>
                      <a:headEnd type="none" w="med" len="med"/>
                      <a:tailEnd type="none" w="med" len="med"/>
                    </a:lnT>
                    <a:solidFill>
                      <a:schemeClr val="bg1"/>
                    </a:solidFill>
                  </a:tcPr>
                </a:tc>
                <a:tc>
                  <a:txBody>
                    <a:bodyPr/>
                    <a:lstStyle/>
                    <a:p>
                      <a:pPr algn="l" fontAlgn="b"/>
                      <a:endParaRPr lang="it-IT" sz="1100" b="0" i="0" u="none" strike="noStrike" dirty="0">
                        <a:solidFill>
                          <a:schemeClr val="tx2"/>
                        </a:solidFill>
                        <a:effectLst/>
                        <a:latin typeface="Calibri" panose="020F0502020204030204" pitchFamily="34" charset="0"/>
                      </a:endParaRPr>
                    </a:p>
                  </a:txBody>
                  <a:tcPr marL="0" marR="0" marT="0" marB="0" anchor="b">
                    <a:lnT w="3175" cap="flat" cmpd="sng" algn="ctr">
                      <a:solidFill>
                        <a:schemeClr val="tx2"/>
                      </a:solidFill>
                      <a:prstDash val="solid"/>
                      <a:round/>
                      <a:headEnd type="none" w="med" len="med"/>
                      <a:tailEnd type="none" w="med" len="med"/>
                    </a:lnT>
                    <a:solidFill>
                      <a:schemeClr val="bg1"/>
                    </a:solidFill>
                  </a:tcPr>
                </a:tc>
                <a:tc>
                  <a:txBody>
                    <a:bodyPr/>
                    <a:lstStyle/>
                    <a:p>
                      <a:pPr algn="l" fontAlgn="b"/>
                      <a:endParaRPr lang="it-IT" sz="1100" b="0" i="0" u="none" strike="noStrike" dirty="0">
                        <a:solidFill>
                          <a:schemeClr val="tx2"/>
                        </a:solidFill>
                        <a:effectLst/>
                        <a:latin typeface="Calibri" panose="020F0502020204030204" pitchFamily="34" charset="0"/>
                      </a:endParaRPr>
                    </a:p>
                  </a:txBody>
                  <a:tcPr marL="0" marR="0" marT="0" marB="0" anchor="b">
                    <a:lnT w="3175" cap="flat" cmpd="sng" algn="ctr">
                      <a:solidFill>
                        <a:schemeClr val="tx2"/>
                      </a:solidFill>
                      <a:prstDash val="solid"/>
                      <a:round/>
                      <a:headEnd type="none" w="med" len="med"/>
                      <a:tailEnd type="none" w="med" len="med"/>
                    </a:lnT>
                    <a:solidFill>
                      <a:schemeClr val="bg1"/>
                    </a:solidFill>
                  </a:tcPr>
                </a:tc>
                <a:extLst>
                  <a:ext uri="{0D108BD9-81ED-4DB2-BD59-A6C34878D82A}">
                    <a16:rowId xmlns:a16="http://schemas.microsoft.com/office/drawing/2014/main" val="4140373822"/>
                  </a:ext>
                </a:extLst>
              </a:tr>
            </a:tbl>
          </a:graphicData>
        </a:graphic>
      </p:graphicFrame>
      <p:graphicFrame>
        <p:nvGraphicFramePr>
          <p:cNvPr id="7" name="Tabella 6">
            <a:extLst>
              <a:ext uri="{FF2B5EF4-FFF2-40B4-BE49-F238E27FC236}">
                <a16:creationId xmlns:a16="http://schemas.microsoft.com/office/drawing/2014/main" id="{E6899056-AFB7-F1B1-BDD6-B9B2A7DBD08A}"/>
              </a:ext>
            </a:extLst>
          </p:cNvPr>
          <p:cNvGraphicFramePr>
            <a:graphicFrameLocks noGrp="1"/>
          </p:cNvGraphicFramePr>
          <p:nvPr/>
        </p:nvGraphicFramePr>
        <p:xfrm>
          <a:off x="4406580" y="5800116"/>
          <a:ext cx="7312841" cy="736600"/>
        </p:xfrm>
        <a:graphic>
          <a:graphicData uri="http://schemas.openxmlformats.org/drawingml/2006/table">
            <a:tbl>
              <a:tblPr>
                <a:tableStyleId>{5C22544A-7EE6-4342-B048-85BDC9FD1C3A}</a:tableStyleId>
              </a:tblPr>
              <a:tblGrid>
                <a:gridCol w="546100">
                  <a:extLst>
                    <a:ext uri="{9D8B030D-6E8A-4147-A177-3AD203B41FA5}">
                      <a16:colId xmlns:a16="http://schemas.microsoft.com/office/drawing/2014/main" val="3694115363"/>
                    </a:ext>
                  </a:extLst>
                </a:gridCol>
                <a:gridCol w="1574800">
                  <a:extLst>
                    <a:ext uri="{9D8B030D-6E8A-4147-A177-3AD203B41FA5}">
                      <a16:colId xmlns:a16="http://schemas.microsoft.com/office/drawing/2014/main" val="2927874484"/>
                    </a:ext>
                  </a:extLst>
                </a:gridCol>
                <a:gridCol w="1609842">
                  <a:extLst>
                    <a:ext uri="{9D8B030D-6E8A-4147-A177-3AD203B41FA5}">
                      <a16:colId xmlns:a16="http://schemas.microsoft.com/office/drawing/2014/main" val="3328828994"/>
                    </a:ext>
                  </a:extLst>
                </a:gridCol>
                <a:gridCol w="1585519">
                  <a:extLst>
                    <a:ext uri="{9D8B030D-6E8A-4147-A177-3AD203B41FA5}">
                      <a16:colId xmlns:a16="http://schemas.microsoft.com/office/drawing/2014/main" val="972728618"/>
                    </a:ext>
                  </a:extLst>
                </a:gridCol>
                <a:gridCol w="1996580">
                  <a:extLst>
                    <a:ext uri="{9D8B030D-6E8A-4147-A177-3AD203B41FA5}">
                      <a16:colId xmlns:a16="http://schemas.microsoft.com/office/drawing/2014/main" val="2197347109"/>
                    </a:ext>
                  </a:extLst>
                </a:gridCol>
              </a:tblGrid>
              <a:tr h="184150">
                <a:tc>
                  <a:txBody>
                    <a:bodyPr/>
                    <a:lstStyle/>
                    <a:p>
                      <a:pPr algn="l" fontAlgn="b"/>
                      <a:r>
                        <a:rPr lang="it-IT" sz="900" u="none" strike="noStrike" dirty="0">
                          <a:solidFill>
                            <a:schemeClr val="bg1"/>
                          </a:solidFill>
                          <a:effectLst/>
                        </a:rPr>
                        <a:t>ID SLA</a:t>
                      </a:r>
                      <a:endParaRPr lang="it-IT" sz="900" b="0" i="0" u="none" strike="noStrike" dirty="0">
                        <a:solidFill>
                          <a:schemeClr val="bg1"/>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tx1">
                        <a:lumMod val="50000"/>
                      </a:schemeClr>
                    </a:solidFill>
                  </a:tcPr>
                </a:tc>
                <a:tc>
                  <a:txBody>
                    <a:bodyPr/>
                    <a:lstStyle/>
                    <a:p>
                      <a:pPr algn="l" fontAlgn="b"/>
                      <a:r>
                        <a:rPr lang="it-IT" sz="900" u="none" strike="noStrike" dirty="0">
                          <a:solidFill>
                            <a:schemeClr val="bg1"/>
                          </a:solidFill>
                          <a:effectLst/>
                        </a:rPr>
                        <a:t>SERVIZIO</a:t>
                      </a:r>
                      <a:endParaRPr lang="it-IT" sz="900" b="0" i="0" u="none" strike="noStrike" dirty="0">
                        <a:solidFill>
                          <a:schemeClr val="bg1"/>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tx1">
                        <a:lumMod val="50000"/>
                      </a:schemeClr>
                    </a:solidFill>
                  </a:tcPr>
                </a:tc>
                <a:tc>
                  <a:txBody>
                    <a:bodyPr/>
                    <a:lstStyle/>
                    <a:p>
                      <a:pPr algn="l" fontAlgn="b"/>
                      <a:r>
                        <a:rPr lang="it-IT" sz="900" b="0" i="0" u="none" strike="noStrike" dirty="0">
                          <a:solidFill>
                            <a:schemeClr val="bg1"/>
                          </a:solidFill>
                          <a:effectLst/>
                          <a:latin typeface="Calibri" panose="020F0502020204030204" pitchFamily="34" charset="0"/>
                        </a:rPr>
                        <a:t>INIZIO INDISPONIBILITA’</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tx1">
                        <a:lumMod val="50000"/>
                      </a:schemeClr>
                    </a:solidFill>
                  </a:tcPr>
                </a:tc>
                <a:tc>
                  <a:txBody>
                    <a:bodyPr/>
                    <a:lstStyle/>
                    <a:p>
                      <a:pPr algn="l" fontAlgn="b"/>
                      <a:r>
                        <a:rPr lang="it-IT" sz="900" u="none" strike="noStrike" dirty="0">
                          <a:solidFill>
                            <a:schemeClr val="bg1"/>
                          </a:solidFill>
                          <a:effectLst/>
                        </a:rPr>
                        <a:t>FINE INDISPONIBILITA’</a:t>
                      </a:r>
                      <a:endParaRPr lang="it-IT" sz="900" b="0" i="0" u="none" strike="noStrike" dirty="0">
                        <a:solidFill>
                          <a:schemeClr val="bg1"/>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tx1">
                        <a:lumMod val="50000"/>
                      </a:schemeClr>
                    </a:solidFill>
                  </a:tcPr>
                </a:tc>
                <a:tc>
                  <a:txBody>
                    <a:bodyPr/>
                    <a:lstStyle/>
                    <a:p>
                      <a:pPr algn="l" fontAlgn="b"/>
                      <a:r>
                        <a:rPr lang="it-IT" sz="900" b="0" i="0" u="none" strike="noStrike" dirty="0">
                          <a:solidFill>
                            <a:schemeClr val="bg1"/>
                          </a:solidFill>
                          <a:effectLst/>
                          <a:latin typeface="Calibri" panose="020F0502020204030204" pitchFamily="34" charset="0"/>
                        </a:rPr>
                        <a:t>INDISPONIBILITA’ TOTALE</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tx1">
                        <a:lumMod val="50000"/>
                      </a:schemeClr>
                    </a:solidFill>
                  </a:tcPr>
                </a:tc>
                <a:extLst>
                  <a:ext uri="{0D108BD9-81ED-4DB2-BD59-A6C34878D82A}">
                    <a16:rowId xmlns:a16="http://schemas.microsoft.com/office/drawing/2014/main" val="2520683751"/>
                  </a:ext>
                </a:extLst>
              </a:tr>
              <a:tr h="184150">
                <a:tc>
                  <a:txBody>
                    <a:bodyPr/>
                    <a:lstStyle/>
                    <a:p>
                      <a:pPr algn="l" fontAlgn="b"/>
                      <a:r>
                        <a:rPr lang="it-IT" sz="900" u="none" strike="noStrike" dirty="0">
                          <a:solidFill>
                            <a:schemeClr val="tx2"/>
                          </a:solidFill>
                          <a:effectLst/>
                        </a:rPr>
                        <a:t>ID2</a:t>
                      </a:r>
                      <a:endParaRPr lang="it-IT" sz="900" b="0" i="0" u="none" strike="noStrike" dirty="0">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lang="it-IT" sz="900" u="none" strike="noStrike" dirty="0">
                          <a:solidFill>
                            <a:schemeClr val="tx2"/>
                          </a:solidFill>
                          <a:effectLst/>
                        </a:rPr>
                        <a:t>Directory</a:t>
                      </a:r>
                      <a:endParaRPr lang="it-IT" sz="900" b="0" i="0" u="none" strike="noStrike" dirty="0">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lang="it-IT" sz="900" b="0" i="0" u="none" strike="noStrike" dirty="0" err="1">
                          <a:solidFill>
                            <a:schemeClr val="tx2"/>
                          </a:solidFill>
                          <a:effectLst/>
                          <a:latin typeface="Calibri" panose="020F0502020204030204" pitchFamily="34" charset="0"/>
                        </a:rPr>
                        <a:t>hh:mm:ss</a:t>
                      </a:r>
                      <a:endParaRPr lang="it-IT" sz="900" b="0" i="0" u="none" strike="noStrike" dirty="0">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lang="it-IT" sz="900" u="none" strike="noStrike" dirty="0">
                          <a:solidFill>
                            <a:schemeClr val="tx2"/>
                          </a:solidFill>
                          <a:effectLst/>
                        </a:rPr>
                        <a:t> </a:t>
                      </a:r>
                      <a:r>
                        <a:rPr lang="it-IT" sz="900" u="none" strike="noStrike" dirty="0" err="1">
                          <a:solidFill>
                            <a:schemeClr val="tx2"/>
                          </a:solidFill>
                          <a:effectLst/>
                        </a:rPr>
                        <a:t>hh:mm:ss</a:t>
                      </a:r>
                      <a:endParaRPr lang="it-IT" sz="900" b="0" i="0" u="none" strike="noStrike" dirty="0">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lang="it-IT" sz="900" u="none" strike="noStrike" dirty="0">
                          <a:solidFill>
                            <a:schemeClr val="tx2"/>
                          </a:solidFill>
                          <a:effectLst/>
                        </a:rPr>
                        <a:t> </a:t>
                      </a:r>
                      <a:r>
                        <a:rPr lang="it-IT" sz="900" u="none" strike="noStrike" dirty="0" err="1">
                          <a:solidFill>
                            <a:schemeClr val="tx2"/>
                          </a:solidFill>
                          <a:effectLst/>
                        </a:rPr>
                        <a:t>mm:ss</a:t>
                      </a:r>
                      <a:endParaRPr lang="it-IT" sz="900" b="0" i="0" u="none" strike="noStrike" dirty="0">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929077570"/>
                  </a:ext>
                </a:extLst>
              </a:tr>
              <a:tr h="184150">
                <a:tc>
                  <a:txBody>
                    <a:bodyPr/>
                    <a:lstStyle/>
                    <a:p>
                      <a:pPr algn="l" fontAlgn="b"/>
                      <a:r>
                        <a:rPr lang="it-IT" sz="900" u="none" strike="noStrike" dirty="0">
                          <a:solidFill>
                            <a:schemeClr val="tx2"/>
                          </a:solidFill>
                          <a:effectLst/>
                        </a:rPr>
                        <a:t>ID17</a:t>
                      </a:r>
                      <a:endParaRPr lang="it-IT" sz="900" b="0" i="0" u="none" strike="noStrike" dirty="0">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lang="it-IT" sz="900" u="none" strike="noStrike" dirty="0">
                          <a:solidFill>
                            <a:schemeClr val="tx2"/>
                          </a:solidFill>
                          <a:effectLst/>
                        </a:rPr>
                        <a:t>Client Upload Banche</a:t>
                      </a:r>
                      <a:endParaRPr lang="it-IT" sz="900" b="0" i="0" u="none" strike="noStrike" dirty="0">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lang="it-IT" sz="900" u="none" strike="noStrike" dirty="0">
                          <a:solidFill>
                            <a:schemeClr val="tx2"/>
                          </a:solidFill>
                          <a:effectLst/>
                        </a:rPr>
                        <a:t> </a:t>
                      </a:r>
                      <a:endParaRPr lang="it-IT" sz="900" b="0" i="0" u="none" strike="noStrike" dirty="0">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lang="it-IT" sz="900" u="none" strike="noStrike" dirty="0">
                          <a:solidFill>
                            <a:schemeClr val="tx2"/>
                          </a:solidFill>
                          <a:effectLst/>
                        </a:rPr>
                        <a:t> </a:t>
                      </a:r>
                      <a:endParaRPr lang="it-IT" sz="900" b="0" i="0" u="none" strike="noStrike" dirty="0">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lang="it-IT" sz="900" u="none" strike="noStrike">
                          <a:solidFill>
                            <a:schemeClr val="tx2"/>
                          </a:solidFill>
                          <a:effectLst/>
                        </a:rPr>
                        <a:t> </a:t>
                      </a:r>
                      <a:endParaRPr lang="it-IT" sz="900" b="0" i="0" u="none" strike="noStrike">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40832414"/>
                  </a:ext>
                </a:extLst>
              </a:tr>
              <a:tr h="184150">
                <a:tc>
                  <a:txBody>
                    <a:bodyPr/>
                    <a:lstStyle/>
                    <a:p>
                      <a:pPr algn="l" fontAlgn="b"/>
                      <a:r>
                        <a:rPr lang="it-IT" sz="900" u="none" strike="noStrike">
                          <a:solidFill>
                            <a:schemeClr val="tx2"/>
                          </a:solidFill>
                          <a:effectLst/>
                        </a:rPr>
                        <a:t>ID23</a:t>
                      </a:r>
                      <a:endParaRPr lang="it-IT" sz="900" b="0" i="0" u="none" strike="noStrike">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lang="it-IT" sz="900" u="none" strike="noStrike" dirty="0">
                          <a:solidFill>
                            <a:schemeClr val="tx2"/>
                          </a:solidFill>
                          <a:effectLst/>
                        </a:rPr>
                        <a:t>….</a:t>
                      </a:r>
                      <a:endParaRPr lang="it-IT" sz="900" b="0" i="0" u="none" strike="noStrike" dirty="0">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lang="it-IT" sz="900" u="none" strike="noStrike" dirty="0">
                          <a:solidFill>
                            <a:schemeClr val="tx2"/>
                          </a:solidFill>
                          <a:effectLst/>
                        </a:rPr>
                        <a:t> …..</a:t>
                      </a:r>
                      <a:endParaRPr lang="it-IT" sz="900" b="0" i="0" u="none" strike="noStrike" dirty="0">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lang="it-IT" sz="900" u="none" strike="noStrike" dirty="0">
                          <a:solidFill>
                            <a:schemeClr val="tx2"/>
                          </a:solidFill>
                          <a:effectLst/>
                        </a:rPr>
                        <a:t> …..</a:t>
                      </a:r>
                      <a:endParaRPr lang="it-IT" sz="900" b="0" i="0" u="none" strike="noStrike" dirty="0">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lang="it-IT" sz="900" u="none" strike="noStrike" dirty="0">
                          <a:solidFill>
                            <a:schemeClr val="tx2"/>
                          </a:solidFill>
                          <a:effectLst/>
                        </a:rPr>
                        <a:t> ……</a:t>
                      </a:r>
                      <a:endParaRPr lang="it-IT" sz="900" b="0" i="0" u="none" strike="noStrike" dirty="0">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952641052"/>
                  </a:ext>
                </a:extLst>
              </a:tr>
            </a:tbl>
          </a:graphicData>
        </a:graphic>
      </p:graphicFrame>
      <p:sp>
        <p:nvSpPr>
          <p:cNvPr id="8" name="CasellaDiTesto 7">
            <a:extLst>
              <a:ext uri="{FF2B5EF4-FFF2-40B4-BE49-F238E27FC236}">
                <a16:creationId xmlns:a16="http://schemas.microsoft.com/office/drawing/2014/main" id="{FB46BCE2-CFD8-A00F-6208-209950803ECE}"/>
              </a:ext>
            </a:extLst>
          </p:cNvPr>
          <p:cNvSpPr txBox="1"/>
          <p:nvPr/>
        </p:nvSpPr>
        <p:spPr>
          <a:xfrm>
            <a:off x="4314300" y="5384292"/>
            <a:ext cx="4752698" cy="369332"/>
          </a:xfrm>
          <a:prstGeom prst="rect">
            <a:avLst/>
          </a:prstGeom>
          <a:noFill/>
        </p:spPr>
        <p:txBody>
          <a:bodyPr wrap="square" rtlCol="0">
            <a:spAutoFit/>
          </a:bodyPr>
          <a:lstStyle/>
          <a:p>
            <a:r>
              <a:rPr lang="it-IT" dirty="0"/>
              <a:t>TAB 2 – Log indisponibilità (Uso Interno)</a:t>
            </a:r>
          </a:p>
        </p:txBody>
      </p:sp>
      <p:sp>
        <p:nvSpPr>
          <p:cNvPr id="5" name="Rectangle 4">
            <a:extLst>
              <a:ext uri="{FF2B5EF4-FFF2-40B4-BE49-F238E27FC236}">
                <a16:creationId xmlns:a16="http://schemas.microsoft.com/office/drawing/2014/main" id="{2C6951DC-7E06-493E-94CB-9FAECABB1FDD}"/>
              </a:ext>
            </a:extLst>
          </p:cNvPr>
          <p:cNvSpPr/>
          <p:nvPr/>
        </p:nvSpPr>
        <p:spPr>
          <a:xfrm>
            <a:off x="12192000" y="1336261"/>
            <a:ext cx="8493729" cy="37665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dirty="0"/>
              <a:t>ID 22 Old: </a:t>
            </a:r>
          </a:p>
          <a:p>
            <a:pPr marL="742950" lvl="1" indent="-285750">
              <a:buFont typeface="Arial" panose="020B0604020202020204" pitchFamily="34" charset="0"/>
              <a:buChar char="•"/>
            </a:pPr>
            <a:r>
              <a:rPr lang="en-US" dirty="0" err="1"/>
              <a:t>Metrica</a:t>
            </a:r>
            <a:r>
              <a:rPr lang="en-US" dirty="0"/>
              <a:t>: </a:t>
            </a:r>
            <a:r>
              <a:rPr lang="it-IT" i="1" dirty="0"/>
              <a:t>Numero medio di richieste al secondo elaborate all’interno della mezzora rispetto al numero totale di richieste in ingresso al secondo, nei limiti delle condizioni di operatività riportate in descrizione. Si precisa che la tratta di competenza è quella E-F e G-H del Servizio di Nodo</a:t>
            </a:r>
          </a:p>
          <a:p>
            <a:pPr marL="742950" lvl="1" indent="-285750">
              <a:buFont typeface="Arial" panose="020B0604020202020204" pitchFamily="34" charset="0"/>
              <a:buChar char="•"/>
            </a:pPr>
            <a:r>
              <a:rPr lang="it-IT" dirty="0"/>
              <a:t>Da capire in quale report inserire lo SLA</a:t>
            </a:r>
          </a:p>
          <a:p>
            <a:pPr marL="742950" lvl="1" indent="-285750">
              <a:buFont typeface="Arial" panose="020B0604020202020204" pitchFamily="34" charset="0"/>
              <a:buChar char="•"/>
            </a:pPr>
            <a:endParaRPr lang="it-IT" dirty="0"/>
          </a:p>
          <a:p>
            <a:pPr marL="285750" indent="-285750">
              <a:buFont typeface="Arial" panose="020B0604020202020204" pitchFamily="34" charset="0"/>
              <a:buChar char="•"/>
            </a:pPr>
            <a:r>
              <a:rPr lang="it-IT" dirty="0"/>
              <a:t>Manca il 109: Tempo smistamento flussi </a:t>
            </a:r>
            <a:r>
              <a:rPr lang="it-IT" dirty="0" err="1"/>
              <a:t>avvisatura</a:t>
            </a:r>
            <a:r>
              <a:rPr lang="it-IT" dirty="0"/>
              <a:t> CBILL</a:t>
            </a:r>
            <a:endParaRPr lang="en-US" dirty="0"/>
          </a:p>
        </p:txBody>
      </p:sp>
      <p:sp>
        <p:nvSpPr>
          <p:cNvPr id="4" name="Rectangle: Rounded Corners 3">
            <a:extLst>
              <a:ext uri="{FF2B5EF4-FFF2-40B4-BE49-F238E27FC236}">
                <a16:creationId xmlns:a16="http://schemas.microsoft.com/office/drawing/2014/main" id="{36A091AF-59E8-4818-B0BE-67510070E6E0}"/>
              </a:ext>
            </a:extLst>
          </p:cNvPr>
          <p:cNvSpPr/>
          <p:nvPr/>
        </p:nvSpPr>
        <p:spPr>
          <a:xfrm>
            <a:off x="6436754" y="536213"/>
            <a:ext cx="3168640" cy="557727"/>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i="1" dirty="0">
                <a:solidFill>
                  <a:schemeClr val="tx2"/>
                </a:solidFill>
                <a:sym typeface="Wingdings" panose="05000000000000000000" pitchFamily="2" charset="2"/>
              </a:rPr>
              <a:t>Art. 24.4”: le </a:t>
            </a:r>
            <a:r>
              <a:rPr lang="en-US" sz="1200" b="1" i="1" dirty="0" err="1">
                <a:solidFill>
                  <a:schemeClr val="tx2"/>
                </a:solidFill>
                <a:sym typeface="Wingdings" panose="05000000000000000000" pitchFamily="2" charset="2"/>
              </a:rPr>
              <a:t>soglie</a:t>
            </a:r>
            <a:r>
              <a:rPr lang="en-US" sz="1200" b="1" i="1" dirty="0">
                <a:solidFill>
                  <a:schemeClr val="tx2"/>
                </a:solidFill>
                <a:sym typeface="Wingdings" panose="05000000000000000000" pitchFamily="2" charset="2"/>
              </a:rPr>
              <a:t> </a:t>
            </a:r>
            <a:r>
              <a:rPr lang="en-US" sz="1200" b="1" i="1" dirty="0" err="1">
                <a:solidFill>
                  <a:schemeClr val="tx2"/>
                </a:solidFill>
                <a:sym typeface="Wingdings" panose="05000000000000000000" pitchFamily="2" charset="2"/>
              </a:rPr>
              <a:t>verranno</a:t>
            </a:r>
            <a:r>
              <a:rPr lang="en-US" sz="1200" b="1" i="1" dirty="0">
                <a:solidFill>
                  <a:schemeClr val="tx2"/>
                </a:solidFill>
                <a:sym typeface="Wingdings" panose="05000000000000000000" pitchFamily="2" charset="2"/>
              </a:rPr>
              <a:t> </a:t>
            </a:r>
            <a:r>
              <a:rPr lang="en-US" sz="1200" b="1" i="1" dirty="0" err="1">
                <a:solidFill>
                  <a:schemeClr val="tx2"/>
                </a:solidFill>
                <a:sym typeface="Wingdings" panose="05000000000000000000" pitchFamily="2" charset="2"/>
              </a:rPr>
              <a:t>ricalcolate</a:t>
            </a:r>
            <a:r>
              <a:rPr lang="en-US" sz="1200" b="1" i="1" dirty="0">
                <a:solidFill>
                  <a:schemeClr val="tx2"/>
                </a:solidFill>
                <a:sym typeface="Wingdings" panose="05000000000000000000" pitchFamily="2" charset="2"/>
              </a:rPr>
              <a:t> a </a:t>
            </a:r>
            <a:r>
              <a:rPr lang="en-US" sz="1200" b="1" i="1" dirty="0" err="1">
                <a:solidFill>
                  <a:schemeClr val="tx2"/>
                </a:solidFill>
                <a:sym typeface="Wingdings" panose="05000000000000000000" pitchFamily="2" charset="2"/>
              </a:rPr>
              <a:t>fronte</a:t>
            </a:r>
            <a:r>
              <a:rPr lang="en-US" sz="1200" b="1" i="1" dirty="0">
                <a:solidFill>
                  <a:schemeClr val="tx2"/>
                </a:solidFill>
                <a:sym typeface="Wingdings" panose="05000000000000000000" pitchFamily="2" charset="2"/>
              </a:rPr>
              <a:t> </a:t>
            </a:r>
            <a:r>
              <a:rPr lang="en-US" sz="1200" b="1" i="1" dirty="0" err="1">
                <a:solidFill>
                  <a:schemeClr val="tx2"/>
                </a:solidFill>
                <a:sym typeface="Wingdings" panose="05000000000000000000" pitchFamily="2" charset="2"/>
              </a:rPr>
              <a:t>della</a:t>
            </a:r>
            <a:r>
              <a:rPr lang="en-US" sz="1200" b="1" i="1" dirty="0">
                <a:solidFill>
                  <a:schemeClr val="tx2"/>
                </a:solidFill>
                <a:sym typeface="Wingdings" panose="05000000000000000000" pitchFamily="2" charset="2"/>
              </a:rPr>
              <a:t> </a:t>
            </a:r>
            <a:r>
              <a:rPr lang="en-US" sz="1200" b="1" i="1" dirty="0" err="1">
                <a:solidFill>
                  <a:schemeClr val="tx2"/>
                </a:solidFill>
                <a:sym typeface="Wingdings" panose="05000000000000000000" pitchFamily="2" charset="2"/>
              </a:rPr>
              <a:t>presenza</a:t>
            </a:r>
            <a:r>
              <a:rPr lang="en-US" sz="1200" b="1" i="1" dirty="0">
                <a:solidFill>
                  <a:schemeClr val="tx2"/>
                </a:solidFill>
                <a:sym typeface="Wingdings" panose="05000000000000000000" pitchFamily="2" charset="2"/>
              </a:rPr>
              <a:t> di incident </a:t>
            </a:r>
            <a:r>
              <a:rPr lang="en-US" sz="1200" b="1" i="1" dirty="0" err="1">
                <a:solidFill>
                  <a:schemeClr val="tx2"/>
                </a:solidFill>
                <a:sym typeface="Wingdings" panose="05000000000000000000" pitchFamily="2" charset="2"/>
              </a:rPr>
              <a:t>trasversali</a:t>
            </a:r>
            <a:endParaRPr lang="en-US" sz="1200" b="1" i="1" dirty="0">
              <a:solidFill>
                <a:schemeClr val="tx2"/>
              </a:solidFill>
            </a:endParaRPr>
          </a:p>
        </p:txBody>
      </p:sp>
    </p:spTree>
    <p:extLst>
      <p:ext uri="{BB962C8B-B14F-4D97-AF65-F5344CB8AC3E}">
        <p14:creationId xmlns:p14="http://schemas.microsoft.com/office/powerpoint/2010/main" val="2864260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A1C0E172-D80E-461A-9929-DD62FC60FDB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6" name="Object 5" hidden="1">
                        <a:extLst>
                          <a:ext uri="{FF2B5EF4-FFF2-40B4-BE49-F238E27FC236}">
                            <a16:creationId xmlns:a16="http://schemas.microsoft.com/office/drawing/2014/main" id="{A1C0E172-D80E-461A-9929-DD62FC60FDB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ext Placeholder 1">
            <a:extLst>
              <a:ext uri="{FF2B5EF4-FFF2-40B4-BE49-F238E27FC236}">
                <a16:creationId xmlns:a16="http://schemas.microsoft.com/office/drawing/2014/main" id="{6673D9AD-2689-4683-AA24-FE5689A4D3D3}"/>
              </a:ext>
            </a:extLst>
          </p:cNvPr>
          <p:cNvSpPr>
            <a:spLocks noGrp="1"/>
          </p:cNvSpPr>
          <p:nvPr>
            <p:ph type="body" sz="quarter" idx="10"/>
          </p:nvPr>
        </p:nvSpPr>
        <p:spPr>
          <a:xfrm>
            <a:off x="371475" y="429526"/>
            <a:ext cx="11463338" cy="461498"/>
          </a:xfrm>
        </p:spPr>
        <p:txBody>
          <a:bodyPr/>
          <a:lstStyle/>
          <a:p>
            <a:r>
              <a:rPr lang="en-US" dirty="0"/>
              <a:t>Lista </a:t>
            </a:r>
            <a:r>
              <a:rPr lang="en-US" dirty="0" err="1"/>
              <a:t>Servizi</a:t>
            </a:r>
            <a:r>
              <a:rPr lang="en-US" dirty="0"/>
              <a:t> </a:t>
            </a:r>
            <a:r>
              <a:rPr lang="en-US" dirty="0" err="1"/>
              <a:t>Coperti</a:t>
            </a:r>
            <a:r>
              <a:rPr lang="en-US" dirty="0"/>
              <a:t> </a:t>
            </a:r>
            <a:r>
              <a:rPr lang="en-US" dirty="0" err="1"/>
              <a:t>dallo</a:t>
            </a:r>
            <a:r>
              <a:rPr lang="en-US" dirty="0"/>
              <a:t> SLA 105A</a:t>
            </a:r>
            <a:endParaRPr lang="en-US" dirty="0">
              <a:highlight>
                <a:srgbClr val="FFFF00"/>
              </a:highlight>
            </a:endParaRPr>
          </a:p>
        </p:txBody>
      </p:sp>
      <p:sp>
        <p:nvSpPr>
          <p:cNvPr id="7" name="Rectangle 6">
            <a:extLst>
              <a:ext uri="{FF2B5EF4-FFF2-40B4-BE49-F238E27FC236}">
                <a16:creationId xmlns:a16="http://schemas.microsoft.com/office/drawing/2014/main" id="{D05B975D-1312-48E1-BF81-F1AD7F20CF8C}"/>
              </a:ext>
            </a:extLst>
          </p:cNvPr>
          <p:cNvSpPr/>
          <p:nvPr/>
        </p:nvSpPr>
        <p:spPr>
          <a:xfrm>
            <a:off x="371473" y="891024"/>
            <a:ext cx="2570665" cy="305596"/>
          </a:xfrm>
          <a:prstGeom prst="rect">
            <a:avLst/>
          </a:prstGeom>
          <a:noFill/>
          <a:ln w="12700" cap="flat" cmpd="sng" algn="ctr">
            <a:noFill/>
            <a:prstDash val="solid"/>
            <a:miter lim="800000"/>
          </a:ln>
          <a:effectLst/>
        </p:spPr>
        <p:txBody>
          <a:bodyPr vert="horz"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it-IT" sz="1400" b="1" i="0" u="none" strike="noStrike" kern="0" cap="none" spc="0" normalizeH="0" baseline="0" noProof="0" dirty="0">
                <a:ln>
                  <a:noFill/>
                </a:ln>
                <a:solidFill>
                  <a:srgbClr val="44546A"/>
                </a:solidFill>
                <a:effectLst/>
                <a:uLnTx/>
                <a:uFillTx/>
                <a:ea typeface="Verdana" panose="020B0604030504040204" pitchFamily="34" charset="0"/>
                <a:sym typeface="Wingdings" panose="05000000000000000000" pitchFamily="2" charset="2"/>
              </a:rPr>
              <a:t>Servizio</a:t>
            </a:r>
          </a:p>
        </p:txBody>
      </p:sp>
      <p:cxnSp>
        <p:nvCxnSpPr>
          <p:cNvPr id="8" name="Straight Connector 7">
            <a:extLst>
              <a:ext uri="{FF2B5EF4-FFF2-40B4-BE49-F238E27FC236}">
                <a16:creationId xmlns:a16="http://schemas.microsoft.com/office/drawing/2014/main" id="{38CD6DFA-3712-4182-9EBF-557B26B32D7A}"/>
              </a:ext>
            </a:extLst>
          </p:cNvPr>
          <p:cNvCxnSpPr>
            <a:cxnSpLocks/>
          </p:cNvCxnSpPr>
          <p:nvPr/>
        </p:nvCxnSpPr>
        <p:spPr>
          <a:xfrm>
            <a:off x="371473" y="1196622"/>
            <a:ext cx="2570665" cy="0"/>
          </a:xfrm>
          <a:prstGeom prst="line">
            <a:avLst/>
          </a:prstGeom>
          <a:noFill/>
          <a:ln w="12700" cap="flat" cmpd="sng" algn="ctr">
            <a:solidFill>
              <a:sysClr val="windowText" lastClr="000000"/>
            </a:solidFill>
            <a:prstDash val="solid"/>
            <a:miter lim="800000"/>
          </a:ln>
          <a:effectLst/>
        </p:spPr>
      </p:cxnSp>
      <p:sp>
        <p:nvSpPr>
          <p:cNvPr id="26" name="Rectangle 25">
            <a:extLst>
              <a:ext uri="{FF2B5EF4-FFF2-40B4-BE49-F238E27FC236}">
                <a16:creationId xmlns:a16="http://schemas.microsoft.com/office/drawing/2014/main" id="{692EC9B5-82B3-4153-B873-0E60C9B5F661}"/>
              </a:ext>
            </a:extLst>
          </p:cNvPr>
          <p:cNvSpPr/>
          <p:nvPr/>
        </p:nvSpPr>
        <p:spPr>
          <a:xfrm>
            <a:off x="3335696" y="891024"/>
            <a:ext cx="2570665" cy="305596"/>
          </a:xfrm>
          <a:prstGeom prst="rect">
            <a:avLst/>
          </a:prstGeom>
          <a:noFill/>
          <a:ln w="12700" cap="flat" cmpd="sng" algn="ctr">
            <a:noFill/>
            <a:prstDash val="solid"/>
            <a:miter lim="800000"/>
          </a:ln>
          <a:effectLst/>
        </p:spPr>
        <p:txBody>
          <a:bodyPr vert="horz"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it-IT" sz="1400" b="1" i="0" u="none" strike="noStrike" kern="0" cap="none" spc="0" normalizeH="0" baseline="0" noProof="0" dirty="0">
                <a:ln>
                  <a:noFill/>
                </a:ln>
                <a:solidFill>
                  <a:srgbClr val="44546A"/>
                </a:solidFill>
                <a:effectLst/>
                <a:uLnTx/>
                <a:uFillTx/>
                <a:ea typeface="Verdana" panose="020B0604030504040204" pitchFamily="34" charset="0"/>
                <a:sym typeface="Wingdings" panose="05000000000000000000" pitchFamily="2" charset="2"/>
              </a:rPr>
              <a:t>Servizio</a:t>
            </a:r>
          </a:p>
        </p:txBody>
      </p:sp>
      <p:cxnSp>
        <p:nvCxnSpPr>
          <p:cNvPr id="27" name="Straight Connector 26">
            <a:extLst>
              <a:ext uri="{FF2B5EF4-FFF2-40B4-BE49-F238E27FC236}">
                <a16:creationId xmlns:a16="http://schemas.microsoft.com/office/drawing/2014/main" id="{DFC56C57-3026-429D-BDF1-63721ABBAB40}"/>
              </a:ext>
            </a:extLst>
          </p:cNvPr>
          <p:cNvCxnSpPr>
            <a:cxnSpLocks/>
          </p:cNvCxnSpPr>
          <p:nvPr/>
        </p:nvCxnSpPr>
        <p:spPr>
          <a:xfrm>
            <a:off x="3335696" y="1196622"/>
            <a:ext cx="2570665" cy="0"/>
          </a:xfrm>
          <a:prstGeom prst="line">
            <a:avLst/>
          </a:prstGeom>
          <a:noFill/>
          <a:ln w="12700" cap="flat" cmpd="sng" algn="ctr">
            <a:solidFill>
              <a:sysClr val="windowText" lastClr="000000"/>
            </a:solidFill>
            <a:prstDash val="solid"/>
            <a:miter lim="800000"/>
          </a:ln>
          <a:effectLst/>
        </p:spPr>
      </p:cxnSp>
      <p:sp>
        <p:nvSpPr>
          <p:cNvPr id="43" name="Rectangle 42">
            <a:extLst>
              <a:ext uri="{FF2B5EF4-FFF2-40B4-BE49-F238E27FC236}">
                <a16:creationId xmlns:a16="http://schemas.microsoft.com/office/drawing/2014/main" id="{4C5A73EE-CCE1-4C4A-8F97-A865029A06DD}"/>
              </a:ext>
            </a:extLst>
          </p:cNvPr>
          <p:cNvSpPr/>
          <p:nvPr/>
        </p:nvSpPr>
        <p:spPr>
          <a:xfrm>
            <a:off x="6299920" y="891024"/>
            <a:ext cx="2570665" cy="305596"/>
          </a:xfrm>
          <a:prstGeom prst="rect">
            <a:avLst/>
          </a:prstGeom>
          <a:noFill/>
          <a:ln w="12700" cap="flat" cmpd="sng" algn="ctr">
            <a:noFill/>
            <a:prstDash val="solid"/>
            <a:miter lim="800000"/>
          </a:ln>
          <a:effectLst/>
        </p:spPr>
        <p:txBody>
          <a:bodyPr vert="horz"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it-IT" sz="1400" b="1" i="0" u="none" strike="noStrike" kern="0" cap="none" spc="0" normalizeH="0" baseline="0" noProof="0" dirty="0">
                <a:ln>
                  <a:noFill/>
                </a:ln>
                <a:solidFill>
                  <a:srgbClr val="44546A"/>
                </a:solidFill>
                <a:effectLst/>
                <a:uLnTx/>
                <a:uFillTx/>
                <a:ea typeface="Verdana" panose="020B0604030504040204" pitchFamily="34" charset="0"/>
                <a:sym typeface="Wingdings" panose="05000000000000000000" pitchFamily="2" charset="2"/>
              </a:rPr>
              <a:t>Servizio</a:t>
            </a:r>
          </a:p>
        </p:txBody>
      </p:sp>
      <p:cxnSp>
        <p:nvCxnSpPr>
          <p:cNvPr id="44" name="Straight Connector 43">
            <a:extLst>
              <a:ext uri="{FF2B5EF4-FFF2-40B4-BE49-F238E27FC236}">
                <a16:creationId xmlns:a16="http://schemas.microsoft.com/office/drawing/2014/main" id="{52B36210-1D37-4FDF-9E43-41F68CB692C6}"/>
              </a:ext>
            </a:extLst>
          </p:cNvPr>
          <p:cNvCxnSpPr>
            <a:cxnSpLocks/>
          </p:cNvCxnSpPr>
          <p:nvPr/>
        </p:nvCxnSpPr>
        <p:spPr>
          <a:xfrm>
            <a:off x="6299920" y="1196622"/>
            <a:ext cx="2570665" cy="0"/>
          </a:xfrm>
          <a:prstGeom prst="line">
            <a:avLst/>
          </a:prstGeom>
          <a:noFill/>
          <a:ln w="12700" cap="flat" cmpd="sng" algn="ctr">
            <a:solidFill>
              <a:sysClr val="windowText" lastClr="000000"/>
            </a:solidFill>
            <a:prstDash val="solid"/>
            <a:miter lim="800000"/>
          </a:ln>
          <a:effectLst/>
        </p:spPr>
      </p:cxnSp>
      <p:sp>
        <p:nvSpPr>
          <p:cNvPr id="58" name="Rectangle 57">
            <a:extLst>
              <a:ext uri="{FF2B5EF4-FFF2-40B4-BE49-F238E27FC236}">
                <a16:creationId xmlns:a16="http://schemas.microsoft.com/office/drawing/2014/main" id="{26A9AC84-FE6C-4727-80DB-88823D6151B7}"/>
              </a:ext>
            </a:extLst>
          </p:cNvPr>
          <p:cNvSpPr/>
          <p:nvPr/>
        </p:nvSpPr>
        <p:spPr>
          <a:xfrm>
            <a:off x="9264145" y="891024"/>
            <a:ext cx="2570665" cy="305596"/>
          </a:xfrm>
          <a:prstGeom prst="rect">
            <a:avLst/>
          </a:prstGeom>
          <a:noFill/>
          <a:ln w="12700" cap="flat" cmpd="sng" algn="ctr">
            <a:noFill/>
            <a:prstDash val="solid"/>
            <a:miter lim="800000"/>
          </a:ln>
          <a:effectLst/>
        </p:spPr>
        <p:txBody>
          <a:bodyPr vert="horz"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it-IT" sz="1400" b="1" i="0" u="none" strike="noStrike" kern="0" cap="none" spc="0" normalizeH="0" baseline="0" noProof="0" dirty="0">
                <a:ln>
                  <a:noFill/>
                </a:ln>
                <a:solidFill>
                  <a:srgbClr val="44546A"/>
                </a:solidFill>
                <a:effectLst/>
                <a:uLnTx/>
                <a:uFillTx/>
                <a:ea typeface="Verdana" panose="020B0604030504040204" pitchFamily="34" charset="0"/>
                <a:sym typeface="Wingdings" panose="05000000000000000000" pitchFamily="2" charset="2"/>
              </a:rPr>
              <a:t>Servizio</a:t>
            </a:r>
          </a:p>
        </p:txBody>
      </p:sp>
      <p:cxnSp>
        <p:nvCxnSpPr>
          <p:cNvPr id="59" name="Straight Connector 58">
            <a:extLst>
              <a:ext uri="{FF2B5EF4-FFF2-40B4-BE49-F238E27FC236}">
                <a16:creationId xmlns:a16="http://schemas.microsoft.com/office/drawing/2014/main" id="{E1A8F325-FB88-4710-B320-151FCDDB45A7}"/>
              </a:ext>
            </a:extLst>
          </p:cNvPr>
          <p:cNvCxnSpPr>
            <a:cxnSpLocks/>
          </p:cNvCxnSpPr>
          <p:nvPr/>
        </p:nvCxnSpPr>
        <p:spPr>
          <a:xfrm>
            <a:off x="9264145" y="1196622"/>
            <a:ext cx="2570665" cy="0"/>
          </a:xfrm>
          <a:prstGeom prst="line">
            <a:avLst/>
          </a:prstGeom>
          <a:noFill/>
          <a:ln w="12700" cap="flat" cmpd="sng" algn="ctr">
            <a:solidFill>
              <a:sysClr val="windowText" lastClr="000000"/>
            </a:solidFill>
            <a:prstDash val="solid"/>
            <a:miter lim="800000"/>
          </a:ln>
          <a:effectLst/>
        </p:spPr>
      </p:cxnSp>
      <p:sp>
        <p:nvSpPr>
          <p:cNvPr id="9" name="Rectangle 8">
            <a:extLst>
              <a:ext uri="{FF2B5EF4-FFF2-40B4-BE49-F238E27FC236}">
                <a16:creationId xmlns:a16="http://schemas.microsoft.com/office/drawing/2014/main" id="{F276045C-CBCF-4D81-BDD5-CE4A93DDF165}"/>
              </a:ext>
            </a:extLst>
          </p:cNvPr>
          <p:cNvSpPr/>
          <p:nvPr/>
        </p:nvSpPr>
        <p:spPr>
          <a:xfrm>
            <a:off x="371473" y="1332532"/>
            <a:ext cx="2570665" cy="265691"/>
          </a:xfrm>
          <a:prstGeom prst="rect">
            <a:avLst/>
          </a:prstGeom>
          <a:solidFill>
            <a:schemeClr val="tx1">
              <a:lumMod val="20000"/>
              <a:lumOff val="80000"/>
            </a:schemeClr>
          </a:solidFill>
          <a:ln w="12700" cap="flat" cmpd="sng" algn="ctr">
            <a:solidFill>
              <a:schemeClr val="accent1"/>
            </a:solid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chemeClr val="tx2"/>
                </a:solidFill>
                <a:effectLst/>
                <a:uLnTx/>
                <a:uFillTx/>
                <a:ea typeface="Verdana" panose="020B0604030504040204" pitchFamily="34" charset="0"/>
                <a:cs typeface="+mn-cs"/>
              </a:rPr>
              <a:t>PORTING-A4</a:t>
            </a:r>
            <a:endParaRPr kumimoji="0" lang="en-US" sz="1200" b="1" i="0" u="none" strike="noStrike" kern="0" cap="none" spc="0" normalizeH="0" baseline="0" noProof="0" dirty="0">
              <a:ln>
                <a:noFill/>
              </a:ln>
              <a:solidFill>
                <a:schemeClr val="tx2"/>
              </a:solidFill>
              <a:effectLst/>
              <a:uLnTx/>
              <a:uFillTx/>
              <a:ea typeface="Verdana" panose="020B0604030504040204" pitchFamily="34" charset="0"/>
              <a:cs typeface="+mn-cs"/>
            </a:endParaRPr>
          </a:p>
        </p:txBody>
      </p:sp>
      <p:sp>
        <p:nvSpPr>
          <p:cNvPr id="10" name="Rectangle 9">
            <a:extLst>
              <a:ext uri="{FF2B5EF4-FFF2-40B4-BE49-F238E27FC236}">
                <a16:creationId xmlns:a16="http://schemas.microsoft.com/office/drawing/2014/main" id="{40776513-BFA7-40CE-9B51-41CB60CE61CD}"/>
              </a:ext>
            </a:extLst>
          </p:cNvPr>
          <p:cNvSpPr/>
          <p:nvPr/>
        </p:nvSpPr>
        <p:spPr>
          <a:xfrm>
            <a:off x="371473" y="1679293"/>
            <a:ext cx="2570665" cy="265691"/>
          </a:xfrm>
          <a:prstGeom prst="rect">
            <a:avLst/>
          </a:prstGeom>
          <a:solidFill>
            <a:schemeClr val="tx1">
              <a:lumMod val="20000"/>
              <a:lumOff val="80000"/>
            </a:schemeClr>
          </a:solidFill>
          <a:ln w="12700" cap="flat" cmpd="sng" algn="ctr">
            <a:solidFill>
              <a:schemeClr val="accent1"/>
            </a:solid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chemeClr val="tx2"/>
                </a:solidFill>
                <a:effectLst/>
                <a:uLnTx/>
                <a:uFillTx/>
                <a:ea typeface="Verdana" panose="020B0604030504040204" pitchFamily="34" charset="0"/>
                <a:cs typeface="+mn-cs"/>
              </a:rPr>
              <a:t>AVV-BON-IN</a:t>
            </a:r>
          </a:p>
        </p:txBody>
      </p:sp>
      <p:sp>
        <p:nvSpPr>
          <p:cNvPr id="11" name="Rectangle 10">
            <a:extLst>
              <a:ext uri="{FF2B5EF4-FFF2-40B4-BE49-F238E27FC236}">
                <a16:creationId xmlns:a16="http://schemas.microsoft.com/office/drawing/2014/main" id="{615217A0-2F84-4617-84D7-1B9B045F93F6}"/>
              </a:ext>
            </a:extLst>
          </p:cNvPr>
          <p:cNvSpPr/>
          <p:nvPr/>
        </p:nvSpPr>
        <p:spPr>
          <a:xfrm>
            <a:off x="371473" y="2026054"/>
            <a:ext cx="2570665" cy="265691"/>
          </a:xfrm>
          <a:prstGeom prst="rect">
            <a:avLst/>
          </a:prstGeom>
          <a:solidFill>
            <a:schemeClr val="tx1">
              <a:lumMod val="20000"/>
              <a:lumOff val="80000"/>
            </a:schemeClr>
          </a:solidFill>
          <a:ln w="12700" cap="flat" cmpd="sng" algn="ctr">
            <a:solidFill>
              <a:schemeClr val="accent1"/>
            </a:solid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chemeClr val="tx2"/>
                </a:solidFill>
                <a:effectLst/>
                <a:uLnTx/>
                <a:uFillTx/>
                <a:ea typeface="Verdana" panose="020B0604030504040204" pitchFamily="34" charset="0"/>
                <a:cs typeface="+mn-cs"/>
              </a:rPr>
              <a:t>AVV-ISTR</a:t>
            </a:r>
          </a:p>
        </p:txBody>
      </p:sp>
      <p:sp>
        <p:nvSpPr>
          <p:cNvPr id="12" name="Rectangle 11">
            <a:extLst>
              <a:ext uri="{FF2B5EF4-FFF2-40B4-BE49-F238E27FC236}">
                <a16:creationId xmlns:a16="http://schemas.microsoft.com/office/drawing/2014/main" id="{7AD03B64-D42C-4EF2-99BA-91D11C486840}"/>
              </a:ext>
            </a:extLst>
          </p:cNvPr>
          <p:cNvSpPr/>
          <p:nvPr/>
        </p:nvSpPr>
        <p:spPr>
          <a:xfrm>
            <a:off x="371473" y="2372815"/>
            <a:ext cx="2570665" cy="265691"/>
          </a:xfrm>
          <a:prstGeom prst="rect">
            <a:avLst/>
          </a:prstGeom>
          <a:solidFill>
            <a:schemeClr val="tx1">
              <a:lumMod val="20000"/>
              <a:lumOff val="80000"/>
            </a:schemeClr>
          </a:solidFill>
          <a:ln w="12700" cap="flat" cmpd="sng" algn="ctr">
            <a:solidFill>
              <a:schemeClr val="accent1"/>
            </a:solid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chemeClr val="tx2"/>
                </a:solidFill>
                <a:effectLst/>
                <a:uLnTx/>
                <a:uFillTx/>
                <a:ea typeface="Verdana" panose="020B0604030504040204" pitchFamily="34" charset="0"/>
                <a:cs typeface="+mn-cs"/>
              </a:rPr>
              <a:t>PORTING-AV</a:t>
            </a:r>
            <a:endParaRPr kumimoji="0" lang="en-US" sz="1200" b="1" i="0" u="none" strike="noStrike" kern="0" cap="none" spc="0" normalizeH="0" baseline="0" noProof="0" dirty="0">
              <a:ln>
                <a:noFill/>
              </a:ln>
              <a:solidFill>
                <a:schemeClr val="tx2"/>
              </a:solidFill>
              <a:effectLst/>
              <a:uLnTx/>
              <a:uFillTx/>
              <a:ea typeface="Verdana" panose="020B0604030504040204" pitchFamily="34" charset="0"/>
              <a:cs typeface="+mn-cs"/>
            </a:endParaRPr>
          </a:p>
        </p:txBody>
      </p:sp>
      <p:sp>
        <p:nvSpPr>
          <p:cNvPr id="13" name="Rectangle 12">
            <a:extLst>
              <a:ext uri="{FF2B5EF4-FFF2-40B4-BE49-F238E27FC236}">
                <a16:creationId xmlns:a16="http://schemas.microsoft.com/office/drawing/2014/main" id="{FAAAD94A-2FFD-494C-8E10-B94B1F867587}"/>
              </a:ext>
            </a:extLst>
          </p:cNvPr>
          <p:cNvSpPr/>
          <p:nvPr/>
        </p:nvSpPr>
        <p:spPr>
          <a:xfrm>
            <a:off x="371473" y="2719577"/>
            <a:ext cx="2570665" cy="265691"/>
          </a:xfrm>
          <a:prstGeom prst="rect">
            <a:avLst/>
          </a:prstGeom>
          <a:solidFill>
            <a:schemeClr val="tx1">
              <a:lumMod val="20000"/>
              <a:lumOff val="80000"/>
            </a:schemeClr>
          </a:solidFill>
          <a:ln w="12700" cap="flat" cmpd="sng" algn="ctr">
            <a:solidFill>
              <a:schemeClr val="accent1"/>
            </a:solid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chemeClr val="tx2"/>
                </a:solidFill>
                <a:effectLst/>
                <a:uLnTx/>
                <a:uFillTx/>
                <a:ea typeface="Verdana" panose="020B0604030504040204" pitchFamily="34" charset="0"/>
                <a:cs typeface="+mn-cs"/>
              </a:rPr>
              <a:t>PORTING-AI</a:t>
            </a:r>
            <a:endParaRPr kumimoji="0" lang="en-US" sz="1200" b="1" i="0" u="none" strike="noStrike" kern="0" cap="none" spc="0" normalizeH="0" baseline="0" noProof="0" dirty="0">
              <a:ln>
                <a:noFill/>
              </a:ln>
              <a:solidFill>
                <a:schemeClr val="tx2"/>
              </a:solidFill>
              <a:effectLst/>
              <a:uLnTx/>
              <a:uFillTx/>
              <a:ea typeface="Verdana" panose="020B0604030504040204" pitchFamily="34" charset="0"/>
              <a:cs typeface="+mn-cs"/>
            </a:endParaRPr>
          </a:p>
        </p:txBody>
      </p:sp>
      <p:sp>
        <p:nvSpPr>
          <p:cNvPr id="14" name="Rectangle 13">
            <a:extLst>
              <a:ext uri="{FF2B5EF4-FFF2-40B4-BE49-F238E27FC236}">
                <a16:creationId xmlns:a16="http://schemas.microsoft.com/office/drawing/2014/main" id="{6B8302FC-8A8D-4B37-B046-A10A59E36962}"/>
              </a:ext>
            </a:extLst>
          </p:cNvPr>
          <p:cNvSpPr/>
          <p:nvPr/>
        </p:nvSpPr>
        <p:spPr>
          <a:xfrm>
            <a:off x="371473" y="3066338"/>
            <a:ext cx="2570665" cy="265691"/>
          </a:xfrm>
          <a:prstGeom prst="rect">
            <a:avLst/>
          </a:prstGeom>
          <a:solidFill>
            <a:schemeClr val="tx1">
              <a:lumMod val="20000"/>
              <a:lumOff val="80000"/>
            </a:schemeClr>
          </a:solidFill>
          <a:ln w="12700" cap="flat" cmpd="sng" algn="ctr">
            <a:solidFill>
              <a:schemeClr val="accent1"/>
            </a:solid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chemeClr val="tx2"/>
                </a:solidFill>
                <a:effectLst/>
                <a:uLnTx/>
                <a:uFillTx/>
                <a:ea typeface="Verdana" panose="020B0604030504040204" pitchFamily="34" charset="0"/>
                <a:cs typeface="+mn-cs"/>
              </a:rPr>
              <a:t>PORTING-PE</a:t>
            </a:r>
            <a:endParaRPr kumimoji="0" lang="en-US" sz="1200" b="1" i="0" u="none" strike="noStrike" kern="0" cap="none" spc="0" normalizeH="0" baseline="0" noProof="0" dirty="0">
              <a:ln>
                <a:noFill/>
              </a:ln>
              <a:solidFill>
                <a:schemeClr val="tx2"/>
              </a:solidFill>
              <a:effectLst/>
              <a:uLnTx/>
              <a:uFillTx/>
              <a:ea typeface="Verdana" panose="020B0604030504040204" pitchFamily="34" charset="0"/>
              <a:cs typeface="+mn-cs"/>
            </a:endParaRPr>
          </a:p>
        </p:txBody>
      </p:sp>
      <p:sp>
        <p:nvSpPr>
          <p:cNvPr id="15" name="Rectangle 14">
            <a:extLst>
              <a:ext uri="{FF2B5EF4-FFF2-40B4-BE49-F238E27FC236}">
                <a16:creationId xmlns:a16="http://schemas.microsoft.com/office/drawing/2014/main" id="{F09C3773-F8B5-4E80-8C3F-1E832CC42C9F}"/>
              </a:ext>
            </a:extLst>
          </p:cNvPr>
          <p:cNvSpPr/>
          <p:nvPr/>
        </p:nvSpPr>
        <p:spPr>
          <a:xfrm>
            <a:off x="371473" y="3413099"/>
            <a:ext cx="2570665" cy="265691"/>
          </a:xfrm>
          <a:prstGeom prst="rect">
            <a:avLst/>
          </a:prstGeom>
          <a:solidFill>
            <a:schemeClr val="tx1">
              <a:lumMod val="20000"/>
              <a:lumOff val="80000"/>
            </a:schemeClr>
          </a:solidFill>
          <a:ln w="12700" cap="flat" cmpd="sng" algn="ctr">
            <a:solidFill>
              <a:schemeClr val="accent1"/>
            </a:solid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chemeClr val="tx2"/>
                </a:solidFill>
                <a:effectLst/>
                <a:uLnTx/>
                <a:uFillTx/>
                <a:ea typeface="Verdana" panose="020B0604030504040204" pitchFamily="34" charset="0"/>
                <a:cs typeface="+mn-cs"/>
              </a:rPr>
              <a:t>PORTING-DT</a:t>
            </a:r>
            <a:endParaRPr kumimoji="0" lang="en-US" sz="1200" b="1" i="0" u="none" strike="noStrike" kern="0" cap="none" spc="0" normalizeH="0" baseline="0" noProof="0" dirty="0">
              <a:ln>
                <a:noFill/>
              </a:ln>
              <a:solidFill>
                <a:schemeClr val="tx2"/>
              </a:solidFill>
              <a:effectLst/>
              <a:uLnTx/>
              <a:uFillTx/>
              <a:ea typeface="Verdana" panose="020B0604030504040204" pitchFamily="34" charset="0"/>
              <a:cs typeface="+mn-cs"/>
            </a:endParaRPr>
          </a:p>
        </p:txBody>
      </p:sp>
      <p:sp>
        <p:nvSpPr>
          <p:cNvPr id="16" name="Rectangle 15">
            <a:extLst>
              <a:ext uri="{FF2B5EF4-FFF2-40B4-BE49-F238E27FC236}">
                <a16:creationId xmlns:a16="http://schemas.microsoft.com/office/drawing/2014/main" id="{656AECB6-3B94-431C-A13D-B799C0268FBF}"/>
              </a:ext>
            </a:extLst>
          </p:cNvPr>
          <p:cNvSpPr/>
          <p:nvPr/>
        </p:nvSpPr>
        <p:spPr>
          <a:xfrm>
            <a:off x="371473" y="3759860"/>
            <a:ext cx="2570665" cy="265691"/>
          </a:xfrm>
          <a:prstGeom prst="rect">
            <a:avLst/>
          </a:prstGeom>
          <a:solidFill>
            <a:schemeClr val="tx1">
              <a:lumMod val="20000"/>
              <a:lumOff val="80000"/>
            </a:schemeClr>
          </a:solidFill>
          <a:ln w="12700" cap="flat" cmpd="sng" algn="ctr">
            <a:solidFill>
              <a:schemeClr val="accent1"/>
            </a:solid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chemeClr val="tx2"/>
                </a:solidFill>
                <a:effectLst/>
                <a:uLnTx/>
                <a:uFillTx/>
                <a:ea typeface="Verdana" panose="020B0604030504040204" pitchFamily="34" charset="0"/>
                <a:cs typeface="+mn-cs"/>
              </a:rPr>
              <a:t>STAT-RPT-INC-SDD</a:t>
            </a:r>
            <a:endParaRPr kumimoji="0" lang="en-US" sz="1200" b="1" i="0" u="none" strike="noStrike" kern="0" cap="none" spc="0" normalizeH="0" baseline="0" noProof="0" dirty="0">
              <a:ln>
                <a:noFill/>
              </a:ln>
              <a:solidFill>
                <a:schemeClr val="tx2"/>
              </a:solidFill>
              <a:effectLst/>
              <a:uLnTx/>
              <a:uFillTx/>
              <a:ea typeface="Verdana" panose="020B0604030504040204" pitchFamily="34" charset="0"/>
              <a:cs typeface="+mn-cs"/>
            </a:endParaRPr>
          </a:p>
        </p:txBody>
      </p:sp>
      <p:sp>
        <p:nvSpPr>
          <p:cNvPr id="17" name="Rectangle 16">
            <a:extLst>
              <a:ext uri="{FF2B5EF4-FFF2-40B4-BE49-F238E27FC236}">
                <a16:creationId xmlns:a16="http://schemas.microsoft.com/office/drawing/2014/main" id="{4B7F665D-F669-434D-BBCE-7D638DE477E7}"/>
              </a:ext>
            </a:extLst>
          </p:cNvPr>
          <p:cNvSpPr/>
          <p:nvPr/>
        </p:nvSpPr>
        <p:spPr>
          <a:xfrm>
            <a:off x="371473" y="4106621"/>
            <a:ext cx="2570665" cy="265691"/>
          </a:xfrm>
          <a:prstGeom prst="rect">
            <a:avLst/>
          </a:prstGeom>
          <a:solidFill>
            <a:schemeClr val="tx1">
              <a:lumMod val="20000"/>
              <a:lumOff val="80000"/>
            </a:schemeClr>
          </a:solidFill>
          <a:ln w="12700" cap="flat" cmpd="sng" algn="ctr">
            <a:solidFill>
              <a:schemeClr val="accent1"/>
            </a:solid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chemeClr val="tx2"/>
                </a:solidFill>
                <a:effectLst/>
                <a:uLnTx/>
                <a:uFillTx/>
                <a:ea typeface="Verdana" panose="020B0604030504040204" pitchFamily="34" charset="0"/>
                <a:cs typeface="+mn-cs"/>
              </a:rPr>
              <a:t>STAT-RPT-PSD</a:t>
            </a:r>
          </a:p>
        </p:txBody>
      </p:sp>
      <p:sp>
        <p:nvSpPr>
          <p:cNvPr id="19" name="Rectangle 18">
            <a:extLst>
              <a:ext uri="{FF2B5EF4-FFF2-40B4-BE49-F238E27FC236}">
                <a16:creationId xmlns:a16="http://schemas.microsoft.com/office/drawing/2014/main" id="{47A5A6E0-62B6-482F-BE5C-934A8235379A}"/>
              </a:ext>
            </a:extLst>
          </p:cNvPr>
          <p:cNvSpPr/>
          <p:nvPr/>
        </p:nvSpPr>
        <p:spPr>
          <a:xfrm>
            <a:off x="371473" y="4800143"/>
            <a:ext cx="2570665" cy="265691"/>
          </a:xfrm>
          <a:prstGeom prst="rect">
            <a:avLst/>
          </a:prstGeom>
          <a:solidFill>
            <a:schemeClr val="tx1">
              <a:lumMod val="20000"/>
              <a:lumOff val="80000"/>
            </a:schemeClr>
          </a:solidFill>
          <a:ln w="12700" cap="flat" cmpd="sng" algn="ctr">
            <a:solidFill>
              <a:schemeClr val="accent1"/>
            </a:solid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chemeClr val="tx2"/>
                </a:solidFill>
                <a:effectLst/>
                <a:uLnTx/>
                <a:uFillTx/>
                <a:ea typeface="Verdana" panose="020B0604030504040204" pitchFamily="34" charset="0"/>
                <a:cs typeface="+mn-cs"/>
              </a:rPr>
              <a:t>ESITO-BON-ORD-BEN</a:t>
            </a:r>
          </a:p>
        </p:txBody>
      </p:sp>
      <p:sp>
        <p:nvSpPr>
          <p:cNvPr id="20" name="Rectangle 19">
            <a:extLst>
              <a:ext uri="{FF2B5EF4-FFF2-40B4-BE49-F238E27FC236}">
                <a16:creationId xmlns:a16="http://schemas.microsoft.com/office/drawing/2014/main" id="{AE7C0269-DEDC-4D04-9F7B-95E520907005}"/>
              </a:ext>
            </a:extLst>
          </p:cNvPr>
          <p:cNvSpPr/>
          <p:nvPr/>
        </p:nvSpPr>
        <p:spPr>
          <a:xfrm>
            <a:off x="371473" y="5146905"/>
            <a:ext cx="2570665" cy="265691"/>
          </a:xfrm>
          <a:prstGeom prst="rect">
            <a:avLst/>
          </a:prstGeom>
          <a:solidFill>
            <a:schemeClr val="tx1">
              <a:lumMod val="20000"/>
              <a:lumOff val="80000"/>
            </a:schemeClr>
          </a:solidFill>
          <a:ln w="12700" cap="flat" cmpd="sng" algn="ctr">
            <a:solidFill>
              <a:schemeClr val="accent1"/>
            </a:solid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chemeClr val="tx2"/>
                </a:solidFill>
                <a:effectLst/>
                <a:uLnTx/>
                <a:uFillTx/>
                <a:ea typeface="Verdana" panose="020B0604030504040204" pitchFamily="34" charset="0"/>
                <a:cs typeface="+mn-cs"/>
              </a:rPr>
              <a:t>PORTING-EP</a:t>
            </a:r>
          </a:p>
        </p:txBody>
      </p:sp>
      <p:sp>
        <p:nvSpPr>
          <p:cNvPr id="21" name="Rectangle 20">
            <a:extLst>
              <a:ext uri="{FF2B5EF4-FFF2-40B4-BE49-F238E27FC236}">
                <a16:creationId xmlns:a16="http://schemas.microsoft.com/office/drawing/2014/main" id="{0BF2E62A-2FAC-45AD-9627-EF2183B83248}"/>
              </a:ext>
            </a:extLst>
          </p:cNvPr>
          <p:cNvSpPr/>
          <p:nvPr/>
        </p:nvSpPr>
        <p:spPr>
          <a:xfrm>
            <a:off x="371473" y="5493662"/>
            <a:ext cx="2570665" cy="265691"/>
          </a:xfrm>
          <a:prstGeom prst="rect">
            <a:avLst/>
          </a:prstGeom>
          <a:solidFill>
            <a:schemeClr val="tx1">
              <a:lumMod val="20000"/>
              <a:lumOff val="80000"/>
            </a:schemeClr>
          </a:solidFill>
          <a:ln w="12700" cap="flat" cmpd="sng" algn="ctr">
            <a:solidFill>
              <a:schemeClr val="accent1"/>
            </a:solid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chemeClr val="tx2"/>
                </a:solidFill>
                <a:effectLst/>
                <a:uLnTx/>
                <a:uFillTx/>
                <a:ea typeface="Verdana" panose="020B0604030504040204" pitchFamily="34" charset="0"/>
                <a:cs typeface="+mn-cs"/>
              </a:rPr>
              <a:t>PORTING-EIM</a:t>
            </a:r>
            <a:endParaRPr kumimoji="0" lang="en-US" sz="1200" b="1" i="0" u="none" strike="noStrike" kern="0" cap="none" spc="0" normalizeH="0" baseline="0" noProof="0" dirty="0">
              <a:ln>
                <a:noFill/>
              </a:ln>
              <a:solidFill>
                <a:schemeClr val="tx2"/>
              </a:solidFill>
              <a:effectLst/>
              <a:uLnTx/>
              <a:uFillTx/>
              <a:ea typeface="Verdana" panose="020B0604030504040204" pitchFamily="34" charset="0"/>
              <a:cs typeface="+mn-cs"/>
            </a:endParaRPr>
          </a:p>
        </p:txBody>
      </p:sp>
      <p:sp>
        <p:nvSpPr>
          <p:cNvPr id="28" name="Rectangle 27">
            <a:extLst>
              <a:ext uri="{FF2B5EF4-FFF2-40B4-BE49-F238E27FC236}">
                <a16:creationId xmlns:a16="http://schemas.microsoft.com/office/drawing/2014/main" id="{CB8A9526-3701-43C4-822C-09105D72B7C7}"/>
              </a:ext>
            </a:extLst>
          </p:cNvPr>
          <p:cNvSpPr/>
          <p:nvPr/>
        </p:nvSpPr>
        <p:spPr>
          <a:xfrm>
            <a:off x="3335696" y="1332532"/>
            <a:ext cx="2570665" cy="265691"/>
          </a:xfrm>
          <a:prstGeom prst="rect">
            <a:avLst/>
          </a:prstGeom>
          <a:solidFill>
            <a:schemeClr val="tx1">
              <a:lumMod val="20000"/>
              <a:lumOff val="80000"/>
            </a:schemeClr>
          </a:solidFill>
          <a:ln w="12700" cap="flat" cmpd="sng" algn="ctr">
            <a:solidFill>
              <a:schemeClr val="accent1"/>
            </a:solid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chemeClr val="tx2"/>
                </a:solidFill>
                <a:effectLst/>
                <a:uLnTx/>
                <a:uFillTx/>
                <a:ea typeface="Verdana" panose="020B0604030504040204" pitchFamily="34" charset="0"/>
                <a:cs typeface="+mn-cs"/>
              </a:rPr>
              <a:t>PORTING-EIB</a:t>
            </a:r>
            <a:endParaRPr kumimoji="0" lang="en-US" sz="1200" b="1" i="0" u="none" strike="noStrike" kern="0" cap="none" spc="0" normalizeH="0" baseline="0" noProof="0" dirty="0">
              <a:ln>
                <a:noFill/>
              </a:ln>
              <a:solidFill>
                <a:schemeClr val="tx2"/>
              </a:solidFill>
              <a:effectLst/>
              <a:uLnTx/>
              <a:uFillTx/>
              <a:ea typeface="Verdana" panose="020B0604030504040204" pitchFamily="34" charset="0"/>
              <a:cs typeface="+mn-cs"/>
            </a:endParaRPr>
          </a:p>
        </p:txBody>
      </p:sp>
      <p:sp>
        <p:nvSpPr>
          <p:cNvPr id="31" name="Rectangle 30">
            <a:extLst>
              <a:ext uri="{FF2B5EF4-FFF2-40B4-BE49-F238E27FC236}">
                <a16:creationId xmlns:a16="http://schemas.microsoft.com/office/drawing/2014/main" id="{0EA16F8A-6DA4-4845-BC8E-CB0E6BA2FF3F}"/>
              </a:ext>
            </a:extLst>
          </p:cNvPr>
          <p:cNvSpPr/>
          <p:nvPr/>
        </p:nvSpPr>
        <p:spPr>
          <a:xfrm>
            <a:off x="3335696" y="1679293"/>
            <a:ext cx="2570665" cy="265691"/>
          </a:xfrm>
          <a:prstGeom prst="rect">
            <a:avLst/>
          </a:prstGeom>
          <a:solidFill>
            <a:schemeClr val="tx1">
              <a:lumMod val="20000"/>
              <a:lumOff val="80000"/>
            </a:schemeClr>
          </a:solidFill>
          <a:ln w="12700" cap="flat" cmpd="sng" algn="ctr">
            <a:solidFill>
              <a:schemeClr val="accent1"/>
            </a:solid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chemeClr val="tx2"/>
                </a:solidFill>
                <a:effectLst/>
                <a:uLnTx/>
                <a:uFillTx/>
                <a:ea typeface="Verdana" panose="020B0604030504040204" pitchFamily="34" charset="0"/>
                <a:cs typeface="+mn-cs"/>
              </a:rPr>
              <a:t>STAT-RPT-ANT-FATT</a:t>
            </a:r>
          </a:p>
        </p:txBody>
      </p:sp>
      <p:sp>
        <p:nvSpPr>
          <p:cNvPr id="32" name="Rectangle 31">
            <a:extLst>
              <a:ext uri="{FF2B5EF4-FFF2-40B4-BE49-F238E27FC236}">
                <a16:creationId xmlns:a16="http://schemas.microsoft.com/office/drawing/2014/main" id="{9A86FA2A-0CE5-4EC6-80EC-973295AE69E4}"/>
              </a:ext>
            </a:extLst>
          </p:cNvPr>
          <p:cNvSpPr/>
          <p:nvPr/>
        </p:nvSpPr>
        <p:spPr>
          <a:xfrm>
            <a:off x="3335696" y="2026054"/>
            <a:ext cx="2570665" cy="265691"/>
          </a:xfrm>
          <a:prstGeom prst="rect">
            <a:avLst/>
          </a:prstGeom>
          <a:solidFill>
            <a:schemeClr val="tx1">
              <a:lumMod val="20000"/>
              <a:lumOff val="80000"/>
            </a:schemeClr>
          </a:solidFill>
          <a:ln w="12700" cap="flat" cmpd="sng" algn="ctr">
            <a:solidFill>
              <a:schemeClr val="accent1"/>
            </a:solid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chemeClr val="tx2"/>
                </a:solidFill>
                <a:effectLst/>
                <a:uLnTx/>
                <a:uFillTx/>
                <a:ea typeface="Verdana" panose="020B0604030504040204" pitchFamily="34" charset="0"/>
                <a:cs typeface="+mn-cs"/>
              </a:rPr>
              <a:t>PORTING-EC</a:t>
            </a:r>
            <a:endParaRPr kumimoji="0" lang="en-US" sz="1200" b="1" i="0" u="none" strike="noStrike" kern="0" cap="none" spc="0" normalizeH="0" baseline="0" noProof="0" dirty="0">
              <a:ln>
                <a:noFill/>
              </a:ln>
              <a:solidFill>
                <a:schemeClr val="tx2"/>
              </a:solidFill>
              <a:effectLst/>
              <a:uLnTx/>
              <a:uFillTx/>
              <a:ea typeface="Verdana" panose="020B0604030504040204" pitchFamily="34" charset="0"/>
              <a:cs typeface="+mn-cs"/>
            </a:endParaRPr>
          </a:p>
        </p:txBody>
      </p:sp>
      <p:sp>
        <p:nvSpPr>
          <p:cNvPr id="33" name="Rectangle 32">
            <a:extLst>
              <a:ext uri="{FF2B5EF4-FFF2-40B4-BE49-F238E27FC236}">
                <a16:creationId xmlns:a16="http://schemas.microsoft.com/office/drawing/2014/main" id="{E74F843D-3BCF-4BFC-989E-4E784B2CC201}"/>
              </a:ext>
            </a:extLst>
          </p:cNvPr>
          <p:cNvSpPr/>
          <p:nvPr/>
        </p:nvSpPr>
        <p:spPr>
          <a:xfrm>
            <a:off x="3335696" y="2372815"/>
            <a:ext cx="2570665" cy="265691"/>
          </a:xfrm>
          <a:prstGeom prst="rect">
            <a:avLst/>
          </a:prstGeom>
          <a:solidFill>
            <a:schemeClr val="tx1">
              <a:lumMod val="20000"/>
              <a:lumOff val="80000"/>
            </a:schemeClr>
          </a:solidFill>
          <a:ln w="12700" cap="flat" cmpd="sng" algn="ctr">
            <a:solidFill>
              <a:schemeClr val="accent1"/>
            </a:solid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chemeClr val="tx2"/>
                </a:solidFill>
                <a:effectLst/>
                <a:uLnTx/>
                <a:uFillTx/>
                <a:ea typeface="Verdana" panose="020B0604030504040204" pitchFamily="34" charset="0"/>
                <a:cs typeface="+mn-cs"/>
              </a:rPr>
              <a:t>INC-SDDB</a:t>
            </a:r>
            <a:endParaRPr kumimoji="0" lang="en-US" sz="1200" b="1" i="0" u="none" strike="noStrike" kern="0" cap="none" spc="0" normalizeH="0" baseline="0" noProof="0" dirty="0">
              <a:ln>
                <a:noFill/>
              </a:ln>
              <a:solidFill>
                <a:schemeClr val="tx2"/>
              </a:solidFill>
              <a:effectLst/>
              <a:uLnTx/>
              <a:uFillTx/>
              <a:ea typeface="Verdana" panose="020B0604030504040204" pitchFamily="34" charset="0"/>
              <a:cs typeface="+mn-cs"/>
            </a:endParaRPr>
          </a:p>
        </p:txBody>
      </p:sp>
      <p:sp>
        <p:nvSpPr>
          <p:cNvPr id="34" name="Rectangle 33">
            <a:extLst>
              <a:ext uri="{FF2B5EF4-FFF2-40B4-BE49-F238E27FC236}">
                <a16:creationId xmlns:a16="http://schemas.microsoft.com/office/drawing/2014/main" id="{8266DA7A-8C2F-4241-BD53-17960594ED13}"/>
              </a:ext>
            </a:extLst>
          </p:cNvPr>
          <p:cNvSpPr/>
          <p:nvPr/>
        </p:nvSpPr>
        <p:spPr>
          <a:xfrm>
            <a:off x="3335696" y="2719577"/>
            <a:ext cx="2570665" cy="265691"/>
          </a:xfrm>
          <a:prstGeom prst="rect">
            <a:avLst/>
          </a:prstGeom>
          <a:solidFill>
            <a:schemeClr val="tx1">
              <a:lumMod val="20000"/>
              <a:lumOff val="80000"/>
            </a:schemeClr>
          </a:solidFill>
          <a:ln w="12700" cap="flat" cmpd="sng" algn="ctr">
            <a:solidFill>
              <a:schemeClr val="accent1"/>
            </a:solid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chemeClr val="tx2"/>
                </a:solidFill>
                <a:effectLst/>
                <a:uLnTx/>
                <a:uFillTx/>
                <a:ea typeface="Verdana" panose="020B0604030504040204" pitchFamily="34" charset="0"/>
                <a:cs typeface="+mn-cs"/>
              </a:rPr>
              <a:t>INC-SDDC</a:t>
            </a:r>
            <a:endParaRPr kumimoji="0" lang="en-US" sz="1200" b="1" i="0" u="none" strike="noStrike" kern="0" cap="none" spc="0" normalizeH="0" baseline="0" noProof="0" dirty="0">
              <a:ln>
                <a:noFill/>
              </a:ln>
              <a:solidFill>
                <a:schemeClr val="tx2"/>
              </a:solidFill>
              <a:effectLst/>
              <a:uLnTx/>
              <a:uFillTx/>
              <a:ea typeface="Verdana" panose="020B0604030504040204" pitchFamily="34" charset="0"/>
              <a:cs typeface="+mn-cs"/>
            </a:endParaRPr>
          </a:p>
        </p:txBody>
      </p:sp>
      <p:sp>
        <p:nvSpPr>
          <p:cNvPr id="35" name="Rectangle 34">
            <a:extLst>
              <a:ext uri="{FF2B5EF4-FFF2-40B4-BE49-F238E27FC236}">
                <a16:creationId xmlns:a16="http://schemas.microsoft.com/office/drawing/2014/main" id="{C24BCFD1-550D-4582-B304-C46227FB4B78}"/>
              </a:ext>
            </a:extLst>
          </p:cNvPr>
          <p:cNvSpPr/>
          <p:nvPr/>
        </p:nvSpPr>
        <p:spPr>
          <a:xfrm>
            <a:off x="3335696" y="3066338"/>
            <a:ext cx="2570665" cy="265691"/>
          </a:xfrm>
          <a:prstGeom prst="rect">
            <a:avLst/>
          </a:prstGeom>
          <a:solidFill>
            <a:schemeClr val="tx1">
              <a:lumMod val="20000"/>
              <a:lumOff val="80000"/>
            </a:schemeClr>
          </a:solidFill>
          <a:ln w="12700" cap="flat" cmpd="sng" algn="ctr">
            <a:solidFill>
              <a:schemeClr val="accent1"/>
            </a:solid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chemeClr val="tx2"/>
                </a:solidFill>
                <a:effectLst/>
                <a:uLnTx/>
                <a:uFillTx/>
                <a:ea typeface="Verdana" panose="020B0604030504040204" pitchFamily="34" charset="0"/>
                <a:cs typeface="+mn-cs"/>
              </a:rPr>
              <a:t>INF-TRF</a:t>
            </a:r>
            <a:endParaRPr kumimoji="0" lang="en-US" sz="1200" b="1" i="0" u="none" strike="noStrike" kern="0" cap="none" spc="0" normalizeH="0" baseline="0" noProof="0" dirty="0">
              <a:ln>
                <a:noFill/>
              </a:ln>
              <a:solidFill>
                <a:schemeClr val="tx2"/>
              </a:solidFill>
              <a:effectLst/>
              <a:uLnTx/>
              <a:uFillTx/>
              <a:ea typeface="Verdana" panose="020B0604030504040204" pitchFamily="34" charset="0"/>
              <a:cs typeface="+mn-cs"/>
            </a:endParaRPr>
          </a:p>
        </p:txBody>
      </p:sp>
      <p:sp>
        <p:nvSpPr>
          <p:cNvPr id="36" name="Rectangle 35">
            <a:extLst>
              <a:ext uri="{FF2B5EF4-FFF2-40B4-BE49-F238E27FC236}">
                <a16:creationId xmlns:a16="http://schemas.microsoft.com/office/drawing/2014/main" id="{1B9A2B5D-99B9-4AD7-9C6F-9CDA161445B5}"/>
              </a:ext>
            </a:extLst>
          </p:cNvPr>
          <p:cNvSpPr/>
          <p:nvPr/>
        </p:nvSpPr>
        <p:spPr>
          <a:xfrm>
            <a:off x="3335696" y="3413099"/>
            <a:ext cx="2570665" cy="265691"/>
          </a:xfrm>
          <a:prstGeom prst="rect">
            <a:avLst/>
          </a:prstGeom>
          <a:solidFill>
            <a:schemeClr val="tx1">
              <a:lumMod val="20000"/>
              <a:lumOff val="80000"/>
            </a:schemeClr>
          </a:solidFill>
          <a:ln w="12700" cap="flat" cmpd="sng" algn="ctr">
            <a:solidFill>
              <a:schemeClr val="accent1"/>
            </a:solid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chemeClr val="tx2"/>
                </a:solidFill>
                <a:effectLst/>
                <a:uLnTx/>
                <a:uFillTx/>
                <a:ea typeface="Verdana" panose="020B0604030504040204" pitchFamily="34" charset="0"/>
                <a:cs typeface="+mn-cs"/>
              </a:rPr>
              <a:t>STAT-RPT-DISP-PAG-EST</a:t>
            </a:r>
            <a:endParaRPr kumimoji="0" lang="en-US" sz="1200" b="1" i="0" u="none" strike="noStrike" kern="0" cap="none" spc="0" normalizeH="0" baseline="0" noProof="0" dirty="0">
              <a:ln>
                <a:noFill/>
              </a:ln>
              <a:solidFill>
                <a:schemeClr val="tx2"/>
              </a:solidFill>
              <a:effectLst/>
              <a:uLnTx/>
              <a:uFillTx/>
              <a:ea typeface="Verdana" panose="020B0604030504040204" pitchFamily="34" charset="0"/>
              <a:cs typeface="+mn-cs"/>
            </a:endParaRPr>
          </a:p>
        </p:txBody>
      </p:sp>
      <p:sp>
        <p:nvSpPr>
          <p:cNvPr id="37" name="Rectangle 36">
            <a:extLst>
              <a:ext uri="{FF2B5EF4-FFF2-40B4-BE49-F238E27FC236}">
                <a16:creationId xmlns:a16="http://schemas.microsoft.com/office/drawing/2014/main" id="{59DEE937-DC1D-479B-8A9B-6366E33E2AF8}"/>
              </a:ext>
            </a:extLst>
          </p:cNvPr>
          <p:cNvSpPr/>
          <p:nvPr/>
        </p:nvSpPr>
        <p:spPr>
          <a:xfrm>
            <a:off x="3335696" y="3759860"/>
            <a:ext cx="2570665" cy="265691"/>
          </a:xfrm>
          <a:prstGeom prst="rect">
            <a:avLst/>
          </a:prstGeom>
          <a:solidFill>
            <a:schemeClr val="tx1">
              <a:lumMod val="20000"/>
              <a:lumOff val="80000"/>
            </a:schemeClr>
          </a:solidFill>
          <a:ln w="12700" cap="flat" cmpd="sng" algn="ctr">
            <a:solidFill>
              <a:schemeClr val="accent1"/>
            </a:solid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chemeClr val="tx2"/>
                </a:solidFill>
                <a:effectLst/>
                <a:uLnTx/>
                <a:uFillTx/>
                <a:ea typeface="Verdana" panose="020B0604030504040204" pitchFamily="34" charset="0"/>
                <a:cs typeface="+mn-cs"/>
              </a:rPr>
              <a:t>STAT-RPT-DISP-PAG</a:t>
            </a:r>
            <a:endParaRPr kumimoji="0" lang="en-US" sz="1200" b="1" i="0" u="none" strike="noStrike" kern="0" cap="none" spc="0" normalizeH="0" baseline="0" noProof="0" dirty="0">
              <a:ln>
                <a:noFill/>
              </a:ln>
              <a:solidFill>
                <a:schemeClr val="tx2"/>
              </a:solidFill>
              <a:effectLst/>
              <a:uLnTx/>
              <a:uFillTx/>
              <a:ea typeface="Verdana" panose="020B0604030504040204" pitchFamily="34" charset="0"/>
              <a:cs typeface="+mn-cs"/>
            </a:endParaRPr>
          </a:p>
        </p:txBody>
      </p:sp>
      <p:sp>
        <p:nvSpPr>
          <p:cNvPr id="38" name="Rectangle 37">
            <a:extLst>
              <a:ext uri="{FF2B5EF4-FFF2-40B4-BE49-F238E27FC236}">
                <a16:creationId xmlns:a16="http://schemas.microsoft.com/office/drawing/2014/main" id="{0D8746A8-CECC-48F6-BCDF-73F11B7865B6}"/>
              </a:ext>
            </a:extLst>
          </p:cNvPr>
          <p:cNvSpPr/>
          <p:nvPr/>
        </p:nvSpPr>
        <p:spPr>
          <a:xfrm>
            <a:off x="3335696" y="4106621"/>
            <a:ext cx="2570665" cy="265691"/>
          </a:xfrm>
          <a:prstGeom prst="rect">
            <a:avLst/>
          </a:prstGeom>
          <a:solidFill>
            <a:schemeClr val="tx1">
              <a:lumMod val="20000"/>
              <a:lumOff val="80000"/>
            </a:schemeClr>
          </a:solidFill>
          <a:ln w="12700" cap="flat" cmpd="sng" algn="ctr">
            <a:solidFill>
              <a:schemeClr val="accent1"/>
            </a:solid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chemeClr val="tx2"/>
                </a:solidFill>
                <a:effectLst/>
                <a:uLnTx/>
                <a:uFillTx/>
                <a:ea typeface="Verdana" panose="020B0604030504040204" pitchFamily="34" charset="0"/>
                <a:cs typeface="+mn-cs"/>
              </a:rPr>
              <a:t>REMUNERATION-SEDAD</a:t>
            </a:r>
          </a:p>
        </p:txBody>
      </p:sp>
      <p:sp>
        <p:nvSpPr>
          <p:cNvPr id="40" name="Rectangle 39">
            <a:extLst>
              <a:ext uri="{FF2B5EF4-FFF2-40B4-BE49-F238E27FC236}">
                <a16:creationId xmlns:a16="http://schemas.microsoft.com/office/drawing/2014/main" id="{502C779C-13F1-4080-A032-854F3E8FDB8B}"/>
              </a:ext>
            </a:extLst>
          </p:cNvPr>
          <p:cNvSpPr/>
          <p:nvPr/>
        </p:nvSpPr>
        <p:spPr>
          <a:xfrm>
            <a:off x="3335696" y="4800143"/>
            <a:ext cx="2570665" cy="265691"/>
          </a:xfrm>
          <a:prstGeom prst="rect">
            <a:avLst/>
          </a:prstGeom>
          <a:solidFill>
            <a:schemeClr val="tx1">
              <a:lumMod val="20000"/>
              <a:lumOff val="80000"/>
            </a:schemeClr>
          </a:solidFill>
          <a:ln w="12700" cap="flat" cmpd="sng" algn="ctr">
            <a:solidFill>
              <a:schemeClr val="accent1"/>
            </a:solid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chemeClr val="tx2"/>
                </a:solidFill>
                <a:effectLst/>
                <a:uLnTx/>
                <a:uFillTx/>
                <a:ea typeface="Verdana" panose="020B0604030504040204" pitchFamily="34" charset="0"/>
                <a:cs typeface="+mn-cs"/>
              </a:rPr>
              <a:t>DISP-PAG-EST</a:t>
            </a:r>
            <a:endParaRPr kumimoji="0" lang="en-US" sz="1200" b="1" i="0" u="none" strike="noStrike" kern="0" cap="none" spc="0" normalizeH="0" baseline="0" noProof="0" dirty="0">
              <a:ln>
                <a:noFill/>
              </a:ln>
              <a:solidFill>
                <a:schemeClr val="tx2"/>
              </a:solidFill>
              <a:effectLst/>
              <a:uLnTx/>
              <a:uFillTx/>
              <a:ea typeface="Verdana" panose="020B0604030504040204" pitchFamily="34" charset="0"/>
              <a:cs typeface="+mn-cs"/>
            </a:endParaRPr>
          </a:p>
        </p:txBody>
      </p:sp>
      <p:sp>
        <p:nvSpPr>
          <p:cNvPr id="41" name="Rectangle 40">
            <a:extLst>
              <a:ext uri="{FF2B5EF4-FFF2-40B4-BE49-F238E27FC236}">
                <a16:creationId xmlns:a16="http://schemas.microsoft.com/office/drawing/2014/main" id="{405042A1-D8E5-4041-BC60-9B25E9634B0E}"/>
              </a:ext>
            </a:extLst>
          </p:cNvPr>
          <p:cNvSpPr/>
          <p:nvPr/>
        </p:nvSpPr>
        <p:spPr>
          <a:xfrm>
            <a:off x="3335696" y="5146905"/>
            <a:ext cx="2570665" cy="265691"/>
          </a:xfrm>
          <a:prstGeom prst="rect">
            <a:avLst/>
          </a:prstGeom>
          <a:solidFill>
            <a:schemeClr val="tx1">
              <a:lumMod val="20000"/>
              <a:lumOff val="80000"/>
            </a:schemeClr>
          </a:solidFill>
          <a:ln w="12700" cap="flat" cmpd="sng" algn="ctr">
            <a:solidFill>
              <a:schemeClr val="accent1"/>
            </a:solid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chemeClr val="tx2"/>
                </a:solidFill>
                <a:effectLst/>
                <a:uLnTx/>
                <a:uFillTx/>
                <a:ea typeface="Verdana" panose="020B0604030504040204" pitchFamily="34" charset="0"/>
                <a:cs typeface="+mn-cs"/>
              </a:rPr>
              <a:t>DISP-PAG-ITA</a:t>
            </a:r>
            <a:endParaRPr kumimoji="0" lang="en-US" sz="1200" b="1" i="0" u="none" strike="noStrike" kern="0" cap="none" spc="0" normalizeH="0" baseline="0" noProof="0" dirty="0">
              <a:ln>
                <a:noFill/>
              </a:ln>
              <a:solidFill>
                <a:schemeClr val="tx2"/>
              </a:solidFill>
              <a:effectLst/>
              <a:uLnTx/>
              <a:uFillTx/>
              <a:ea typeface="Verdana" panose="020B0604030504040204" pitchFamily="34" charset="0"/>
              <a:cs typeface="+mn-cs"/>
            </a:endParaRPr>
          </a:p>
        </p:txBody>
      </p:sp>
      <p:sp>
        <p:nvSpPr>
          <p:cNvPr id="42" name="Rectangle 41">
            <a:extLst>
              <a:ext uri="{FF2B5EF4-FFF2-40B4-BE49-F238E27FC236}">
                <a16:creationId xmlns:a16="http://schemas.microsoft.com/office/drawing/2014/main" id="{2AC53F7A-8005-4F80-B952-24BEA3EFB224}"/>
              </a:ext>
            </a:extLst>
          </p:cNvPr>
          <p:cNvSpPr/>
          <p:nvPr/>
        </p:nvSpPr>
        <p:spPr>
          <a:xfrm>
            <a:off x="3335696" y="5493662"/>
            <a:ext cx="2570665" cy="265691"/>
          </a:xfrm>
          <a:prstGeom prst="rect">
            <a:avLst/>
          </a:prstGeom>
          <a:solidFill>
            <a:schemeClr val="tx1">
              <a:lumMod val="20000"/>
              <a:lumOff val="80000"/>
            </a:schemeClr>
          </a:solidFill>
          <a:ln w="12700" cap="flat" cmpd="sng" algn="ctr">
            <a:solidFill>
              <a:schemeClr val="accent1"/>
            </a:solid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chemeClr val="tx2"/>
                </a:solidFill>
                <a:effectLst/>
                <a:uLnTx/>
                <a:uFillTx/>
                <a:ea typeface="Verdana" panose="020B0604030504040204" pitchFamily="34" charset="0"/>
                <a:cs typeface="+mn-cs"/>
              </a:rPr>
              <a:t>DISP-PAG-SEPA</a:t>
            </a:r>
          </a:p>
        </p:txBody>
      </p:sp>
      <p:sp>
        <p:nvSpPr>
          <p:cNvPr id="45" name="Rectangle 44">
            <a:extLst>
              <a:ext uri="{FF2B5EF4-FFF2-40B4-BE49-F238E27FC236}">
                <a16:creationId xmlns:a16="http://schemas.microsoft.com/office/drawing/2014/main" id="{B1F01CA6-8892-40DA-829F-BF79E1D8EA75}"/>
              </a:ext>
            </a:extLst>
          </p:cNvPr>
          <p:cNvSpPr/>
          <p:nvPr/>
        </p:nvSpPr>
        <p:spPr>
          <a:xfrm>
            <a:off x="6299920" y="1332532"/>
            <a:ext cx="2570665" cy="265691"/>
          </a:xfrm>
          <a:prstGeom prst="rect">
            <a:avLst/>
          </a:prstGeom>
          <a:solidFill>
            <a:schemeClr val="tx1">
              <a:lumMod val="20000"/>
              <a:lumOff val="80000"/>
            </a:schemeClr>
          </a:solidFill>
          <a:ln w="12700" cap="flat" cmpd="sng" algn="ctr">
            <a:solidFill>
              <a:schemeClr val="accent1"/>
            </a:solid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chemeClr val="tx2"/>
                </a:solidFill>
                <a:effectLst/>
                <a:uLnTx/>
                <a:uFillTx/>
                <a:ea typeface="Verdana" panose="020B0604030504040204" pitchFamily="34" charset="0"/>
                <a:cs typeface="+mn-cs"/>
              </a:rPr>
              <a:t>INC-SEDAC</a:t>
            </a:r>
            <a:endParaRPr kumimoji="0" lang="en-US" sz="1200" b="1" i="0" u="none" strike="noStrike" kern="0" cap="none" spc="0" normalizeH="0" baseline="0" noProof="0" dirty="0">
              <a:ln>
                <a:noFill/>
              </a:ln>
              <a:solidFill>
                <a:schemeClr val="tx2"/>
              </a:solidFill>
              <a:effectLst/>
              <a:uLnTx/>
              <a:uFillTx/>
              <a:ea typeface="Verdana" panose="020B0604030504040204" pitchFamily="34" charset="0"/>
              <a:cs typeface="+mn-cs"/>
            </a:endParaRPr>
          </a:p>
        </p:txBody>
      </p:sp>
      <p:sp>
        <p:nvSpPr>
          <p:cNvPr id="46" name="Rectangle 45">
            <a:extLst>
              <a:ext uri="{FF2B5EF4-FFF2-40B4-BE49-F238E27FC236}">
                <a16:creationId xmlns:a16="http://schemas.microsoft.com/office/drawing/2014/main" id="{5315F6BF-27B4-4D3E-A25B-2691489313B8}"/>
              </a:ext>
            </a:extLst>
          </p:cNvPr>
          <p:cNvSpPr/>
          <p:nvPr/>
        </p:nvSpPr>
        <p:spPr>
          <a:xfrm>
            <a:off x="6299920" y="1679293"/>
            <a:ext cx="2570665" cy="265691"/>
          </a:xfrm>
          <a:prstGeom prst="rect">
            <a:avLst/>
          </a:prstGeom>
          <a:solidFill>
            <a:schemeClr val="tx1">
              <a:lumMod val="20000"/>
              <a:lumOff val="80000"/>
            </a:schemeClr>
          </a:solidFill>
          <a:ln w="12700" cap="flat" cmpd="sng" algn="ctr">
            <a:solidFill>
              <a:schemeClr val="accent1"/>
            </a:solid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chemeClr val="tx2"/>
                </a:solidFill>
                <a:effectLst/>
                <a:uLnTx/>
                <a:uFillTx/>
                <a:ea typeface="Verdana" panose="020B0604030504040204" pitchFamily="34" charset="0"/>
                <a:cs typeface="+mn-cs"/>
              </a:rPr>
              <a:t>INC-SEDAD</a:t>
            </a:r>
            <a:endParaRPr kumimoji="0" lang="en-US" sz="1200" b="1" i="0" u="none" strike="noStrike" kern="0" cap="none" spc="0" normalizeH="0" baseline="0" noProof="0" dirty="0">
              <a:ln>
                <a:noFill/>
              </a:ln>
              <a:solidFill>
                <a:schemeClr val="tx2"/>
              </a:solidFill>
              <a:effectLst/>
              <a:uLnTx/>
              <a:uFillTx/>
              <a:ea typeface="Verdana" panose="020B0604030504040204" pitchFamily="34" charset="0"/>
              <a:cs typeface="+mn-cs"/>
            </a:endParaRPr>
          </a:p>
        </p:txBody>
      </p:sp>
      <p:sp>
        <p:nvSpPr>
          <p:cNvPr id="47" name="Rectangle 46">
            <a:extLst>
              <a:ext uri="{FF2B5EF4-FFF2-40B4-BE49-F238E27FC236}">
                <a16:creationId xmlns:a16="http://schemas.microsoft.com/office/drawing/2014/main" id="{BA80F0CF-6EDE-4AC5-8CF7-3632403587C9}"/>
              </a:ext>
            </a:extLst>
          </p:cNvPr>
          <p:cNvSpPr/>
          <p:nvPr/>
        </p:nvSpPr>
        <p:spPr>
          <a:xfrm>
            <a:off x="6299920" y="2026054"/>
            <a:ext cx="2570665" cy="265691"/>
          </a:xfrm>
          <a:prstGeom prst="rect">
            <a:avLst/>
          </a:prstGeom>
          <a:solidFill>
            <a:schemeClr val="tx1">
              <a:lumMod val="20000"/>
              <a:lumOff val="80000"/>
            </a:schemeClr>
          </a:solidFill>
          <a:ln w="12700" cap="flat" cmpd="sng" algn="ctr">
            <a:solidFill>
              <a:schemeClr val="accent1"/>
            </a:solid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chemeClr val="tx2"/>
                </a:solidFill>
                <a:effectLst/>
                <a:uLnTx/>
                <a:uFillTx/>
                <a:ea typeface="Verdana" panose="020B0604030504040204" pitchFamily="34" charset="0"/>
                <a:cs typeface="+mn-cs"/>
              </a:rPr>
              <a:t>DISP-PAG-FAST</a:t>
            </a:r>
            <a:endParaRPr kumimoji="0" lang="en-US" sz="1200" b="1" i="0" u="none" strike="noStrike" kern="0" cap="none" spc="0" normalizeH="0" baseline="0" noProof="0" dirty="0">
              <a:ln>
                <a:noFill/>
              </a:ln>
              <a:solidFill>
                <a:schemeClr val="tx2"/>
              </a:solidFill>
              <a:effectLst/>
              <a:uLnTx/>
              <a:uFillTx/>
              <a:ea typeface="Verdana" panose="020B0604030504040204" pitchFamily="34" charset="0"/>
              <a:cs typeface="+mn-cs"/>
            </a:endParaRPr>
          </a:p>
        </p:txBody>
      </p:sp>
      <p:sp>
        <p:nvSpPr>
          <p:cNvPr id="48" name="Rectangle 47">
            <a:extLst>
              <a:ext uri="{FF2B5EF4-FFF2-40B4-BE49-F238E27FC236}">
                <a16:creationId xmlns:a16="http://schemas.microsoft.com/office/drawing/2014/main" id="{237E034B-8CE1-4361-993B-36BB76F34608}"/>
              </a:ext>
            </a:extLst>
          </p:cNvPr>
          <p:cNvSpPr/>
          <p:nvPr/>
        </p:nvSpPr>
        <p:spPr>
          <a:xfrm>
            <a:off x="6299920" y="2372815"/>
            <a:ext cx="2570665" cy="265691"/>
          </a:xfrm>
          <a:prstGeom prst="rect">
            <a:avLst/>
          </a:prstGeom>
          <a:solidFill>
            <a:schemeClr val="tx1">
              <a:lumMod val="20000"/>
              <a:lumOff val="80000"/>
            </a:schemeClr>
          </a:solidFill>
          <a:ln w="12700" cap="flat" cmpd="sng" algn="ctr">
            <a:solidFill>
              <a:schemeClr val="accent1"/>
            </a:solid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chemeClr val="tx2"/>
                </a:solidFill>
                <a:effectLst/>
                <a:uLnTx/>
                <a:uFillTx/>
                <a:ea typeface="Verdana" panose="020B0604030504040204" pitchFamily="34" charset="0"/>
                <a:cs typeface="+mn-cs"/>
              </a:rPr>
              <a:t>DISP-PAG-URGP</a:t>
            </a:r>
            <a:endParaRPr kumimoji="0" lang="en-US" sz="1200" b="1" i="0" u="none" strike="noStrike" kern="0" cap="none" spc="0" normalizeH="0" baseline="0" noProof="0" dirty="0">
              <a:ln>
                <a:noFill/>
              </a:ln>
              <a:solidFill>
                <a:schemeClr val="tx2"/>
              </a:solidFill>
              <a:effectLst/>
              <a:uLnTx/>
              <a:uFillTx/>
              <a:ea typeface="Verdana" panose="020B0604030504040204" pitchFamily="34" charset="0"/>
              <a:cs typeface="+mn-cs"/>
            </a:endParaRPr>
          </a:p>
        </p:txBody>
      </p:sp>
      <p:sp>
        <p:nvSpPr>
          <p:cNvPr id="49" name="Rectangle 48">
            <a:extLst>
              <a:ext uri="{FF2B5EF4-FFF2-40B4-BE49-F238E27FC236}">
                <a16:creationId xmlns:a16="http://schemas.microsoft.com/office/drawing/2014/main" id="{74B24D31-3A31-42A0-A96B-1F8EE07597C7}"/>
              </a:ext>
            </a:extLst>
          </p:cNvPr>
          <p:cNvSpPr/>
          <p:nvPr/>
        </p:nvSpPr>
        <p:spPr>
          <a:xfrm>
            <a:off x="6299920" y="2719577"/>
            <a:ext cx="2570665" cy="265691"/>
          </a:xfrm>
          <a:prstGeom prst="rect">
            <a:avLst/>
          </a:prstGeom>
          <a:solidFill>
            <a:schemeClr val="tx1">
              <a:lumMod val="20000"/>
              <a:lumOff val="80000"/>
            </a:schemeClr>
          </a:solidFill>
          <a:ln w="12700" cap="flat" cmpd="sng" algn="ctr">
            <a:solidFill>
              <a:schemeClr val="accent1"/>
            </a:solid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chemeClr val="tx2"/>
                </a:solidFill>
                <a:effectLst/>
                <a:uLnTx/>
                <a:uFillTx/>
                <a:ea typeface="Verdana" panose="020B0604030504040204" pitchFamily="34" charset="0"/>
                <a:cs typeface="+mn-cs"/>
              </a:rPr>
              <a:t>REMUNERATION-SEDAC</a:t>
            </a:r>
          </a:p>
        </p:txBody>
      </p:sp>
      <p:sp>
        <p:nvSpPr>
          <p:cNvPr id="50" name="Rectangle 49">
            <a:extLst>
              <a:ext uri="{FF2B5EF4-FFF2-40B4-BE49-F238E27FC236}">
                <a16:creationId xmlns:a16="http://schemas.microsoft.com/office/drawing/2014/main" id="{F6D09D17-88AE-4387-8EF7-745CEA768C4D}"/>
              </a:ext>
            </a:extLst>
          </p:cNvPr>
          <p:cNvSpPr/>
          <p:nvPr/>
        </p:nvSpPr>
        <p:spPr>
          <a:xfrm>
            <a:off x="6299920" y="3066338"/>
            <a:ext cx="2570665" cy="265691"/>
          </a:xfrm>
          <a:prstGeom prst="rect">
            <a:avLst/>
          </a:prstGeom>
          <a:solidFill>
            <a:schemeClr val="tx1">
              <a:lumMod val="20000"/>
              <a:lumOff val="80000"/>
            </a:schemeClr>
          </a:solidFill>
          <a:ln w="12700" cap="flat" cmpd="sng" algn="ctr">
            <a:solidFill>
              <a:schemeClr val="accent1"/>
            </a:solid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chemeClr val="tx2"/>
                </a:solidFill>
                <a:effectLst/>
                <a:uLnTx/>
                <a:uFillTx/>
                <a:ea typeface="Verdana" panose="020B0604030504040204" pitchFamily="34" charset="0"/>
                <a:cs typeface="+mn-cs"/>
              </a:rPr>
              <a:t>INV-E2E-DOC-NON-STRUTT</a:t>
            </a:r>
            <a:endParaRPr kumimoji="0" lang="en-US" sz="1200" b="1" i="0" u="none" strike="noStrike" kern="0" cap="none" spc="0" normalizeH="0" baseline="0" noProof="0" dirty="0">
              <a:ln>
                <a:noFill/>
              </a:ln>
              <a:solidFill>
                <a:schemeClr val="tx2"/>
              </a:solidFill>
              <a:effectLst/>
              <a:uLnTx/>
              <a:uFillTx/>
              <a:ea typeface="Verdana" panose="020B0604030504040204" pitchFamily="34" charset="0"/>
              <a:cs typeface="+mn-cs"/>
            </a:endParaRPr>
          </a:p>
        </p:txBody>
      </p:sp>
      <p:sp>
        <p:nvSpPr>
          <p:cNvPr id="51" name="Rectangle 50">
            <a:extLst>
              <a:ext uri="{FF2B5EF4-FFF2-40B4-BE49-F238E27FC236}">
                <a16:creationId xmlns:a16="http://schemas.microsoft.com/office/drawing/2014/main" id="{342B313B-6D54-4484-87A5-48B9D6C2D6C2}"/>
              </a:ext>
            </a:extLst>
          </p:cNvPr>
          <p:cNvSpPr/>
          <p:nvPr/>
        </p:nvSpPr>
        <p:spPr>
          <a:xfrm>
            <a:off x="6299920" y="3413099"/>
            <a:ext cx="2570665" cy="265691"/>
          </a:xfrm>
          <a:prstGeom prst="rect">
            <a:avLst/>
          </a:prstGeom>
          <a:solidFill>
            <a:schemeClr val="tx1">
              <a:lumMod val="20000"/>
              <a:lumOff val="80000"/>
            </a:schemeClr>
          </a:solidFill>
          <a:ln w="12700" cap="flat" cmpd="sng" algn="ctr">
            <a:solidFill>
              <a:schemeClr val="accent1"/>
            </a:solid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chemeClr val="tx2"/>
                </a:solidFill>
                <a:effectLst/>
                <a:uLnTx/>
                <a:uFillTx/>
                <a:ea typeface="Verdana" panose="020B0604030504040204" pitchFamily="34" charset="0"/>
                <a:cs typeface="+mn-cs"/>
              </a:rPr>
              <a:t>INV-E2E-FATT</a:t>
            </a:r>
          </a:p>
        </p:txBody>
      </p:sp>
      <p:sp>
        <p:nvSpPr>
          <p:cNvPr id="52" name="Rectangle 51">
            <a:extLst>
              <a:ext uri="{FF2B5EF4-FFF2-40B4-BE49-F238E27FC236}">
                <a16:creationId xmlns:a16="http://schemas.microsoft.com/office/drawing/2014/main" id="{9630B6FA-1F18-4A3B-8A42-F5DAAF5DD621}"/>
              </a:ext>
            </a:extLst>
          </p:cNvPr>
          <p:cNvSpPr/>
          <p:nvPr/>
        </p:nvSpPr>
        <p:spPr>
          <a:xfrm>
            <a:off x="6299920" y="3759860"/>
            <a:ext cx="2570665" cy="265691"/>
          </a:xfrm>
          <a:prstGeom prst="rect">
            <a:avLst/>
          </a:prstGeom>
          <a:solidFill>
            <a:schemeClr val="tx1">
              <a:lumMod val="20000"/>
              <a:lumOff val="80000"/>
            </a:schemeClr>
          </a:solidFill>
          <a:ln w="12700" cap="flat" cmpd="sng" algn="ctr">
            <a:solidFill>
              <a:schemeClr val="accent1"/>
            </a:solid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chemeClr val="tx2"/>
                </a:solidFill>
                <a:effectLst/>
                <a:uLnTx/>
                <a:uFillTx/>
                <a:ea typeface="Verdana" panose="020B0604030504040204" pitchFamily="34" charset="0"/>
                <a:cs typeface="+mn-cs"/>
              </a:rPr>
              <a:t>PORTING-IM</a:t>
            </a:r>
            <a:endParaRPr kumimoji="0" lang="en-US" sz="1200" b="1" i="0" u="none" strike="noStrike" kern="0" cap="none" spc="0" normalizeH="0" baseline="0" noProof="0" dirty="0">
              <a:ln>
                <a:noFill/>
              </a:ln>
              <a:solidFill>
                <a:schemeClr val="tx2"/>
              </a:solidFill>
              <a:effectLst/>
              <a:uLnTx/>
              <a:uFillTx/>
              <a:ea typeface="Verdana" panose="020B0604030504040204" pitchFamily="34" charset="0"/>
              <a:cs typeface="+mn-cs"/>
            </a:endParaRPr>
          </a:p>
        </p:txBody>
      </p:sp>
      <p:sp>
        <p:nvSpPr>
          <p:cNvPr id="53" name="Rectangle 52">
            <a:extLst>
              <a:ext uri="{FF2B5EF4-FFF2-40B4-BE49-F238E27FC236}">
                <a16:creationId xmlns:a16="http://schemas.microsoft.com/office/drawing/2014/main" id="{60DB7645-9FAE-4E59-AF89-D6FA49F41359}"/>
              </a:ext>
            </a:extLst>
          </p:cNvPr>
          <p:cNvSpPr/>
          <p:nvPr/>
        </p:nvSpPr>
        <p:spPr>
          <a:xfrm>
            <a:off x="6299920" y="4106621"/>
            <a:ext cx="2570665" cy="265691"/>
          </a:xfrm>
          <a:prstGeom prst="rect">
            <a:avLst/>
          </a:prstGeom>
          <a:solidFill>
            <a:schemeClr val="tx1">
              <a:lumMod val="20000"/>
              <a:lumOff val="80000"/>
            </a:schemeClr>
          </a:solidFill>
          <a:ln w="12700" cap="flat" cmpd="sng" algn="ctr">
            <a:solidFill>
              <a:schemeClr val="accent1"/>
            </a:solid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chemeClr val="tx2"/>
                </a:solidFill>
                <a:effectLst/>
                <a:uLnTx/>
                <a:uFillTx/>
                <a:ea typeface="Verdana" panose="020B0604030504040204" pitchFamily="34" charset="0"/>
                <a:cs typeface="+mn-cs"/>
              </a:rPr>
              <a:t>PORTING-AB</a:t>
            </a:r>
            <a:endParaRPr kumimoji="0" lang="en-US" sz="1200" b="1" i="0" u="none" strike="noStrike" kern="0" cap="none" spc="0" normalizeH="0" baseline="0" noProof="0" dirty="0">
              <a:ln>
                <a:noFill/>
              </a:ln>
              <a:solidFill>
                <a:schemeClr val="tx2"/>
              </a:solidFill>
              <a:effectLst/>
              <a:uLnTx/>
              <a:uFillTx/>
              <a:ea typeface="Verdana" panose="020B0604030504040204" pitchFamily="34" charset="0"/>
              <a:cs typeface="+mn-cs"/>
            </a:endParaRPr>
          </a:p>
        </p:txBody>
      </p:sp>
      <p:sp>
        <p:nvSpPr>
          <p:cNvPr id="54" name="Rectangle 53">
            <a:extLst>
              <a:ext uri="{FF2B5EF4-FFF2-40B4-BE49-F238E27FC236}">
                <a16:creationId xmlns:a16="http://schemas.microsoft.com/office/drawing/2014/main" id="{7DBA7469-28A1-4BFD-A6AC-E3B6A6DCDA6A}"/>
              </a:ext>
            </a:extLst>
          </p:cNvPr>
          <p:cNvSpPr/>
          <p:nvPr/>
        </p:nvSpPr>
        <p:spPr>
          <a:xfrm>
            <a:off x="6299920" y="4453382"/>
            <a:ext cx="2570665" cy="265691"/>
          </a:xfrm>
          <a:prstGeom prst="rect">
            <a:avLst/>
          </a:prstGeom>
          <a:solidFill>
            <a:schemeClr val="tx1">
              <a:lumMod val="20000"/>
              <a:lumOff val="80000"/>
            </a:schemeClr>
          </a:solidFill>
          <a:ln w="12700" cap="flat" cmpd="sng" algn="ctr">
            <a:solidFill>
              <a:schemeClr val="accent1"/>
            </a:solid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chemeClr val="tx2"/>
                </a:solidFill>
                <a:effectLst/>
                <a:uLnTx/>
                <a:uFillTx/>
                <a:ea typeface="Verdana" panose="020B0604030504040204" pitchFamily="34" charset="0"/>
                <a:cs typeface="+mn-cs"/>
              </a:rPr>
              <a:t>PORTING-F4</a:t>
            </a:r>
            <a:endParaRPr kumimoji="0" lang="en-US" sz="1200" b="1" i="0" u="none" strike="noStrike" kern="0" cap="none" spc="0" normalizeH="0" baseline="0" noProof="0" dirty="0">
              <a:ln>
                <a:noFill/>
              </a:ln>
              <a:solidFill>
                <a:schemeClr val="tx2"/>
              </a:solidFill>
              <a:effectLst/>
              <a:uLnTx/>
              <a:uFillTx/>
              <a:ea typeface="Verdana" panose="020B0604030504040204" pitchFamily="34" charset="0"/>
              <a:cs typeface="+mn-cs"/>
            </a:endParaRPr>
          </a:p>
        </p:txBody>
      </p:sp>
      <p:sp>
        <p:nvSpPr>
          <p:cNvPr id="55" name="Rectangle 54">
            <a:extLst>
              <a:ext uri="{FF2B5EF4-FFF2-40B4-BE49-F238E27FC236}">
                <a16:creationId xmlns:a16="http://schemas.microsoft.com/office/drawing/2014/main" id="{90C5A7F0-BA26-416D-9588-696DA99C3B78}"/>
              </a:ext>
            </a:extLst>
          </p:cNvPr>
          <p:cNvSpPr/>
          <p:nvPr/>
        </p:nvSpPr>
        <p:spPr>
          <a:xfrm>
            <a:off x="6299920" y="4800143"/>
            <a:ext cx="2570665" cy="265691"/>
          </a:xfrm>
          <a:prstGeom prst="rect">
            <a:avLst/>
          </a:prstGeom>
          <a:solidFill>
            <a:schemeClr val="tx1">
              <a:lumMod val="20000"/>
              <a:lumOff val="80000"/>
            </a:schemeClr>
          </a:solidFill>
          <a:ln w="12700" cap="flat" cmpd="sng" algn="ctr">
            <a:solidFill>
              <a:schemeClr val="accent1"/>
            </a:solid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chemeClr val="tx2"/>
                </a:solidFill>
                <a:effectLst/>
                <a:uLnTx/>
                <a:uFillTx/>
                <a:ea typeface="Verdana" panose="020B0604030504040204" pitchFamily="34" charset="0"/>
                <a:cs typeface="+mn-cs"/>
              </a:rPr>
              <a:t>PORTING-AP</a:t>
            </a:r>
            <a:endParaRPr kumimoji="0" lang="en-US" sz="1200" b="1" i="0" u="none" strike="noStrike" kern="0" cap="none" spc="0" normalizeH="0" baseline="0" noProof="0" dirty="0">
              <a:ln>
                <a:noFill/>
              </a:ln>
              <a:solidFill>
                <a:schemeClr val="tx2"/>
              </a:solidFill>
              <a:effectLst/>
              <a:uLnTx/>
              <a:uFillTx/>
              <a:ea typeface="Verdana" panose="020B0604030504040204" pitchFamily="34" charset="0"/>
              <a:cs typeface="+mn-cs"/>
            </a:endParaRPr>
          </a:p>
        </p:txBody>
      </p:sp>
      <p:sp>
        <p:nvSpPr>
          <p:cNvPr id="56" name="Rectangle 55">
            <a:extLst>
              <a:ext uri="{FF2B5EF4-FFF2-40B4-BE49-F238E27FC236}">
                <a16:creationId xmlns:a16="http://schemas.microsoft.com/office/drawing/2014/main" id="{9A18F60C-F372-4588-BAFC-6EC9776F34D2}"/>
              </a:ext>
            </a:extLst>
          </p:cNvPr>
          <p:cNvSpPr/>
          <p:nvPr/>
        </p:nvSpPr>
        <p:spPr>
          <a:xfrm>
            <a:off x="6299920" y="5146905"/>
            <a:ext cx="2570665" cy="265691"/>
          </a:xfrm>
          <a:prstGeom prst="rect">
            <a:avLst/>
          </a:prstGeom>
          <a:solidFill>
            <a:schemeClr val="tx1">
              <a:lumMod val="20000"/>
              <a:lumOff val="80000"/>
            </a:schemeClr>
          </a:solidFill>
          <a:ln w="12700" cap="flat" cmpd="sng" algn="ctr">
            <a:solidFill>
              <a:schemeClr val="accent1"/>
            </a:solid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chemeClr val="tx2"/>
                </a:solidFill>
                <a:effectLst/>
                <a:uLnTx/>
                <a:uFillTx/>
                <a:ea typeface="Verdana" panose="020B0604030504040204" pitchFamily="34" charset="0"/>
                <a:cs typeface="+mn-cs"/>
              </a:rPr>
              <a:t>PORTING-PC</a:t>
            </a:r>
            <a:endParaRPr kumimoji="0" lang="en-US" sz="1200" b="1" i="0" u="none" strike="noStrike" kern="0" cap="none" spc="0" normalizeH="0" baseline="0" noProof="0" dirty="0">
              <a:ln>
                <a:noFill/>
              </a:ln>
              <a:solidFill>
                <a:schemeClr val="tx2"/>
              </a:solidFill>
              <a:effectLst/>
              <a:uLnTx/>
              <a:uFillTx/>
              <a:ea typeface="Verdana" panose="020B0604030504040204" pitchFamily="34" charset="0"/>
              <a:cs typeface="+mn-cs"/>
            </a:endParaRPr>
          </a:p>
        </p:txBody>
      </p:sp>
      <p:sp>
        <p:nvSpPr>
          <p:cNvPr id="57" name="Rectangle 56">
            <a:extLst>
              <a:ext uri="{FF2B5EF4-FFF2-40B4-BE49-F238E27FC236}">
                <a16:creationId xmlns:a16="http://schemas.microsoft.com/office/drawing/2014/main" id="{65FBB46C-BC5D-4FB9-9ECB-F230BF5FD242}"/>
              </a:ext>
            </a:extLst>
          </p:cNvPr>
          <p:cNvSpPr/>
          <p:nvPr/>
        </p:nvSpPr>
        <p:spPr>
          <a:xfrm>
            <a:off x="6299920" y="5493662"/>
            <a:ext cx="2570665" cy="265691"/>
          </a:xfrm>
          <a:prstGeom prst="rect">
            <a:avLst/>
          </a:prstGeom>
          <a:solidFill>
            <a:schemeClr val="tx1">
              <a:lumMod val="20000"/>
              <a:lumOff val="80000"/>
            </a:schemeClr>
          </a:solidFill>
          <a:ln w="12700" cap="flat" cmpd="sng" algn="ctr">
            <a:solidFill>
              <a:schemeClr val="accent1"/>
            </a:solid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chemeClr val="tx2"/>
                </a:solidFill>
                <a:effectLst/>
                <a:uLnTx/>
                <a:uFillTx/>
                <a:ea typeface="Verdana" panose="020B0604030504040204" pitchFamily="34" charset="0"/>
                <a:cs typeface="+mn-cs"/>
              </a:rPr>
              <a:t>PORTING-Q4</a:t>
            </a:r>
            <a:endParaRPr kumimoji="0" lang="en-US" sz="1200" b="1" i="0" u="none" strike="noStrike" kern="0" cap="none" spc="0" normalizeH="0" baseline="0" noProof="0" dirty="0">
              <a:ln>
                <a:noFill/>
              </a:ln>
              <a:solidFill>
                <a:schemeClr val="tx2"/>
              </a:solidFill>
              <a:effectLst/>
              <a:uLnTx/>
              <a:uFillTx/>
              <a:ea typeface="Verdana" panose="020B0604030504040204" pitchFamily="34" charset="0"/>
              <a:cs typeface="+mn-cs"/>
            </a:endParaRPr>
          </a:p>
        </p:txBody>
      </p:sp>
      <p:sp>
        <p:nvSpPr>
          <p:cNvPr id="60" name="Rectangle 59">
            <a:extLst>
              <a:ext uri="{FF2B5EF4-FFF2-40B4-BE49-F238E27FC236}">
                <a16:creationId xmlns:a16="http://schemas.microsoft.com/office/drawing/2014/main" id="{4B2ECA44-4261-4812-8D5A-757C57E07692}"/>
              </a:ext>
            </a:extLst>
          </p:cNvPr>
          <p:cNvSpPr/>
          <p:nvPr/>
        </p:nvSpPr>
        <p:spPr>
          <a:xfrm>
            <a:off x="9264145" y="1332532"/>
            <a:ext cx="2570665" cy="265691"/>
          </a:xfrm>
          <a:prstGeom prst="rect">
            <a:avLst/>
          </a:prstGeom>
          <a:solidFill>
            <a:schemeClr val="tx1">
              <a:lumMod val="20000"/>
              <a:lumOff val="80000"/>
            </a:schemeClr>
          </a:solidFill>
          <a:ln w="12700" cap="flat" cmpd="sng" algn="ctr">
            <a:solidFill>
              <a:schemeClr val="accent1"/>
            </a:solid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chemeClr val="tx2"/>
                </a:solidFill>
                <a:effectLst/>
                <a:uLnTx/>
                <a:uFillTx/>
                <a:ea typeface="Verdana" panose="020B0604030504040204" pitchFamily="34" charset="0"/>
                <a:cs typeface="+mn-cs"/>
              </a:rPr>
              <a:t>PORTING-RA</a:t>
            </a:r>
          </a:p>
        </p:txBody>
      </p:sp>
      <p:sp>
        <p:nvSpPr>
          <p:cNvPr id="61" name="Rectangle 60">
            <a:extLst>
              <a:ext uri="{FF2B5EF4-FFF2-40B4-BE49-F238E27FC236}">
                <a16:creationId xmlns:a16="http://schemas.microsoft.com/office/drawing/2014/main" id="{6DB9E043-9499-4F92-AB87-C666E14C9500}"/>
              </a:ext>
            </a:extLst>
          </p:cNvPr>
          <p:cNvSpPr/>
          <p:nvPr/>
        </p:nvSpPr>
        <p:spPr>
          <a:xfrm>
            <a:off x="9264145" y="1679293"/>
            <a:ext cx="2570665" cy="265691"/>
          </a:xfrm>
          <a:prstGeom prst="rect">
            <a:avLst/>
          </a:prstGeom>
          <a:solidFill>
            <a:schemeClr val="tx1">
              <a:lumMod val="20000"/>
              <a:lumOff val="80000"/>
            </a:schemeClr>
          </a:solidFill>
          <a:ln w="12700" cap="flat" cmpd="sng" algn="ctr">
            <a:solidFill>
              <a:schemeClr val="accent1"/>
            </a:solid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chemeClr val="tx2"/>
                </a:solidFill>
                <a:effectLst/>
                <a:uLnTx/>
                <a:uFillTx/>
                <a:ea typeface="Verdana" panose="020B0604030504040204" pitchFamily="34" charset="0"/>
                <a:cs typeface="+mn-cs"/>
              </a:rPr>
              <a:t>PORTING-RP</a:t>
            </a:r>
            <a:endParaRPr kumimoji="0" lang="en-US" sz="1200" b="1" i="0" u="none" strike="noStrike" kern="0" cap="none" spc="0" normalizeH="0" baseline="0" noProof="0" dirty="0">
              <a:ln>
                <a:noFill/>
              </a:ln>
              <a:solidFill>
                <a:schemeClr val="tx2"/>
              </a:solidFill>
              <a:effectLst/>
              <a:uLnTx/>
              <a:uFillTx/>
              <a:ea typeface="Verdana" panose="020B0604030504040204" pitchFamily="34" charset="0"/>
              <a:cs typeface="+mn-cs"/>
            </a:endParaRPr>
          </a:p>
        </p:txBody>
      </p:sp>
      <p:sp>
        <p:nvSpPr>
          <p:cNvPr id="62" name="Rectangle 61">
            <a:extLst>
              <a:ext uri="{FF2B5EF4-FFF2-40B4-BE49-F238E27FC236}">
                <a16:creationId xmlns:a16="http://schemas.microsoft.com/office/drawing/2014/main" id="{0D14B5B6-F70E-409E-96D7-1D5FDD1696CF}"/>
              </a:ext>
            </a:extLst>
          </p:cNvPr>
          <p:cNvSpPr/>
          <p:nvPr/>
        </p:nvSpPr>
        <p:spPr>
          <a:xfrm>
            <a:off x="9264145" y="2026054"/>
            <a:ext cx="2570665" cy="265691"/>
          </a:xfrm>
          <a:prstGeom prst="rect">
            <a:avLst/>
          </a:prstGeom>
          <a:solidFill>
            <a:schemeClr val="tx1">
              <a:lumMod val="20000"/>
              <a:lumOff val="80000"/>
            </a:schemeClr>
          </a:solidFill>
          <a:ln w="12700" cap="flat" cmpd="sng" algn="ctr">
            <a:solidFill>
              <a:schemeClr val="accent1"/>
            </a:solid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chemeClr val="tx2"/>
                </a:solidFill>
                <a:effectLst/>
                <a:uLnTx/>
                <a:uFillTx/>
                <a:ea typeface="Verdana" panose="020B0604030504040204" pitchFamily="34" charset="0"/>
                <a:cs typeface="+mn-cs"/>
              </a:rPr>
              <a:t>PORTING-BB</a:t>
            </a:r>
            <a:endParaRPr kumimoji="0" lang="en-US" sz="1200" b="1" i="0" u="none" strike="noStrike" kern="0" cap="none" spc="0" normalizeH="0" baseline="0" noProof="0" dirty="0">
              <a:ln>
                <a:noFill/>
              </a:ln>
              <a:solidFill>
                <a:schemeClr val="tx2"/>
              </a:solidFill>
              <a:effectLst/>
              <a:uLnTx/>
              <a:uFillTx/>
              <a:ea typeface="Verdana" panose="020B0604030504040204" pitchFamily="34" charset="0"/>
              <a:cs typeface="+mn-cs"/>
            </a:endParaRPr>
          </a:p>
        </p:txBody>
      </p:sp>
      <p:sp>
        <p:nvSpPr>
          <p:cNvPr id="63" name="Rectangle 62">
            <a:extLst>
              <a:ext uri="{FF2B5EF4-FFF2-40B4-BE49-F238E27FC236}">
                <a16:creationId xmlns:a16="http://schemas.microsoft.com/office/drawing/2014/main" id="{A9E886C6-66D7-48EB-9FA4-F9807185E9C1}"/>
              </a:ext>
            </a:extLst>
          </p:cNvPr>
          <p:cNvSpPr/>
          <p:nvPr/>
        </p:nvSpPr>
        <p:spPr>
          <a:xfrm>
            <a:off x="9276947" y="2372815"/>
            <a:ext cx="2570665" cy="265691"/>
          </a:xfrm>
          <a:prstGeom prst="rect">
            <a:avLst/>
          </a:prstGeom>
          <a:solidFill>
            <a:schemeClr val="tx1">
              <a:lumMod val="20000"/>
              <a:lumOff val="80000"/>
            </a:schemeClr>
          </a:solidFill>
          <a:ln w="12700" cap="flat" cmpd="sng" algn="ctr">
            <a:solidFill>
              <a:schemeClr val="accent1"/>
            </a:solid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chemeClr val="tx2"/>
                </a:solidFill>
                <a:effectLst/>
                <a:uLnTx/>
                <a:uFillTx/>
                <a:ea typeface="Verdana" panose="020B0604030504040204" pitchFamily="34" charset="0"/>
                <a:cs typeface="+mn-cs"/>
              </a:rPr>
              <a:t>PORTING-RH</a:t>
            </a:r>
            <a:endParaRPr kumimoji="0" lang="en-US" sz="1200" b="1" i="0" u="none" strike="noStrike" kern="0" cap="none" spc="0" normalizeH="0" baseline="0" noProof="0" dirty="0">
              <a:ln>
                <a:noFill/>
              </a:ln>
              <a:solidFill>
                <a:schemeClr val="tx2"/>
              </a:solidFill>
              <a:effectLst/>
              <a:uLnTx/>
              <a:uFillTx/>
              <a:ea typeface="Verdana" panose="020B0604030504040204" pitchFamily="34" charset="0"/>
              <a:cs typeface="+mn-cs"/>
            </a:endParaRPr>
          </a:p>
        </p:txBody>
      </p:sp>
      <p:sp>
        <p:nvSpPr>
          <p:cNvPr id="64" name="Rectangle 63">
            <a:extLst>
              <a:ext uri="{FF2B5EF4-FFF2-40B4-BE49-F238E27FC236}">
                <a16:creationId xmlns:a16="http://schemas.microsoft.com/office/drawing/2014/main" id="{A7EA0AD9-2763-4FAF-B273-D6DE6AA5BB80}"/>
              </a:ext>
            </a:extLst>
          </p:cNvPr>
          <p:cNvSpPr/>
          <p:nvPr/>
        </p:nvSpPr>
        <p:spPr>
          <a:xfrm>
            <a:off x="9276947" y="2719577"/>
            <a:ext cx="2570665" cy="265691"/>
          </a:xfrm>
          <a:prstGeom prst="rect">
            <a:avLst/>
          </a:prstGeom>
          <a:solidFill>
            <a:schemeClr val="tx1">
              <a:lumMod val="20000"/>
              <a:lumOff val="80000"/>
            </a:schemeClr>
          </a:solidFill>
          <a:ln w="12700" cap="flat" cmpd="sng" algn="ctr">
            <a:solidFill>
              <a:schemeClr val="accent1"/>
            </a:solid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chemeClr val="tx2"/>
                </a:solidFill>
                <a:effectLst/>
                <a:uLnTx/>
                <a:uFillTx/>
                <a:ea typeface="Verdana" panose="020B0604030504040204" pitchFamily="34" charset="0"/>
                <a:cs typeface="+mn-cs"/>
              </a:rPr>
              <a:t>INF-STMT</a:t>
            </a:r>
            <a:endParaRPr kumimoji="0" lang="en-US" sz="1200" b="1" i="0" u="none" strike="noStrike" kern="0" cap="none" spc="0" normalizeH="0" baseline="0" noProof="0" dirty="0">
              <a:ln>
                <a:noFill/>
              </a:ln>
              <a:solidFill>
                <a:schemeClr val="tx2"/>
              </a:solidFill>
              <a:effectLst/>
              <a:uLnTx/>
              <a:uFillTx/>
              <a:ea typeface="Verdana" panose="020B0604030504040204" pitchFamily="34" charset="0"/>
              <a:cs typeface="+mn-cs"/>
            </a:endParaRPr>
          </a:p>
        </p:txBody>
      </p:sp>
      <p:sp>
        <p:nvSpPr>
          <p:cNvPr id="65" name="Rectangle 64">
            <a:extLst>
              <a:ext uri="{FF2B5EF4-FFF2-40B4-BE49-F238E27FC236}">
                <a16:creationId xmlns:a16="http://schemas.microsoft.com/office/drawing/2014/main" id="{F559540E-74EE-473D-B18A-BC58E8155986}"/>
              </a:ext>
            </a:extLst>
          </p:cNvPr>
          <p:cNvSpPr/>
          <p:nvPr/>
        </p:nvSpPr>
        <p:spPr>
          <a:xfrm>
            <a:off x="9276947" y="3066338"/>
            <a:ext cx="2570665" cy="265691"/>
          </a:xfrm>
          <a:prstGeom prst="rect">
            <a:avLst/>
          </a:prstGeom>
          <a:solidFill>
            <a:schemeClr val="tx1">
              <a:lumMod val="20000"/>
              <a:lumOff val="80000"/>
            </a:schemeClr>
          </a:solidFill>
          <a:ln w="12700" cap="flat" cmpd="sng" algn="ctr">
            <a:solidFill>
              <a:schemeClr val="accent1"/>
            </a:solid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chemeClr val="tx2"/>
                </a:solidFill>
                <a:effectLst/>
                <a:uLnTx/>
                <a:uFillTx/>
                <a:ea typeface="Verdana" panose="020B0604030504040204" pitchFamily="34" charset="0"/>
                <a:cs typeface="+mn-cs"/>
              </a:rPr>
              <a:t>PORTING-R4</a:t>
            </a:r>
            <a:endParaRPr kumimoji="0" lang="en-US" sz="1200" b="1" i="0" u="none" strike="noStrike" kern="0" cap="none" spc="0" normalizeH="0" baseline="0" noProof="0" dirty="0">
              <a:ln>
                <a:noFill/>
              </a:ln>
              <a:solidFill>
                <a:schemeClr val="tx2"/>
              </a:solidFill>
              <a:effectLst/>
              <a:uLnTx/>
              <a:uFillTx/>
              <a:ea typeface="Verdana" panose="020B0604030504040204" pitchFamily="34" charset="0"/>
              <a:cs typeface="+mn-cs"/>
            </a:endParaRPr>
          </a:p>
        </p:txBody>
      </p:sp>
      <p:sp>
        <p:nvSpPr>
          <p:cNvPr id="66" name="Rectangle 65">
            <a:extLst>
              <a:ext uri="{FF2B5EF4-FFF2-40B4-BE49-F238E27FC236}">
                <a16:creationId xmlns:a16="http://schemas.microsoft.com/office/drawing/2014/main" id="{2E025DA5-C7D1-41D0-8F2F-A7D13CA6442A}"/>
              </a:ext>
            </a:extLst>
          </p:cNvPr>
          <p:cNvSpPr/>
          <p:nvPr/>
        </p:nvSpPr>
        <p:spPr>
          <a:xfrm>
            <a:off x="9276947" y="3413099"/>
            <a:ext cx="2570665" cy="265691"/>
          </a:xfrm>
          <a:prstGeom prst="rect">
            <a:avLst/>
          </a:prstGeom>
          <a:solidFill>
            <a:schemeClr val="tx1">
              <a:lumMod val="20000"/>
              <a:lumOff val="80000"/>
            </a:schemeClr>
          </a:solidFill>
          <a:ln w="12700" cap="flat" cmpd="sng" algn="ctr">
            <a:solidFill>
              <a:schemeClr val="accent1"/>
            </a:solid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chemeClr val="tx2"/>
                </a:solidFill>
                <a:effectLst/>
                <a:uLnTx/>
                <a:uFillTx/>
                <a:ea typeface="Verdana" panose="020B0604030504040204" pitchFamily="34" charset="0"/>
                <a:cs typeface="+mn-cs"/>
              </a:rPr>
              <a:t>PORTING-IB</a:t>
            </a:r>
            <a:endParaRPr kumimoji="0" lang="en-US" sz="1200" b="1" i="0" u="none" strike="noStrike" kern="0" cap="none" spc="0" normalizeH="0" baseline="0" noProof="0" dirty="0">
              <a:ln>
                <a:noFill/>
              </a:ln>
              <a:solidFill>
                <a:schemeClr val="tx2"/>
              </a:solidFill>
              <a:effectLst/>
              <a:uLnTx/>
              <a:uFillTx/>
              <a:ea typeface="Verdana" panose="020B0604030504040204" pitchFamily="34" charset="0"/>
              <a:cs typeface="+mn-cs"/>
            </a:endParaRPr>
          </a:p>
        </p:txBody>
      </p:sp>
      <p:sp>
        <p:nvSpPr>
          <p:cNvPr id="67" name="Rectangle 66">
            <a:extLst>
              <a:ext uri="{FF2B5EF4-FFF2-40B4-BE49-F238E27FC236}">
                <a16:creationId xmlns:a16="http://schemas.microsoft.com/office/drawing/2014/main" id="{96C87CEE-7235-437E-A5CB-716E24A08D72}"/>
              </a:ext>
            </a:extLst>
          </p:cNvPr>
          <p:cNvSpPr/>
          <p:nvPr/>
        </p:nvSpPr>
        <p:spPr>
          <a:xfrm>
            <a:off x="9276947" y="3759860"/>
            <a:ext cx="2570665" cy="265691"/>
          </a:xfrm>
          <a:prstGeom prst="rect">
            <a:avLst/>
          </a:prstGeom>
          <a:solidFill>
            <a:schemeClr val="tx1">
              <a:lumMod val="20000"/>
              <a:lumOff val="80000"/>
            </a:schemeClr>
          </a:solidFill>
          <a:ln w="12700" cap="flat" cmpd="sng" algn="ctr">
            <a:solidFill>
              <a:schemeClr val="accent1"/>
            </a:solid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chemeClr val="tx2"/>
                </a:solidFill>
                <a:effectLst/>
                <a:uLnTx/>
                <a:uFillTx/>
                <a:ea typeface="Verdana" panose="020B0604030504040204" pitchFamily="34" charset="0"/>
                <a:cs typeface="+mn-cs"/>
              </a:rPr>
              <a:t>ANT-FATT-EST</a:t>
            </a:r>
            <a:endParaRPr kumimoji="0" lang="en-US" sz="1200" b="1" i="0" u="none" strike="noStrike" kern="0" cap="none" spc="0" normalizeH="0" baseline="0" noProof="0" dirty="0">
              <a:ln>
                <a:noFill/>
              </a:ln>
              <a:solidFill>
                <a:schemeClr val="tx2"/>
              </a:solidFill>
              <a:effectLst/>
              <a:uLnTx/>
              <a:uFillTx/>
              <a:ea typeface="Verdana" panose="020B0604030504040204" pitchFamily="34" charset="0"/>
              <a:cs typeface="+mn-cs"/>
            </a:endParaRPr>
          </a:p>
        </p:txBody>
      </p:sp>
      <p:sp>
        <p:nvSpPr>
          <p:cNvPr id="68" name="Rectangle 67">
            <a:extLst>
              <a:ext uri="{FF2B5EF4-FFF2-40B4-BE49-F238E27FC236}">
                <a16:creationId xmlns:a16="http://schemas.microsoft.com/office/drawing/2014/main" id="{F01906EB-C288-40F3-8C4C-86414D09D427}"/>
              </a:ext>
            </a:extLst>
          </p:cNvPr>
          <p:cNvSpPr/>
          <p:nvPr/>
        </p:nvSpPr>
        <p:spPr>
          <a:xfrm>
            <a:off x="9276947" y="4106621"/>
            <a:ext cx="2570665" cy="265691"/>
          </a:xfrm>
          <a:prstGeom prst="rect">
            <a:avLst/>
          </a:prstGeom>
          <a:solidFill>
            <a:schemeClr val="tx1">
              <a:lumMod val="20000"/>
              <a:lumOff val="80000"/>
            </a:schemeClr>
          </a:solidFill>
          <a:ln w="12700" cap="flat" cmpd="sng" algn="ctr">
            <a:solidFill>
              <a:schemeClr val="accent1"/>
            </a:solid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chemeClr val="tx2"/>
                </a:solidFill>
                <a:effectLst/>
                <a:uLnTx/>
                <a:uFillTx/>
                <a:ea typeface="Verdana" panose="020B0604030504040204" pitchFamily="34" charset="0"/>
                <a:cs typeface="+mn-cs"/>
              </a:rPr>
              <a:t>ANT-FATT-ITA</a:t>
            </a:r>
            <a:endParaRPr kumimoji="0" lang="en-US" sz="1200" b="1" i="0" u="none" strike="noStrike" kern="0" cap="none" spc="0" normalizeH="0" baseline="0" noProof="0" dirty="0">
              <a:ln>
                <a:noFill/>
              </a:ln>
              <a:solidFill>
                <a:schemeClr val="tx2"/>
              </a:solidFill>
              <a:effectLst/>
              <a:uLnTx/>
              <a:uFillTx/>
              <a:ea typeface="Verdana" panose="020B0604030504040204" pitchFamily="34" charset="0"/>
              <a:cs typeface="+mn-cs"/>
            </a:endParaRPr>
          </a:p>
        </p:txBody>
      </p:sp>
      <p:sp>
        <p:nvSpPr>
          <p:cNvPr id="70" name="Rectangle 69">
            <a:extLst>
              <a:ext uri="{FF2B5EF4-FFF2-40B4-BE49-F238E27FC236}">
                <a16:creationId xmlns:a16="http://schemas.microsoft.com/office/drawing/2014/main" id="{CDE417BE-A6E4-4ABD-9F98-D28B41DA180B}"/>
              </a:ext>
            </a:extLst>
          </p:cNvPr>
          <p:cNvSpPr/>
          <p:nvPr/>
        </p:nvSpPr>
        <p:spPr>
          <a:xfrm>
            <a:off x="9276947" y="4453382"/>
            <a:ext cx="2570665" cy="265691"/>
          </a:xfrm>
          <a:prstGeom prst="rect">
            <a:avLst/>
          </a:prstGeom>
          <a:solidFill>
            <a:schemeClr val="tx1">
              <a:lumMod val="20000"/>
              <a:lumOff val="80000"/>
            </a:schemeClr>
          </a:solidFill>
          <a:ln w="12700" cap="flat" cmpd="sng" algn="ctr">
            <a:solidFill>
              <a:schemeClr val="accent1"/>
            </a:solid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chemeClr val="tx2"/>
                </a:solidFill>
                <a:effectLst/>
                <a:uLnTx/>
                <a:uFillTx/>
                <a:ea typeface="Verdana" panose="020B0604030504040204" pitchFamily="34" charset="0"/>
                <a:cs typeface="+mn-cs"/>
              </a:rPr>
              <a:t>SALDO-MOV-INTR</a:t>
            </a:r>
          </a:p>
        </p:txBody>
      </p:sp>
      <p:sp>
        <p:nvSpPr>
          <p:cNvPr id="71" name="Rectangle 70">
            <a:extLst>
              <a:ext uri="{FF2B5EF4-FFF2-40B4-BE49-F238E27FC236}">
                <a16:creationId xmlns:a16="http://schemas.microsoft.com/office/drawing/2014/main" id="{D90F531F-41B7-4978-B762-64DF7274EE44}"/>
              </a:ext>
            </a:extLst>
          </p:cNvPr>
          <p:cNvSpPr/>
          <p:nvPr/>
        </p:nvSpPr>
        <p:spPr>
          <a:xfrm>
            <a:off x="3335696" y="4453382"/>
            <a:ext cx="2570665" cy="265691"/>
          </a:xfrm>
          <a:prstGeom prst="rect">
            <a:avLst/>
          </a:prstGeom>
          <a:solidFill>
            <a:schemeClr val="tx1">
              <a:lumMod val="20000"/>
              <a:lumOff val="80000"/>
            </a:schemeClr>
          </a:solidFill>
          <a:ln w="12700" cap="flat" cmpd="sng" algn="ctr">
            <a:solidFill>
              <a:schemeClr val="accent1"/>
            </a:solid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chemeClr val="tx2"/>
                </a:solidFill>
                <a:effectLst/>
                <a:uLnTx/>
                <a:uFillTx/>
                <a:ea typeface="Verdana" panose="020B0604030504040204" pitchFamily="34" charset="0"/>
                <a:cs typeface="+mn-cs"/>
              </a:rPr>
              <a:t>PORTING-SL-I</a:t>
            </a:r>
            <a:endParaRPr kumimoji="0" lang="en-US" sz="1200" b="1" i="0" u="none" strike="noStrike" kern="0" cap="none" spc="0" normalizeH="0" baseline="0" noProof="0" dirty="0">
              <a:ln>
                <a:noFill/>
              </a:ln>
              <a:solidFill>
                <a:schemeClr val="tx2"/>
              </a:solidFill>
              <a:effectLst/>
              <a:uLnTx/>
              <a:uFillTx/>
              <a:ea typeface="Verdana" panose="020B0604030504040204" pitchFamily="34" charset="0"/>
              <a:cs typeface="+mn-cs"/>
            </a:endParaRPr>
          </a:p>
        </p:txBody>
      </p:sp>
      <p:sp>
        <p:nvSpPr>
          <p:cNvPr id="72" name="Rectangle 71">
            <a:extLst>
              <a:ext uri="{FF2B5EF4-FFF2-40B4-BE49-F238E27FC236}">
                <a16:creationId xmlns:a16="http://schemas.microsoft.com/office/drawing/2014/main" id="{F96C4CB0-A43C-4680-B8EC-31F971B45F8E}"/>
              </a:ext>
            </a:extLst>
          </p:cNvPr>
          <p:cNvSpPr/>
          <p:nvPr/>
        </p:nvSpPr>
        <p:spPr>
          <a:xfrm>
            <a:off x="371473" y="4453382"/>
            <a:ext cx="2570665" cy="265691"/>
          </a:xfrm>
          <a:prstGeom prst="rect">
            <a:avLst/>
          </a:prstGeom>
          <a:solidFill>
            <a:schemeClr val="tx1">
              <a:lumMod val="20000"/>
              <a:lumOff val="80000"/>
            </a:schemeClr>
          </a:solidFill>
          <a:ln w="12700" cap="flat" cmpd="sng" algn="ctr">
            <a:solidFill>
              <a:schemeClr val="accent1"/>
            </a:solid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chemeClr val="tx2"/>
                </a:solidFill>
                <a:effectLst/>
                <a:uLnTx/>
                <a:uFillTx/>
                <a:ea typeface="Verdana" panose="020B0604030504040204" pitchFamily="34" charset="0"/>
                <a:cs typeface="+mn-cs"/>
              </a:rPr>
              <a:t>PORTING-SL-D</a:t>
            </a:r>
          </a:p>
        </p:txBody>
      </p:sp>
      <p:sp>
        <p:nvSpPr>
          <p:cNvPr id="114" name="Rectangle 113">
            <a:extLst>
              <a:ext uri="{FF2B5EF4-FFF2-40B4-BE49-F238E27FC236}">
                <a16:creationId xmlns:a16="http://schemas.microsoft.com/office/drawing/2014/main" id="{45490ABA-149B-4B90-B709-D22AE6D1219F}"/>
              </a:ext>
            </a:extLst>
          </p:cNvPr>
          <p:cNvSpPr/>
          <p:nvPr/>
        </p:nvSpPr>
        <p:spPr>
          <a:xfrm>
            <a:off x="371473" y="5840416"/>
            <a:ext cx="2570665" cy="265691"/>
          </a:xfrm>
          <a:prstGeom prst="rect">
            <a:avLst/>
          </a:prstGeom>
          <a:solidFill>
            <a:schemeClr val="tx1">
              <a:lumMod val="20000"/>
              <a:lumOff val="80000"/>
            </a:schemeClr>
          </a:solidFill>
          <a:ln w="12700" cap="flat" cmpd="sng" algn="ctr">
            <a:solidFill>
              <a:schemeClr val="accent1"/>
            </a:solid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chemeClr val="tx2"/>
                </a:solidFill>
                <a:effectLst/>
                <a:uLnTx/>
                <a:uFillTx/>
                <a:ea typeface="Verdana" panose="020B0604030504040204" pitchFamily="34" charset="0"/>
                <a:cs typeface="+mn-cs"/>
              </a:rPr>
              <a:t>FATT-CBI2SDI</a:t>
            </a:r>
          </a:p>
        </p:txBody>
      </p:sp>
      <p:sp>
        <p:nvSpPr>
          <p:cNvPr id="117" name="Rectangle 116">
            <a:extLst>
              <a:ext uri="{FF2B5EF4-FFF2-40B4-BE49-F238E27FC236}">
                <a16:creationId xmlns:a16="http://schemas.microsoft.com/office/drawing/2014/main" id="{C53C079A-270D-46DA-8D8C-85377D7C4456}"/>
              </a:ext>
            </a:extLst>
          </p:cNvPr>
          <p:cNvSpPr/>
          <p:nvPr/>
        </p:nvSpPr>
        <p:spPr>
          <a:xfrm>
            <a:off x="371473" y="6187173"/>
            <a:ext cx="2570665" cy="265691"/>
          </a:xfrm>
          <a:prstGeom prst="rect">
            <a:avLst/>
          </a:prstGeom>
          <a:solidFill>
            <a:schemeClr val="tx1">
              <a:lumMod val="20000"/>
              <a:lumOff val="80000"/>
            </a:schemeClr>
          </a:solidFill>
          <a:ln w="12700" cap="flat" cmpd="sng" algn="ctr">
            <a:solidFill>
              <a:schemeClr val="accent1"/>
            </a:solid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chemeClr val="tx2"/>
                </a:solidFill>
                <a:effectLst/>
                <a:uLnTx/>
                <a:uFillTx/>
                <a:ea typeface="Verdana" panose="020B0604030504040204" pitchFamily="34" charset="0"/>
                <a:cs typeface="+mn-cs"/>
              </a:rPr>
              <a:t>FATT-SDI2CBI</a:t>
            </a:r>
          </a:p>
        </p:txBody>
      </p:sp>
      <p:sp>
        <p:nvSpPr>
          <p:cNvPr id="118" name="Rectangle 117">
            <a:extLst>
              <a:ext uri="{FF2B5EF4-FFF2-40B4-BE49-F238E27FC236}">
                <a16:creationId xmlns:a16="http://schemas.microsoft.com/office/drawing/2014/main" id="{7FBEA3B7-8290-43F0-8F18-C4F654AA7DDB}"/>
              </a:ext>
            </a:extLst>
          </p:cNvPr>
          <p:cNvSpPr/>
          <p:nvPr/>
        </p:nvSpPr>
        <p:spPr>
          <a:xfrm>
            <a:off x="3335696" y="5840416"/>
            <a:ext cx="2570665" cy="265691"/>
          </a:xfrm>
          <a:prstGeom prst="rect">
            <a:avLst/>
          </a:prstGeom>
          <a:solidFill>
            <a:schemeClr val="tx1">
              <a:lumMod val="20000"/>
              <a:lumOff val="80000"/>
            </a:schemeClr>
          </a:solidFill>
          <a:ln w="12700" cap="flat" cmpd="sng" algn="ctr">
            <a:solidFill>
              <a:schemeClr val="accent1"/>
            </a:solid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chemeClr val="tx2"/>
                </a:solidFill>
                <a:effectLst/>
                <a:uLnTx/>
                <a:uFillTx/>
                <a:ea typeface="Verdana" panose="020B0604030504040204" pitchFamily="34" charset="0"/>
                <a:cs typeface="+mn-cs"/>
              </a:rPr>
              <a:t>CERT-CRED-REQ</a:t>
            </a:r>
          </a:p>
        </p:txBody>
      </p:sp>
      <p:sp>
        <p:nvSpPr>
          <p:cNvPr id="119" name="Rectangle 118">
            <a:extLst>
              <a:ext uri="{FF2B5EF4-FFF2-40B4-BE49-F238E27FC236}">
                <a16:creationId xmlns:a16="http://schemas.microsoft.com/office/drawing/2014/main" id="{5F16C015-D6A2-4701-8A39-32F50910E270}"/>
              </a:ext>
            </a:extLst>
          </p:cNvPr>
          <p:cNvSpPr/>
          <p:nvPr/>
        </p:nvSpPr>
        <p:spPr>
          <a:xfrm>
            <a:off x="3335696" y="6187173"/>
            <a:ext cx="2570665" cy="265691"/>
          </a:xfrm>
          <a:prstGeom prst="rect">
            <a:avLst/>
          </a:prstGeom>
          <a:solidFill>
            <a:schemeClr val="tx1">
              <a:lumMod val="20000"/>
              <a:lumOff val="80000"/>
            </a:schemeClr>
          </a:solidFill>
          <a:ln w="12700" cap="flat" cmpd="sng" algn="ctr">
            <a:solidFill>
              <a:schemeClr val="accent1"/>
            </a:solid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chemeClr val="tx2"/>
                </a:solidFill>
                <a:effectLst/>
                <a:uLnTx/>
                <a:uFillTx/>
                <a:ea typeface="Verdana" panose="020B0604030504040204" pitchFamily="34" charset="0"/>
                <a:cs typeface="+mn-cs"/>
              </a:rPr>
              <a:t>STAT-RPT-CERT-CRED</a:t>
            </a:r>
          </a:p>
        </p:txBody>
      </p:sp>
      <p:sp>
        <p:nvSpPr>
          <p:cNvPr id="120" name="Rectangle 119">
            <a:extLst>
              <a:ext uri="{FF2B5EF4-FFF2-40B4-BE49-F238E27FC236}">
                <a16:creationId xmlns:a16="http://schemas.microsoft.com/office/drawing/2014/main" id="{BAE31A6B-DA7D-4B11-B3E5-DDC3B625123B}"/>
              </a:ext>
            </a:extLst>
          </p:cNvPr>
          <p:cNvSpPr/>
          <p:nvPr/>
        </p:nvSpPr>
        <p:spPr>
          <a:xfrm>
            <a:off x="6299920" y="5840416"/>
            <a:ext cx="2570665" cy="265691"/>
          </a:xfrm>
          <a:prstGeom prst="rect">
            <a:avLst/>
          </a:prstGeom>
          <a:solidFill>
            <a:schemeClr val="tx1">
              <a:lumMod val="20000"/>
              <a:lumOff val="80000"/>
            </a:schemeClr>
          </a:solidFill>
          <a:ln w="12700" cap="flat" cmpd="sng" algn="ctr">
            <a:solidFill>
              <a:schemeClr val="accent1"/>
            </a:solid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chemeClr val="tx2"/>
                </a:solidFill>
                <a:effectLst/>
                <a:uLnTx/>
                <a:uFillTx/>
                <a:ea typeface="Verdana" panose="020B0604030504040204" pitchFamily="34" charset="0"/>
                <a:cs typeface="+mn-cs"/>
              </a:rPr>
              <a:t>SALDI-ANAG-TRIB</a:t>
            </a:r>
          </a:p>
        </p:txBody>
      </p:sp>
      <p:sp>
        <p:nvSpPr>
          <p:cNvPr id="121" name="Rectangle 120">
            <a:extLst>
              <a:ext uri="{FF2B5EF4-FFF2-40B4-BE49-F238E27FC236}">
                <a16:creationId xmlns:a16="http://schemas.microsoft.com/office/drawing/2014/main" id="{215780F5-9372-4275-BE12-B6EBCC350CB1}"/>
              </a:ext>
            </a:extLst>
          </p:cNvPr>
          <p:cNvSpPr/>
          <p:nvPr/>
        </p:nvSpPr>
        <p:spPr>
          <a:xfrm>
            <a:off x="6299920" y="6187173"/>
            <a:ext cx="2570665" cy="265691"/>
          </a:xfrm>
          <a:prstGeom prst="rect">
            <a:avLst/>
          </a:prstGeom>
          <a:solidFill>
            <a:schemeClr val="tx1">
              <a:lumMod val="20000"/>
              <a:lumOff val="80000"/>
            </a:schemeClr>
          </a:solidFill>
          <a:ln w="12700" cap="flat" cmpd="sng" algn="ctr">
            <a:solidFill>
              <a:schemeClr val="accent1"/>
            </a:solid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chemeClr val="tx2"/>
                </a:solidFill>
                <a:effectLst/>
                <a:uLnTx/>
                <a:uFillTx/>
                <a:ea typeface="Verdana" panose="020B0604030504040204" pitchFamily="34" charset="0"/>
                <a:cs typeface="+mn-cs"/>
              </a:rPr>
              <a:t>ESITO-SALDI-ANAG-TRIB</a:t>
            </a:r>
          </a:p>
        </p:txBody>
      </p:sp>
      <p:sp>
        <p:nvSpPr>
          <p:cNvPr id="128" name="Rectangle 127">
            <a:extLst>
              <a:ext uri="{FF2B5EF4-FFF2-40B4-BE49-F238E27FC236}">
                <a16:creationId xmlns:a16="http://schemas.microsoft.com/office/drawing/2014/main" id="{CF6F091B-12E4-4E3A-B1C0-22F73AB62A0B}"/>
              </a:ext>
            </a:extLst>
          </p:cNvPr>
          <p:cNvSpPr/>
          <p:nvPr/>
        </p:nvSpPr>
        <p:spPr>
          <a:xfrm>
            <a:off x="9276947" y="4800144"/>
            <a:ext cx="2570665" cy="265691"/>
          </a:xfrm>
          <a:prstGeom prst="rect">
            <a:avLst/>
          </a:prstGeom>
          <a:solidFill>
            <a:schemeClr val="tx1">
              <a:lumMod val="20000"/>
              <a:lumOff val="80000"/>
            </a:schemeClr>
          </a:solidFill>
          <a:ln w="12700" cap="flat" cmpd="sng" algn="ctr">
            <a:solidFill>
              <a:schemeClr val="accent1"/>
            </a:solid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chemeClr val="tx2"/>
                </a:solidFill>
                <a:effectLst/>
                <a:uLnTx/>
                <a:uFillTx/>
                <a:ea typeface="Verdana" panose="020B0604030504040204" pitchFamily="34" charset="0"/>
                <a:cs typeface="+mn-cs"/>
              </a:rPr>
              <a:t>PORTING-I4</a:t>
            </a:r>
          </a:p>
        </p:txBody>
      </p:sp>
      <p:sp>
        <p:nvSpPr>
          <p:cNvPr id="129" name="Rectangle 128">
            <a:extLst>
              <a:ext uri="{FF2B5EF4-FFF2-40B4-BE49-F238E27FC236}">
                <a16:creationId xmlns:a16="http://schemas.microsoft.com/office/drawing/2014/main" id="{29B14DC6-4B7B-46FF-98D2-FAC74F2A87BF}"/>
              </a:ext>
            </a:extLst>
          </p:cNvPr>
          <p:cNvSpPr/>
          <p:nvPr/>
        </p:nvSpPr>
        <p:spPr>
          <a:xfrm>
            <a:off x="9276947" y="5146905"/>
            <a:ext cx="2570665" cy="265691"/>
          </a:xfrm>
          <a:prstGeom prst="rect">
            <a:avLst/>
          </a:prstGeom>
          <a:solidFill>
            <a:schemeClr val="tx1">
              <a:lumMod val="20000"/>
              <a:lumOff val="80000"/>
            </a:schemeClr>
          </a:solidFill>
          <a:ln w="12700" cap="flat" cmpd="sng" algn="ctr">
            <a:solidFill>
              <a:schemeClr val="accent1"/>
            </a:solidFill>
            <a:prstDash val="solid"/>
            <a:miter lim="800000"/>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200" b="1" kern="0" dirty="0">
                <a:solidFill>
                  <a:schemeClr val="tx2"/>
                </a:solidFill>
                <a:ea typeface="Verdana" panose="020B0604030504040204" pitchFamily="34" charset="0"/>
              </a:rPr>
              <a:t>RTP</a:t>
            </a:r>
            <a:endParaRPr kumimoji="0" lang="en-US" sz="1200" b="1" i="0" u="none" strike="noStrike" kern="0" cap="none" spc="0" normalizeH="0" baseline="0" noProof="0" dirty="0">
              <a:ln>
                <a:noFill/>
              </a:ln>
              <a:solidFill>
                <a:schemeClr val="tx2"/>
              </a:solidFill>
              <a:effectLst/>
              <a:uLnTx/>
              <a:uFillTx/>
              <a:ea typeface="Verdana" panose="020B0604030504040204" pitchFamily="34" charset="0"/>
              <a:cs typeface="+mn-cs"/>
            </a:endParaRPr>
          </a:p>
        </p:txBody>
      </p:sp>
    </p:spTree>
    <p:extLst>
      <p:ext uri="{BB962C8B-B14F-4D97-AF65-F5344CB8AC3E}">
        <p14:creationId xmlns:p14="http://schemas.microsoft.com/office/powerpoint/2010/main" val="26604734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testo 1">
            <a:extLst>
              <a:ext uri="{FF2B5EF4-FFF2-40B4-BE49-F238E27FC236}">
                <a16:creationId xmlns:a16="http://schemas.microsoft.com/office/drawing/2014/main" id="{C1FC055D-BC62-C270-6669-7320F79D9E8A}"/>
              </a:ext>
            </a:extLst>
          </p:cNvPr>
          <p:cNvSpPr>
            <a:spLocks noGrp="1"/>
          </p:cNvSpPr>
          <p:nvPr>
            <p:ph type="body" sz="quarter" idx="10"/>
          </p:nvPr>
        </p:nvSpPr>
        <p:spPr/>
        <p:txBody>
          <a:bodyPr/>
          <a:lstStyle/>
          <a:p>
            <a:r>
              <a:rPr lang="it-IT" dirty="0"/>
              <a:t>Template SLA – T2  </a:t>
            </a:r>
          </a:p>
          <a:p>
            <a:r>
              <a:rPr lang="it-IT" dirty="0"/>
              <a:t>MM/AAAA - Report mensile assistenza</a:t>
            </a:r>
          </a:p>
        </p:txBody>
      </p:sp>
      <p:graphicFrame>
        <p:nvGraphicFramePr>
          <p:cNvPr id="3" name="Tabella 2">
            <a:extLst>
              <a:ext uri="{FF2B5EF4-FFF2-40B4-BE49-F238E27FC236}">
                <a16:creationId xmlns:a16="http://schemas.microsoft.com/office/drawing/2014/main" id="{E48DFAF5-3981-2C00-CC43-7A818AED47BE}"/>
              </a:ext>
            </a:extLst>
          </p:cNvPr>
          <p:cNvGraphicFramePr>
            <a:graphicFrameLocks noGrp="1"/>
          </p:cNvGraphicFramePr>
          <p:nvPr>
            <p:extLst>
              <p:ext uri="{D42A27DB-BD31-4B8C-83A1-F6EECF244321}">
                <p14:modId xmlns:p14="http://schemas.microsoft.com/office/powerpoint/2010/main" val="825871580"/>
              </p:ext>
            </p:extLst>
          </p:nvPr>
        </p:nvGraphicFramePr>
        <p:xfrm>
          <a:off x="371471" y="1436534"/>
          <a:ext cx="11449052" cy="5035375"/>
        </p:xfrm>
        <a:graphic>
          <a:graphicData uri="http://schemas.openxmlformats.org/drawingml/2006/table">
            <a:tbl>
              <a:tblPr>
                <a:tableStyleId>{5C22544A-7EE6-4342-B048-85BDC9FD1C3A}</a:tableStyleId>
              </a:tblPr>
              <a:tblGrid>
                <a:gridCol w="997116">
                  <a:extLst>
                    <a:ext uri="{9D8B030D-6E8A-4147-A177-3AD203B41FA5}">
                      <a16:colId xmlns:a16="http://schemas.microsoft.com/office/drawing/2014/main" val="2136554790"/>
                    </a:ext>
                  </a:extLst>
                </a:gridCol>
                <a:gridCol w="997116">
                  <a:extLst>
                    <a:ext uri="{9D8B030D-6E8A-4147-A177-3AD203B41FA5}">
                      <a16:colId xmlns:a16="http://schemas.microsoft.com/office/drawing/2014/main" val="3904811560"/>
                    </a:ext>
                  </a:extLst>
                </a:gridCol>
                <a:gridCol w="997116">
                  <a:extLst>
                    <a:ext uri="{9D8B030D-6E8A-4147-A177-3AD203B41FA5}">
                      <a16:colId xmlns:a16="http://schemas.microsoft.com/office/drawing/2014/main" val="2711120167"/>
                    </a:ext>
                  </a:extLst>
                </a:gridCol>
                <a:gridCol w="997116">
                  <a:extLst>
                    <a:ext uri="{9D8B030D-6E8A-4147-A177-3AD203B41FA5}">
                      <a16:colId xmlns:a16="http://schemas.microsoft.com/office/drawing/2014/main" val="571088658"/>
                    </a:ext>
                  </a:extLst>
                </a:gridCol>
                <a:gridCol w="997116">
                  <a:extLst>
                    <a:ext uri="{9D8B030D-6E8A-4147-A177-3AD203B41FA5}">
                      <a16:colId xmlns:a16="http://schemas.microsoft.com/office/drawing/2014/main" val="2713893478"/>
                    </a:ext>
                  </a:extLst>
                </a:gridCol>
                <a:gridCol w="1352178">
                  <a:extLst>
                    <a:ext uri="{9D8B030D-6E8A-4147-A177-3AD203B41FA5}">
                      <a16:colId xmlns:a16="http://schemas.microsoft.com/office/drawing/2014/main" val="3569253616"/>
                    </a:ext>
                  </a:extLst>
                </a:gridCol>
                <a:gridCol w="642057">
                  <a:extLst>
                    <a:ext uri="{9D8B030D-6E8A-4147-A177-3AD203B41FA5}">
                      <a16:colId xmlns:a16="http://schemas.microsoft.com/office/drawing/2014/main" val="3226728679"/>
                    </a:ext>
                  </a:extLst>
                </a:gridCol>
                <a:gridCol w="642057">
                  <a:extLst>
                    <a:ext uri="{9D8B030D-6E8A-4147-A177-3AD203B41FA5}">
                      <a16:colId xmlns:a16="http://schemas.microsoft.com/office/drawing/2014/main" val="2640993289"/>
                    </a:ext>
                  </a:extLst>
                </a:gridCol>
                <a:gridCol w="1913590">
                  <a:extLst>
                    <a:ext uri="{9D8B030D-6E8A-4147-A177-3AD203B41FA5}">
                      <a16:colId xmlns:a16="http://schemas.microsoft.com/office/drawing/2014/main" val="796446320"/>
                    </a:ext>
                  </a:extLst>
                </a:gridCol>
                <a:gridCol w="1913590">
                  <a:extLst>
                    <a:ext uri="{9D8B030D-6E8A-4147-A177-3AD203B41FA5}">
                      <a16:colId xmlns:a16="http://schemas.microsoft.com/office/drawing/2014/main" val="1653460624"/>
                    </a:ext>
                  </a:extLst>
                </a:gridCol>
              </a:tblGrid>
              <a:tr h="316133">
                <a:tc>
                  <a:txBody>
                    <a:bodyPr/>
                    <a:lstStyle/>
                    <a:p>
                      <a:pPr algn="ctr" fontAlgn="ctr"/>
                      <a:r>
                        <a:rPr lang="it-IT" sz="1000" b="0" i="0" u="none" strike="noStrike" dirty="0">
                          <a:solidFill>
                            <a:schemeClr val="bg1"/>
                          </a:solidFill>
                          <a:effectLst/>
                          <a:latin typeface="Arial" panose="020B0604020202020204" pitchFamily="34" charset="0"/>
                        </a:rPr>
                        <a:t>ID SLA</a:t>
                      </a:r>
                    </a:p>
                  </a:txBody>
                  <a:tcPr marL="6350" marR="6350" marT="6350" marB="0" anchor="ctr">
                    <a:lnL w="12700" cap="flat" cmpd="sng" algn="ctr">
                      <a:solidFill>
                        <a:schemeClr val="tx1"/>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tx1">
                        <a:lumMod val="50000"/>
                      </a:schemeClr>
                    </a:solidFill>
                  </a:tcPr>
                </a:tc>
                <a:tc>
                  <a:txBody>
                    <a:bodyPr/>
                    <a:lstStyle/>
                    <a:p>
                      <a:pPr algn="ctr" fontAlgn="ctr"/>
                      <a:r>
                        <a:rPr lang="it-IT" sz="1000" b="0" i="0" u="none" strike="noStrike" dirty="0">
                          <a:solidFill>
                            <a:schemeClr val="bg1"/>
                          </a:solidFill>
                          <a:effectLst/>
                          <a:latin typeface="Arial" panose="020B0604020202020204" pitchFamily="34" charset="0"/>
                        </a:rPr>
                        <a:t>Nome SLA</a:t>
                      </a:r>
                    </a:p>
                  </a:txBody>
                  <a:tcPr marL="6350" marR="6350" marT="6350" marB="0" anchor="ctr">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tx1">
                        <a:lumMod val="50000"/>
                      </a:schemeClr>
                    </a:solidFill>
                  </a:tcPr>
                </a:tc>
                <a:tc>
                  <a:txBody>
                    <a:bodyPr/>
                    <a:lstStyle/>
                    <a:p>
                      <a:pPr algn="ctr" fontAlgn="ctr"/>
                      <a:r>
                        <a:rPr lang="it-IT" sz="1000" b="0" i="0" u="none" strike="noStrike" dirty="0">
                          <a:solidFill>
                            <a:schemeClr val="bg1"/>
                          </a:solidFill>
                          <a:effectLst/>
                          <a:latin typeface="Arial" panose="020B0604020202020204" pitchFamily="34" charset="0"/>
                        </a:rPr>
                        <a:t>Metrica</a:t>
                      </a:r>
                    </a:p>
                  </a:txBody>
                  <a:tcPr marL="6350" marR="6350" marT="6350" marB="0" anchor="ctr">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tx1">
                        <a:lumMod val="50000"/>
                      </a:schemeClr>
                    </a:solidFill>
                  </a:tcPr>
                </a:tc>
                <a:tc>
                  <a:txBody>
                    <a:bodyPr/>
                    <a:lstStyle/>
                    <a:p>
                      <a:pPr algn="ctr" fontAlgn="ctr"/>
                      <a:r>
                        <a:rPr lang="it-IT" sz="1000" b="0" i="0" u="none" strike="noStrike" dirty="0">
                          <a:solidFill>
                            <a:schemeClr val="bg1"/>
                          </a:solidFill>
                          <a:effectLst/>
                          <a:latin typeface="Arial" panose="020B0604020202020204" pitchFamily="34" charset="0"/>
                        </a:rPr>
                        <a:t>Attributo temporale</a:t>
                      </a:r>
                    </a:p>
                  </a:txBody>
                  <a:tcPr marL="6350" marR="6350" marT="6350" marB="0" anchor="ctr">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tx1">
                        <a:lumMod val="50000"/>
                      </a:schemeClr>
                    </a:solidFill>
                  </a:tcPr>
                </a:tc>
                <a:tc>
                  <a:txBody>
                    <a:bodyPr/>
                    <a:lstStyle/>
                    <a:p>
                      <a:pPr algn="ctr" fontAlgn="ctr"/>
                      <a:r>
                        <a:rPr lang="it-IT" sz="1000" b="0" i="0" u="none" strike="noStrike" dirty="0">
                          <a:solidFill>
                            <a:schemeClr val="bg1"/>
                          </a:solidFill>
                          <a:effectLst/>
                          <a:latin typeface="Arial" panose="020B0604020202020204" pitchFamily="34" charset="0"/>
                        </a:rPr>
                        <a:t>Priorità</a:t>
                      </a:r>
                    </a:p>
                  </a:txBody>
                  <a:tcPr marL="6350" marR="6350" marT="6350" marB="0" anchor="ctr">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tx1">
                        <a:lumMod val="50000"/>
                      </a:schemeClr>
                    </a:solidFill>
                  </a:tcPr>
                </a:tc>
                <a:tc>
                  <a:txBody>
                    <a:bodyPr/>
                    <a:lstStyle/>
                    <a:p>
                      <a:pPr algn="ctr" fontAlgn="ctr"/>
                      <a:r>
                        <a:rPr lang="it-IT" sz="1000" b="0" i="0" u="none" strike="noStrike" dirty="0">
                          <a:solidFill>
                            <a:schemeClr val="bg1"/>
                          </a:solidFill>
                          <a:effectLst/>
                          <a:latin typeface="Arial" panose="020B0604020202020204" pitchFamily="34" charset="0"/>
                        </a:rPr>
                        <a:t>Target</a:t>
                      </a:r>
                    </a:p>
                  </a:txBody>
                  <a:tcPr marL="6350" marR="6350" marT="6350" marB="0" anchor="ctr">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tx1">
                        <a:lumMod val="50000"/>
                      </a:schemeClr>
                    </a:solidFill>
                  </a:tcPr>
                </a:tc>
                <a:tc>
                  <a:txBody>
                    <a:bodyPr/>
                    <a:lstStyle/>
                    <a:p>
                      <a:pPr algn="ctr" fontAlgn="ctr"/>
                      <a:r>
                        <a:rPr lang="it-IT" sz="1000" b="0" i="0" u="none" strike="noStrike" dirty="0">
                          <a:solidFill>
                            <a:schemeClr val="tx2"/>
                          </a:solidFill>
                          <a:effectLst/>
                          <a:latin typeface="Arial" panose="020B0604020202020204" pitchFamily="34" charset="0"/>
                        </a:rPr>
                        <a:t>Ticket Gestiti in SLA (Uso </a:t>
                      </a:r>
                      <a:r>
                        <a:rPr lang="it-IT" sz="1000" b="0" i="0" u="none" strike="noStrike" dirty="0" err="1">
                          <a:solidFill>
                            <a:schemeClr val="tx2"/>
                          </a:solidFill>
                          <a:effectLst/>
                          <a:latin typeface="Arial" panose="020B0604020202020204" pitchFamily="34" charset="0"/>
                        </a:rPr>
                        <a:t>Iterno</a:t>
                      </a:r>
                      <a:r>
                        <a:rPr lang="it-IT" sz="1000" b="0" i="0" u="none" strike="noStrike" dirty="0">
                          <a:solidFill>
                            <a:schemeClr val="tx2"/>
                          </a:solidFill>
                          <a:effectLst/>
                          <a:latin typeface="Arial" panose="020B0604020202020204" pitchFamily="34" charset="0"/>
                        </a:rPr>
                        <a:t>)</a:t>
                      </a:r>
                    </a:p>
                  </a:txBody>
                  <a:tcPr marL="6350" marR="6350" marT="6350" marB="0" anchor="ctr">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rgbClr val="FFFF00"/>
                    </a:solidFill>
                  </a:tcPr>
                </a:tc>
                <a:tc>
                  <a:txBody>
                    <a:bodyPr/>
                    <a:lstStyle/>
                    <a:p>
                      <a:pPr algn="ctr" fontAlgn="ctr"/>
                      <a:r>
                        <a:rPr lang="it-IT" sz="1000" b="0" i="0" u="none" strike="noStrike" dirty="0">
                          <a:solidFill>
                            <a:schemeClr val="bg1"/>
                          </a:solidFill>
                          <a:effectLst/>
                          <a:latin typeface="Arial" panose="020B0604020202020204" pitchFamily="34" charset="0"/>
                        </a:rPr>
                        <a:t>TCK Totali</a:t>
                      </a:r>
                    </a:p>
                  </a:txBody>
                  <a:tcPr marL="6350" marR="6350" marT="6350" marB="0" anchor="ctr">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tx1">
                        <a:lumMod val="50000"/>
                      </a:schemeClr>
                    </a:solidFill>
                  </a:tcPr>
                </a:tc>
                <a:tc>
                  <a:txBody>
                    <a:bodyPr/>
                    <a:lstStyle/>
                    <a:p>
                      <a:pPr algn="ctr" fontAlgn="ctr"/>
                      <a:r>
                        <a:rPr lang="it-IT" sz="1000" b="0" i="0" u="none" strike="noStrike" dirty="0">
                          <a:solidFill>
                            <a:schemeClr val="bg1"/>
                          </a:solidFill>
                          <a:effectLst/>
                          <a:latin typeface="Arial" panose="020B0604020202020204" pitchFamily="34" charset="0"/>
                        </a:rPr>
                        <a:t>% </a:t>
                      </a:r>
                      <a:r>
                        <a:rPr lang="it-IT" sz="1000" b="0" i="0" u="none" strike="noStrike" dirty="0" err="1">
                          <a:solidFill>
                            <a:schemeClr val="bg1"/>
                          </a:solidFill>
                          <a:effectLst/>
                          <a:latin typeface="Arial" panose="020B0604020202020204" pitchFamily="34" charset="0"/>
                        </a:rPr>
                        <a:t>Perfomance</a:t>
                      </a:r>
                      <a:endParaRPr lang="it-IT" sz="1000" b="0" i="0" u="none" strike="noStrike" dirty="0">
                        <a:solidFill>
                          <a:schemeClr val="bg1"/>
                        </a:solidFill>
                        <a:effectLst/>
                        <a:latin typeface="Arial" panose="020B0604020202020204" pitchFamily="34" charset="0"/>
                      </a:endParaRPr>
                    </a:p>
                  </a:txBody>
                  <a:tcPr marL="6350" marR="6350" marT="6350" marB="0" anchor="ctr">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tx1">
                        <a:lumMod val="50000"/>
                      </a:schemeClr>
                    </a:solidFill>
                  </a:tcPr>
                </a:tc>
                <a:tc>
                  <a:txBody>
                    <a:bodyPr/>
                    <a:lstStyle/>
                    <a:p>
                      <a:pPr algn="ctr" fontAlgn="ctr"/>
                      <a:r>
                        <a:rPr lang="it-IT" sz="1000" b="0" i="0" u="none" strike="noStrike" dirty="0">
                          <a:solidFill>
                            <a:schemeClr val="bg1"/>
                          </a:solidFill>
                          <a:effectLst/>
                          <a:latin typeface="Arial" panose="020B0604020202020204" pitchFamily="34" charset="0"/>
                        </a:rPr>
                        <a:t>% Soglia SLA</a:t>
                      </a:r>
                    </a:p>
                  </a:txBody>
                  <a:tcPr marL="6350" marR="6350" marT="6350" marB="0" anchor="ctr">
                    <a:lnL w="3175" cap="flat" cmpd="sng" algn="ctr">
                      <a:solidFill>
                        <a:schemeClr val="accent6">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tx1">
                        <a:lumMod val="50000"/>
                      </a:schemeClr>
                    </a:solidFill>
                  </a:tcPr>
                </a:tc>
                <a:extLst>
                  <a:ext uri="{0D108BD9-81ED-4DB2-BD59-A6C34878D82A}">
                    <a16:rowId xmlns:a16="http://schemas.microsoft.com/office/drawing/2014/main" val="1772509089"/>
                  </a:ext>
                </a:extLst>
              </a:tr>
              <a:tr h="176777">
                <a:tc rowSpan="6">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dirty="0">
                          <a:solidFill>
                            <a:schemeClr val="tx2"/>
                          </a:solidFill>
                          <a:effectLst/>
                          <a:latin typeface="+mn-lt"/>
                          <a:ea typeface="+mn-ea"/>
                          <a:cs typeface="+mn-cs"/>
                        </a:rPr>
                        <a:t>ID201</a:t>
                      </a:r>
                    </a:p>
                  </a:txBody>
                  <a:tcPr marL="6350" marR="6350" marT="6350" marB="0" anchor="ctr">
                    <a:lnL w="12700" cap="flat" cmpd="sng" algn="ctr">
                      <a:solidFill>
                        <a:schemeClr val="tx1"/>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rowSpan="6">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dirty="0">
                          <a:solidFill>
                            <a:schemeClr val="tx2"/>
                          </a:solidFill>
                          <a:effectLst/>
                          <a:latin typeface="+mn-lt"/>
                          <a:ea typeface="+mn-ea"/>
                          <a:cs typeface="+mn-cs"/>
                        </a:rPr>
                        <a:t>Tempi di presa in carico delle anomalie</a:t>
                      </a:r>
                    </a:p>
                  </a:txBody>
                  <a:tcPr marL="6350" marR="6350" marT="6350" marB="0" anchor="ctr">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rowSpan="2">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it-IT" sz="1100" u="none" strike="noStrike" kern="1200" dirty="0">
                        <a:solidFill>
                          <a:schemeClr val="tx2"/>
                        </a:solidFill>
                        <a:effectLst/>
                        <a:latin typeface="+mn-lt"/>
                        <a:ea typeface="+mn-ea"/>
                        <a:cs typeface="+mn-cs"/>
                      </a:endParaRPr>
                    </a:p>
                  </a:txBody>
                  <a:tcPr marL="6350" marR="6350" marT="6350" marB="0" anchor="ctr">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rowSpan="2">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dirty="0">
                          <a:solidFill>
                            <a:schemeClr val="tx2"/>
                          </a:solidFill>
                          <a:effectLst/>
                          <a:latin typeface="+mn-lt"/>
                          <a:ea typeface="+mn-ea"/>
                          <a:cs typeface="+mn-cs"/>
                        </a:rPr>
                        <a:t>Mensile</a:t>
                      </a:r>
                    </a:p>
                  </a:txBody>
                  <a:tcPr marL="6350" marR="6350" marT="6350" marB="0" anchor="ctr">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rowSpan="2">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dirty="0">
                          <a:solidFill>
                            <a:schemeClr val="tx2"/>
                          </a:solidFill>
                          <a:effectLst/>
                          <a:latin typeface="+mn-lt"/>
                          <a:ea typeface="+mn-ea"/>
                          <a:cs typeface="+mn-cs"/>
                        </a:rPr>
                        <a:t>P1 (alta) </a:t>
                      </a:r>
                    </a:p>
                  </a:txBody>
                  <a:tcPr marL="6350" marR="6350" marT="6350" marB="0" anchor="ctr">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algn="l" fontAlgn="ctr"/>
                      <a:r>
                        <a:rPr lang="it-IT" sz="1100" u="none" strike="noStrike" kern="1200" dirty="0">
                          <a:solidFill>
                            <a:schemeClr val="tx2"/>
                          </a:solidFill>
                          <a:effectLst/>
                          <a:latin typeface="+mn-lt"/>
                          <a:ea typeface="+mn-ea"/>
                          <a:cs typeface="+mn-cs"/>
                        </a:rPr>
                        <a:t>&lt;=30 min h24/7</a:t>
                      </a:r>
                    </a:p>
                  </a:txBody>
                  <a:tcPr marL="6350" marR="6350" marT="6350" marB="0" anchor="ctr">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algn="l" fontAlgn="ctr"/>
                      <a:r>
                        <a:rPr lang="it-IT" sz="1100" u="none" strike="noStrike" kern="1200" dirty="0">
                          <a:solidFill>
                            <a:schemeClr val="tx2"/>
                          </a:solidFill>
                          <a:effectLst/>
                          <a:latin typeface="+mn-lt"/>
                          <a:ea typeface="+mn-ea"/>
                          <a:cs typeface="+mn-cs"/>
                        </a:rPr>
                        <a:t>1</a:t>
                      </a:r>
                    </a:p>
                  </a:txBody>
                  <a:tcPr marL="6350" marR="6350" marT="6350" marB="0" anchor="ctr">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rowSpan="2">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dirty="0">
                          <a:solidFill>
                            <a:schemeClr val="tx2"/>
                          </a:solidFill>
                          <a:effectLst/>
                          <a:latin typeface="+mn-lt"/>
                          <a:ea typeface="+mn-ea"/>
                          <a:cs typeface="+mn-cs"/>
                        </a:rPr>
                        <a:t>1</a:t>
                      </a:r>
                    </a:p>
                  </a:txBody>
                  <a:tcPr marL="6350" marR="6350" marT="6350" marB="0" anchor="ctr">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algn="l" fontAlgn="ctr"/>
                      <a:r>
                        <a:rPr lang="it-IT" sz="1100" u="none" strike="noStrike" kern="1200">
                          <a:solidFill>
                            <a:schemeClr val="tx2"/>
                          </a:solidFill>
                          <a:effectLst/>
                          <a:latin typeface="+mn-lt"/>
                          <a:ea typeface="+mn-ea"/>
                          <a:cs typeface="+mn-cs"/>
                        </a:rPr>
                        <a:t>100%</a:t>
                      </a:r>
                    </a:p>
                  </a:txBody>
                  <a:tcPr marL="6350" marR="6350" marT="6350" marB="0" anchor="ctr">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algn="l" fontAlgn="ctr"/>
                      <a:r>
                        <a:rPr lang="it-IT" sz="1100" u="none" strike="noStrike" kern="1200">
                          <a:solidFill>
                            <a:schemeClr val="tx2"/>
                          </a:solidFill>
                          <a:effectLst/>
                          <a:latin typeface="+mn-lt"/>
                          <a:ea typeface="+mn-ea"/>
                          <a:cs typeface="+mn-cs"/>
                        </a:rPr>
                        <a:t>80%</a:t>
                      </a:r>
                    </a:p>
                  </a:txBody>
                  <a:tcPr marL="6350" marR="6350" marT="6350" marB="0" anchor="ctr">
                    <a:lnL w="3175" cap="flat" cmpd="sng" algn="ctr">
                      <a:solidFill>
                        <a:schemeClr val="accent6">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5770182"/>
                  </a:ext>
                </a:extLst>
              </a:tr>
              <a:tr h="176777">
                <a:tc vMerge="1">
                  <a:txBody>
                    <a:bodyPr/>
                    <a:lstStyle/>
                    <a:p>
                      <a:endParaRPr lang="it-IT"/>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vMerge="1">
                  <a:txBody>
                    <a:bodyPr/>
                    <a:lstStyle/>
                    <a:p>
                      <a:endParaRPr lang="it-IT"/>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vMerge="1">
                  <a:txBody>
                    <a:bodyPr/>
                    <a:lstStyle/>
                    <a:p>
                      <a:endParaRPr lang="en-US"/>
                    </a:p>
                  </a:txBody>
                  <a:tcPr/>
                </a:tc>
                <a:tc vMerge="1">
                  <a:txBody>
                    <a:bodyPr/>
                    <a:lstStyle/>
                    <a:p>
                      <a:endParaRPr lang="en-US"/>
                    </a:p>
                  </a:txBody>
                  <a:tcPr/>
                </a:tc>
                <a:tc vMerge="1">
                  <a:txBody>
                    <a:bodyPr/>
                    <a:lstStyle/>
                    <a:p>
                      <a:endParaRPr lang="it-IT"/>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dirty="0">
                          <a:solidFill>
                            <a:schemeClr val="tx2"/>
                          </a:solidFill>
                          <a:effectLst/>
                          <a:latin typeface="+mn-lt"/>
                          <a:ea typeface="+mn-ea"/>
                          <a:cs typeface="+mn-cs"/>
                        </a:rPr>
                        <a:t>&lt;=60 min h24/7</a:t>
                      </a:r>
                    </a:p>
                  </a:txBody>
                  <a:tcPr marL="6350" marR="6350" marT="6350" marB="0" anchor="ctr">
                    <a:lnT w="3175" cap="flat" cmpd="sng" algn="ctr">
                      <a:solidFill>
                        <a:schemeClr val="accent6">
                          <a:lumMod val="50000"/>
                        </a:schemeClr>
                      </a:solidFill>
                      <a:prstDash val="solid"/>
                      <a:round/>
                      <a:headEnd type="none" w="med" len="med"/>
                      <a:tailEnd type="none" w="med" len="med"/>
                    </a:lnT>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dirty="0">
                          <a:solidFill>
                            <a:schemeClr val="tx2"/>
                          </a:solidFill>
                          <a:effectLst/>
                          <a:latin typeface="+mn-lt"/>
                          <a:ea typeface="+mn-ea"/>
                          <a:cs typeface="+mn-cs"/>
                        </a:rPr>
                        <a:t>1</a:t>
                      </a:r>
                    </a:p>
                  </a:txBody>
                  <a:tcPr marL="6350" marR="6350" marT="6350" marB="0" anchor="ctr">
                    <a:lnT w="3175" cap="flat" cmpd="sng" algn="ctr">
                      <a:solidFill>
                        <a:schemeClr val="accent6">
                          <a:lumMod val="50000"/>
                        </a:schemeClr>
                      </a:solidFill>
                      <a:prstDash val="solid"/>
                      <a:round/>
                      <a:headEnd type="none" w="med" len="med"/>
                      <a:tailEnd type="none" w="med" len="med"/>
                    </a:lnT>
                  </a:tcPr>
                </a:tc>
                <a:tc vMerge="1">
                  <a:txBody>
                    <a:bodyPr/>
                    <a:lstStyle/>
                    <a:p>
                      <a:endParaRPr lang="it-IT"/>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dirty="0">
                          <a:solidFill>
                            <a:schemeClr val="tx2"/>
                          </a:solidFill>
                          <a:effectLst/>
                          <a:latin typeface="+mn-lt"/>
                          <a:ea typeface="+mn-ea"/>
                          <a:cs typeface="+mn-cs"/>
                        </a:rPr>
                        <a:t>100%</a:t>
                      </a:r>
                    </a:p>
                  </a:txBody>
                  <a:tcPr marL="6350" marR="6350" marT="6350" marB="0" anchor="ctr">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dirty="0">
                          <a:solidFill>
                            <a:schemeClr val="tx2"/>
                          </a:solidFill>
                          <a:effectLst/>
                          <a:latin typeface="+mn-lt"/>
                          <a:ea typeface="+mn-ea"/>
                          <a:cs typeface="+mn-cs"/>
                        </a:rPr>
                        <a:t>100%</a:t>
                      </a:r>
                    </a:p>
                  </a:txBody>
                  <a:tcPr marL="6350" marR="6350" marT="6350" marB="0" anchor="ctr">
                    <a:lnL w="3175" cap="flat" cmpd="sng" algn="ctr">
                      <a:solidFill>
                        <a:schemeClr val="accent6">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880705683"/>
                  </a:ext>
                </a:extLst>
              </a:tr>
              <a:tr h="176777">
                <a:tc vMerge="1">
                  <a:txBody>
                    <a:bodyPr/>
                    <a:lstStyle/>
                    <a:p>
                      <a:endParaRPr lang="it-IT"/>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vMerge="1">
                  <a:txBody>
                    <a:bodyPr/>
                    <a:lstStyle/>
                    <a:p>
                      <a:endParaRPr lang="it-IT"/>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rowSpan="2">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it-IT" sz="1100" u="none" strike="noStrike" kern="1200" dirty="0">
                        <a:solidFill>
                          <a:schemeClr val="tx2"/>
                        </a:solidFill>
                        <a:effectLst/>
                        <a:latin typeface="+mn-lt"/>
                        <a:ea typeface="+mn-ea"/>
                        <a:cs typeface="+mn-cs"/>
                      </a:endParaRPr>
                    </a:p>
                  </a:txBody>
                  <a:tcPr marL="6350" marR="6350" marT="6350" marB="0" anchor="ctr">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rowSpan="2">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dirty="0">
                          <a:solidFill>
                            <a:schemeClr val="tx2"/>
                          </a:solidFill>
                          <a:effectLst/>
                          <a:latin typeface="+mn-lt"/>
                          <a:ea typeface="+mn-ea"/>
                          <a:cs typeface="+mn-cs"/>
                        </a:rPr>
                        <a:t>Mensile</a:t>
                      </a:r>
                    </a:p>
                  </a:txBody>
                  <a:tcPr marL="6350" marR="6350" marT="6350" marB="0" anchor="ctr">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rowSpan="2">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dirty="0">
                          <a:solidFill>
                            <a:schemeClr val="tx2"/>
                          </a:solidFill>
                          <a:effectLst/>
                          <a:latin typeface="+mn-lt"/>
                          <a:ea typeface="+mn-ea"/>
                          <a:cs typeface="+mn-cs"/>
                        </a:rPr>
                        <a:t>P2 (media)</a:t>
                      </a:r>
                    </a:p>
                  </a:txBody>
                  <a:tcPr marL="6350" marR="6350" marT="6350" marB="0" anchor="ctr">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dirty="0">
                          <a:solidFill>
                            <a:schemeClr val="tx2"/>
                          </a:solidFill>
                          <a:effectLst/>
                          <a:latin typeface="+mn-lt"/>
                          <a:ea typeface="+mn-ea"/>
                          <a:cs typeface="+mn-cs"/>
                        </a:rPr>
                        <a:t>&lt;= 60 min </a:t>
                      </a:r>
                      <a:r>
                        <a:rPr lang="it-IT" sz="1100" u="none" strike="noStrike" kern="1200" dirty="0" err="1">
                          <a:solidFill>
                            <a:schemeClr val="tx2"/>
                          </a:solidFill>
                          <a:effectLst/>
                          <a:latin typeface="+mn-lt"/>
                          <a:ea typeface="+mn-ea"/>
                          <a:cs typeface="+mn-cs"/>
                        </a:rPr>
                        <a:t>lav</a:t>
                      </a:r>
                      <a:r>
                        <a:rPr lang="it-IT" sz="1100" u="none" strike="noStrike" kern="1200" dirty="0">
                          <a:solidFill>
                            <a:schemeClr val="tx2"/>
                          </a:solidFill>
                          <a:effectLst/>
                          <a:latin typeface="+mn-lt"/>
                          <a:ea typeface="+mn-ea"/>
                          <a:cs typeface="+mn-cs"/>
                        </a:rPr>
                        <a:t> (*)</a:t>
                      </a:r>
                    </a:p>
                  </a:txBody>
                  <a:tcPr marL="6350" marR="6350" marT="6350" marB="0" anchor="ctr">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a:solidFill>
                            <a:schemeClr val="tx2"/>
                          </a:solidFill>
                          <a:effectLst/>
                          <a:latin typeface="+mn-lt"/>
                          <a:ea typeface="+mn-ea"/>
                          <a:cs typeface="+mn-cs"/>
                        </a:rPr>
                        <a:t>0</a:t>
                      </a:r>
                    </a:p>
                  </a:txBody>
                  <a:tcPr marL="6350" marR="6350" marT="6350" marB="0" anchor="ctr">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B w="3175" cap="flat" cmpd="sng" algn="ctr">
                      <a:solidFill>
                        <a:schemeClr val="accent6">
                          <a:lumMod val="50000"/>
                        </a:schemeClr>
                      </a:solidFill>
                      <a:prstDash val="solid"/>
                      <a:round/>
                      <a:headEnd type="none" w="med" len="med"/>
                      <a:tailEnd type="none" w="med" len="med"/>
                    </a:lnB>
                    <a:solidFill>
                      <a:schemeClr val="bg1"/>
                    </a:solidFill>
                  </a:tcPr>
                </a:tc>
                <a:tc rowSpan="2">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dirty="0">
                          <a:solidFill>
                            <a:schemeClr val="tx2"/>
                          </a:solidFill>
                          <a:effectLst/>
                          <a:latin typeface="+mn-lt"/>
                          <a:ea typeface="+mn-ea"/>
                          <a:cs typeface="+mn-cs"/>
                        </a:rPr>
                        <a:t>1</a:t>
                      </a:r>
                    </a:p>
                  </a:txBody>
                  <a:tcPr marL="6350" marR="6350" marT="6350" marB="0" anchor="ctr">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dirty="0">
                          <a:solidFill>
                            <a:schemeClr val="tx2"/>
                          </a:solidFill>
                          <a:effectLst/>
                          <a:latin typeface="+mn-lt"/>
                          <a:ea typeface="+mn-ea"/>
                          <a:cs typeface="+mn-cs"/>
                        </a:rPr>
                        <a:t>0%</a:t>
                      </a:r>
                    </a:p>
                  </a:txBody>
                  <a:tcPr marL="6350" marR="6350" marT="6350" marB="0" anchor="ctr">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a:solidFill>
                            <a:schemeClr val="tx2"/>
                          </a:solidFill>
                          <a:effectLst/>
                          <a:latin typeface="+mn-lt"/>
                          <a:ea typeface="+mn-ea"/>
                          <a:cs typeface="+mn-cs"/>
                        </a:rPr>
                        <a:t>80%</a:t>
                      </a:r>
                    </a:p>
                  </a:txBody>
                  <a:tcPr marL="6350" marR="6350" marT="6350" marB="0" anchor="ctr">
                    <a:lnL w="3175" cap="flat" cmpd="sng" algn="ctr">
                      <a:solidFill>
                        <a:schemeClr val="accent6">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189446389"/>
                  </a:ext>
                </a:extLst>
              </a:tr>
              <a:tr h="176777">
                <a:tc vMerge="1">
                  <a:txBody>
                    <a:bodyPr/>
                    <a:lstStyle/>
                    <a:p>
                      <a:endParaRPr lang="it-IT"/>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vMerge="1">
                  <a:txBody>
                    <a:bodyPr/>
                    <a:lstStyle/>
                    <a:p>
                      <a:endParaRPr lang="it-IT"/>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vMerge="1">
                  <a:txBody>
                    <a:bodyPr/>
                    <a:lstStyle/>
                    <a:p>
                      <a:endParaRPr lang="en-US"/>
                    </a:p>
                  </a:txBody>
                  <a:tcPr/>
                </a:tc>
                <a:tc vMerge="1">
                  <a:txBody>
                    <a:bodyPr/>
                    <a:lstStyle/>
                    <a:p>
                      <a:endParaRPr lang="en-US"/>
                    </a:p>
                  </a:txBody>
                  <a:tcPr/>
                </a:tc>
                <a:tc vMerge="1">
                  <a:txBody>
                    <a:bodyPr/>
                    <a:lstStyle/>
                    <a:p>
                      <a:endParaRPr lang="it-IT"/>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a:solidFill>
                            <a:schemeClr val="tx2"/>
                          </a:solidFill>
                          <a:effectLst/>
                          <a:latin typeface="+mn-lt"/>
                          <a:ea typeface="+mn-ea"/>
                          <a:cs typeface="+mn-cs"/>
                        </a:rPr>
                        <a:t>&lt;=120 min lav (*)</a:t>
                      </a:r>
                    </a:p>
                  </a:txBody>
                  <a:tcPr marL="6350" marR="6350" marT="6350" marB="0" anchor="ctr">
                    <a:lnT w="3175" cap="flat" cmpd="sng" algn="ctr">
                      <a:solidFill>
                        <a:schemeClr val="accent6">
                          <a:lumMod val="50000"/>
                        </a:schemeClr>
                      </a:solidFill>
                      <a:prstDash val="solid"/>
                      <a:round/>
                      <a:headEnd type="none" w="med" len="med"/>
                      <a:tailEnd type="none" w="med" len="med"/>
                    </a:lnT>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a:solidFill>
                            <a:schemeClr val="tx2"/>
                          </a:solidFill>
                          <a:effectLst/>
                          <a:latin typeface="+mn-lt"/>
                          <a:ea typeface="+mn-ea"/>
                          <a:cs typeface="+mn-cs"/>
                        </a:rPr>
                        <a:t>0</a:t>
                      </a:r>
                    </a:p>
                  </a:txBody>
                  <a:tcPr marL="6350" marR="6350" marT="6350" marB="0" anchor="ctr">
                    <a:lnT w="3175" cap="flat" cmpd="sng" algn="ctr">
                      <a:solidFill>
                        <a:schemeClr val="accent6">
                          <a:lumMod val="50000"/>
                        </a:schemeClr>
                      </a:solidFill>
                      <a:prstDash val="solid"/>
                      <a:round/>
                      <a:headEnd type="none" w="med" len="med"/>
                      <a:tailEnd type="none" w="med" len="med"/>
                    </a:lnT>
                  </a:tcPr>
                </a:tc>
                <a:tc vMerge="1">
                  <a:txBody>
                    <a:bodyPr/>
                    <a:lstStyle/>
                    <a:p>
                      <a:endParaRPr lang="it-IT"/>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a:solidFill>
                            <a:schemeClr val="tx2"/>
                          </a:solidFill>
                          <a:effectLst/>
                          <a:latin typeface="+mn-lt"/>
                          <a:ea typeface="+mn-ea"/>
                          <a:cs typeface="+mn-cs"/>
                        </a:rPr>
                        <a:t>0%</a:t>
                      </a:r>
                    </a:p>
                  </a:txBody>
                  <a:tcPr marL="6350" marR="6350" marT="6350" marB="0" anchor="ctr">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a:solidFill>
                            <a:schemeClr val="tx2"/>
                          </a:solidFill>
                          <a:effectLst/>
                          <a:latin typeface="+mn-lt"/>
                          <a:ea typeface="+mn-ea"/>
                          <a:cs typeface="+mn-cs"/>
                        </a:rPr>
                        <a:t>100%</a:t>
                      </a:r>
                    </a:p>
                  </a:txBody>
                  <a:tcPr marL="6350" marR="6350" marT="6350" marB="0" anchor="ctr">
                    <a:lnL w="3175" cap="flat" cmpd="sng" algn="ctr">
                      <a:solidFill>
                        <a:schemeClr val="accent6">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590985755"/>
                  </a:ext>
                </a:extLst>
              </a:tr>
              <a:tr h="176777">
                <a:tc vMerge="1">
                  <a:txBody>
                    <a:bodyPr/>
                    <a:lstStyle/>
                    <a:p>
                      <a:endParaRPr lang="it-IT"/>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vMerge="1">
                  <a:txBody>
                    <a:bodyPr/>
                    <a:lstStyle/>
                    <a:p>
                      <a:endParaRPr lang="it-IT"/>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rowSpan="2">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it-IT" sz="1100" u="none" strike="noStrike" kern="1200" dirty="0">
                        <a:solidFill>
                          <a:schemeClr val="tx2"/>
                        </a:solidFill>
                        <a:effectLst/>
                        <a:latin typeface="+mn-lt"/>
                        <a:ea typeface="+mn-ea"/>
                        <a:cs typeface="+mn-cs"/>
                      </a:endParaRPr>
                    </a:p>
                  </a:txBody>
                  <a:tcPr marL="6350" marR="6350" marT="6350" marB="0" anchor="ctr">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rowSpan="2">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dirty="0">
                          <a:solidFill>
                            <a:schemeClr val="tx2"/>
                          </a:solidFill>
                          <a:effectLst/>
                          <a:latin typeface="+mn-lt"/>
                          <a:ea typeface="+mn-ea"/>
                          <a:cs typeface="+mn-cs"/>
                        </a:rPr>
                        <a:t>Mensile</a:t>
                      </a:r>
                    </a:p>
                  </a:txBody>
                  <a:tcPr marL="6350" marR="6350" marT="6350" marB="0" anchor="ctr">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rowSpan="2">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dirty="0">
                          <a:solidFill>
                            <a:schemeClr val="tx2"/>
                          </a:solidFill>
                          <a:effectLst/>
                          <a:latin typeface="+mn-lt"/>
                          <a:ea typeface="+mn-ea"/>
                          <a:cs typeface="+mn-cs"/>
                        </a:rPr>
                        <a:t>P3 (bassa)</a:t>
                      </a:r>
                    </a:p>
                  </a:txBody>
                  <a:tcPr marL="6350" marR="6350" marT="6350" marB="0" anchor="ctr">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a:solidFill>
                            <a:schemeClr val="tx2"/>
                          </a:solidFill>
                          <a:effectLst/>
                          <a:latin typeface="+mn-lt"/>
                          <a:ea typeface="+mn-ea"/>
                          <a:cs typeface="+mn-cs"/>
                        </a:rPr>
                        <a:t>&lt;=120 min lav (*)</a:t>
                      </a:r>
                    </a:p>
                  </a:txBody>
                  <a:tcPr marL="6350" marR="6350" marT="6350" marB="0" anchor="ctr">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dirty="0">
                          <a:solidFill>
                            <a:schemeClr val="tx2"/>
                          </a:solidFill>
                          <a:effectLst/>
                          <a:latin typeface="+mn-lt"/>
                          <a:ea typeface="+mn-ea"/>
                          <a:cs typeface="+mn-cs"/>
                        </a:rPr>
                        <a:t>6</a:t>
                      </a:r>
                    </a:p>
                  </a:txBody>
                  <a:tcPr marL="6350" marR="6350" marT="6350" marB="0" anchor="ctr">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B w="3175" cap="flat" cmpd="sng" algn="ctr">
                      <a:solidFill>
                        <a:schemeClr val="accent6">
                          <a:lumMod val="50000"/>
                        </a:schemeClr>
                      </a:solidFill>
                      <a:prstDash val="solid"/>
                      <a:round/>
                      <a:headEnd type="none" w="med" len="med"/>
                      <a:tailEnd type="none" w="med" len="med"/>
                    </a:lnB>
                    <a:solidFill>
                      <a:schemeClr val="bg1"/>
                    </a:solidFill>
                  </a:tcPr>
                </a:tc>
                <a:tc rowSpan="2">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dirty="0">
                          <a:solidFill>
                            <a:schemeClr val="tx2"/>
                          </a:solidFill>
                          <a:effectLst/>
                          <a:latin typeface="+mn-lt"/>
                          <a:ea typeface="+mn-ea"/>
                          <a:cs typeface="+mn-cs"/>
                        </a:rPr>
                        <a:t>8</a:t>
                      </a:r>
                    </a:p>
                  </a:txBody>
                  <a:tcPr marL="6350" marR="6350" marT="6350" marB="0" anchor="ctr">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a:solidFill>
                            <a:schemeClr val="tx2"/>
                          </a:solidFill>
                          <a:effectLst/>
                          <a:latin typeface="+mn-lt"/>
                          <a:ea typeface="+mn-ea"/>
                          <a:cs typeface="+mn-cs"/>
                        </a:rPr>
                        <a:t>75%</a:t>
                      </a:r>
                    </a:p>
                  </a:txBody>
                  <a:tcPr marL="6350" marR="6350" marT="6350" marB="0" anchor="ctr">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a:solidFill>
                            <a:schemeClr val="tx2"/>
                          </a:solidFill>
                          <a:effectLst/>
                          <a:latin typeface="+mn-lt"/>
                          <a:ea typeface="+mn-ea"/>
                          <a:cs typeface="+mn-cs"/>
                        </a:rPr>
                        <a:t>80%</a:t>
                      </a:r>
                    </a:p>
                  </a:txBody>
                  <a:tcPr marL="6350" marR="6350" marT="6350" marB="0" anchor="ctr">
                    <a:lnL w="3175" cap="flat" cmpd="sng" algn="ctr">
                      <a:solidFill>
                        <a:schemeClr val="accent6">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651787755"/>
                  </a:ext>
                </a:extLst>
              </a:tr>
              <a:tr h="176777">
                <a:tc vMerge="1">
                  <a:txBody>
                    <a:bodyPr/>
                    <a:lstStyle/>
                    <a:p>
                      <a:endParaRPr lang="it-IT"/>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vMerge="1">
                  <a:txBody>
                    <a:bodyPr/>
                    <a:lstStyle/>
                    <a:p>
                      <a:endParaRPr lang="it-IT"/>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vMerge="1">
                  <a:txBody>
                    <a:bodyPr/>
                    <a:lstStyle/>
                    <a:p>
                      <a:endParaRPr lang="en-US"/>
                    </a:p>
                  </a:txBody>
                  <a:tcPr/>
                </a:tc>
                <a:tc vMerge="1">
                  <a:txBody>
                    <a:bodyPr/>
                    <a:lstStyle/>
                    <a:p>
                      <a:endParaRPr lang="en-US"/>
                    </a:p>
                  </a:txBody>
                  <a:tcPr/>
                </a:tc>
                <a:tc vMerge="1">
                  <a:txBody>
                    <a:bodyPr/>
                    <a:lstStyle/>
                    <a:p>
                      <a:endParaRPr lang="it-IT"/>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dirty="0">
                          <a:solidFill>
                            <a:schemeClr val="tx2"/>
                          </a:solidFill>
                          <a:effectLst/>
                          <a:latin typeface="+mn-lt"/>
                          <a:ea typeface="+mn-ea"/>
                          <a:cs typeface="+mn-cs"/>
                        </a:rPr>
                        <a:t>&lt;=240 min </a:t>
                      </a:r>
                      <a:r>
                        <a:rPr lang="it-IT" sz="1100" u="none" strike="noStrike" kern="1200" dirty="0" err="1">
                          <a:solidFill>
                            <a:schemeClr val="tx2"/>
                          </a:solidFill>
                          <a:effectLst/>
                          <a:latin typeface="+mn-lt"/>
                          <a:ea typeface="+mn-ea"/>
                          <a:cs typeface="+mn-cs"/>
                        </a:rPr>
                        <a:t>lav</a:t>
                      </a:r>
                      <a:r>
                        <a:rPr lang="it-IT" sz="1100" u="none" strike="noStrike" kern="1200" dirty="0">
                          <a:solidFill>
                            <a:schemeClr val="tx2"/>
                          </a:solidFill>
                          <a:effectLst/>
                          <a:latin typeface="+mn-lt"/>
                          <a:ea typeface="+mn-ea"/>
                          <a:cs typeface="+mn-cs"/>
                        </a:rPr>
                        <a:t> (*)</a:t>
                      </a:r>
                    </a:p>
                  </a:txBody>
                  <a:tcPr marL="6350" marR="6350" marT="6350" marB="0" anchor="ctr">
                    <a:lnT w="3175" cap="flat" cmpd="sng" algn="ctr">
                      <a:solidFill>
                        <a:schemeClr val="accent6">
                          <a:lumMod val="50000"/>
                        </a:schemeClr>
                      </a:solidFill>
                      <a:prstDash val="solid"/>
                      <a:round/>
                      <a:headEnd type="none" w="med" len="med"/>
                      <a:tailEnd type="none" w="med" len="med"/>
                    </a:lnT>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dirty="0">
                          <a:solidFill>
                            <a:schemeClr val="tx2"/>
                          </a:solidFill>
                          <a:effectLst/>
                          <a:latin typeface="+mn-lt"/>
                          <a:ea typeface="+mn-ea"/>
                          <a:cs typeface="+mn-cs"/>
                        </a:rPr>
                        <a:t>6</a:t>
                      </a:r>
                    </a:p>
                  </a:txBody>
                  <a:tcPr marL="6350" marR="6350" marT="6350" marB="0" anchor="ctr">
                    <a:lnT w="3175" cap="flat" cmpd="sng" algn="ctr">
                      <a:solidFill>
                        <a:schemeClr val="accent6">
                          <a:lumMod val="50000"/>
                        </a:schemeClr>
                      </a:solidFill>
                      <a:prstDash val="solid"/>
                      <a:round/>
                      <a:headEnd type="none" w="med" len="med"/>
                      <a:tailEnd type="none" w="med" len="med"/>
                    </a:lnT>
                  </a:tcPr>
                </a:tc>
                <a:tc vMerge="1">
                  <a:txBody>
                    <a:bodyPr/>
                    <a:lstStyle/>
                    <a:p>
                      <a:endParaRPr lang="it-IT"/>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a:solidFill>
                            <a:schemeClr val="tx2"/>
                          </a:solidFill>
                          <a:effectLst/>
                          <a:latin typeface="+mn-lt"/>
                          <a:ea typeface="+mn-ea"/>
                          <a:cs typeface="+mn-cs"/>
                        </a:rPr>
                        <a:t>75%</a:t>
                      </a:r>
                    </a:p>
                  </a:txBody>
                  <a:tcPr marL="6350" marR="6350" marT="6350" marB="0" anchor="ctr">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a:solidFill>
                            <a:schemeClr val="tx2"/>
                          </a:solidFill>
                          <a:effectLst/>
                          <a:latin typeface="+mn-lt"/>
                          <a:ea typeface="+mn-ea"/>
                          <a:cs typeface="+mn-cs"/>
                        </a:rPr>
                        <a:t>100%</a:t>
                      </a:r>
                    </a:p>
                  </a:txBody>
                  <a:tcPr marL="6350" marR="6350" marT="6350" marB="0" anchor="ctr">
                    <a:lnL w="3175" cap="flat" cmpd="sng" algn="ctr">
                      <a:solidFill>
                        <a:schemeClr val="accent6">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945305058"/>
                  </a:ext>
                </a:extLst>
              </a:tr>
              <a:tr h="176777">
                <a:tc rowSpan="6">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a:solidFill>
                            <a:schemeClr val="tx2"/>
                          </a:solidFill>
                          <a:effectLst/>
                          <a:latin typeface="+mn-lt"/>
                          <a:ea typeface="+mn-ea"/>
                          <a:cs typeface="+mn-cs"/>
                        </a:rPr>
                        <a:t>ID202</a:t>
                      </a:r>
                    </a:p>
                  </a:txBody>
                  <a:tcPr marL="6350" marR="6350" marT="6350" marB="0" anchor="ctr">
                    <a:lnL w="12700" cap="flat" cmpd="sng" algn="ctr">
                      <a:solidFill>
                        <a:schemeClr val="tx1"/>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rowSpan="6">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dirty="0">
                          <a:solidFill>
                            <a:schemeClr val="tx2"/>
                          </a:solidFill>
                          <a:effectLst/>
                          <a:latin typeface="+mn-lt"/>
                          <a:ea typeface="+mn-ea"/>
                          <a:cs typeface="+mn-cs"/>
                        </a:rPr>
                        <a:t>Tempi di risoluzione delle Anomalie</a:t>
                      </a:r>
                    </a:p>
                  </a:txBody>
                  <a:tcPr marL="6350" marR="6350" marT="6350" marB="0" anchor="ctr">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rowSpan="2">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it-IT" sz="1100" u="none" strike="noStrike" kern="1200" dirty="0">
                        <a:solidFill>
                          <a:schemeClr val="tx2"/>
                        </a:solidFill>
                        <a:effectLst/>
                        <a:latin typeface="+mn-lt"/>
                        <a:ea typeface="+mn-ea"/>
                        <a:cs typeface="+mn-cs"/>
                      </a:endParaRPr>
                    </a:p>
                  </a:txBody>
                  <a:tcPr marL="6350" marR="6350" marT="6350" marB="0" anchor="ctr">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rowSpan="2">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dirty="0">
                          <a:solidFill>
                            <a:schemeClr val="tx2"/>
                          </a:solidFill>
                          <a:effectLst/>
                          <a:latin typeface="+mn-lt"/>
                          <a:ea typeface="+mn-ea"/>
                          <a:cs typeface="+mn-cs"/>
                        </a:rPr>
                        <a:t>Mensile</a:t>
                      </a:r>
                    </a:p>
                  </a:txBody>
                  <a:tcPr marL="6350" marR="6350" marT="6350" marB="0" anchor="ctr">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rowSpan="2">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dirty="0">
                          <a:solidFill>
                            <a:schemeClr val="tx2"/>
                          </a:solidFill>
                          <a:effectLst/>
                          <a:latin typeface="+mn-lt"/>
                          <a:ea typeface="+mn-ea"/>
                          <a:cs typeface="+mn-cs"/>
                        </a:rPr>
                        <a:t>P1 (alta) </a:t>
                      </a:r>
                    </a:p>
                  </a:txBody>
                  <a:tcPr marL="6350" marR="6350" marT="6350" marB="0" anchor="ctr">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dirty="0">
                          <a:solidFill>
                            <a:schemeClr val="tx2"/>
                          </a:solidFill>
                          <a:effectLst/>
                          <a:latin typeface="+mn-lt"/>
                          <a:ea typeface="+mn-ea"/>
                          <a:cs typeface="+mn-cs"/>
                        </a:rPr>
                        <a:t>&lt;=480 min h 24/7</a:t>
                      </a:r>
                    </a:p>
                  </a:txBody>
                  <a:tcPr marL="6350" marR="6350" marT="6350" marB="0" anchor="ctr">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a:solidFill>
                            <a:schemeClr val="tx2"/>
                          </a:solidFill>
                          <a:effectLst/>
                          <a:latin typeface="+mn-lt"/>
                          <a:ea typeface="+mn-ea"/>
                          <a:cs typeface="+mn-cs"/>
                        </a:rPr>
                        <a:t>0</a:t>
                      </a:r>
                    </a:p>
                  </a:txBody>
                  <a:tcPr marL="6350" marR="6350" marT="6350" marB="0" anchor="ctr">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B w="3175" cap="flat" cmpd="sng" algn="ctr">
                      <a:solidFill>
                        <a:schemeClr val="accent6">
                          <a:lumMod val="50000"/>
                        </a:schemeClr>
                      </a:solidFill>
                      <a:prstDash val="solid"/>
                      <a:round/>
                      <a:headEnd type="none" w="med" len="med"/>
                      <a:tailEnd type="none" w="med" len="med"/>
                    </a:lnB>
                    <a:solidFill>
                      <a:schemeClr val="bg1"/>
                    </a:solidFill>
                  </a:tcPr>
                </a:tc>
                <a:tc rowSpan="2">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dirty="0">
                          <a:solidFill>
                            <a:schemeClr val="tx2"/>
                          </a:solidFill>
                          <a:effectLst/>
                          <a:latin typeface="+mn-lt"/>
                          <a:ea typeface="+mn-ea"/>
                          <a:cs typeface="+mn-cs"/>
                        </a:rPr>
                        <a:t>0</a:t>
                      </a:r>
                    </a:p>
                  </a:txBody>
                  <a:tcPr marL="6350" marR="6350" marT="6350" marB="0" anchor="ctr">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a:solidFill>
                            <a:schemeClr val="tx2"/>
                          </a:solidFill>
                          <a:effectLst/>
                          <a:latin typeface="+mn-lt"/>
                          <a:ea typeface="+mn-ea"/>
                          <a:cs typeface="+mn-cs"/>
                        </a:rPr>
                        <a:t> </a:t>
                      </a:r>
                    </a:p>
                  </a:txBody>
                  <a:tcPr marL="6350" marR="6350" marT="6350" marB="0" anchor="ctr">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a:solidFill>
                            <a:schemeClr val="tx2"/>
                          </a:solidFill>
                          <a:effectLst/>
                          <a:latin typeface="+mn-lt"/>
                          <a:ea typeface="+mn-ea"/>
                          <a:cs typeface="+mn-cs"/>
                        </a:rPr>
                        <a:t>90%</a:t>
                      </a:r>
                    </a:p>
                  </a:txBody>
                  <a:tcPr marL="6350" marR="6350" marT="6350" marB="0" anchor="ctr">
                    <a:lnL w="3175" cap="flat" cmpd="sng" algn="ctr">
                      <a:solidFill>
                        <a:schemeClr val="accent6">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152821"/>
                  </a:ext>
                </a:extLst>
              </a:tr>
              <a:tr h="176777">
                <a:tc vMerge="1">
                  <a:txBody>
                    <a:bodyPr/>
                    <a:lstStyle/>
                    <a:p>
                      <a:endParaRPr lang="it-IT"/>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vMerge="1">
                  <a:txBody>
                    <a:bodyPr/>
                    <a:lstStyle/>
                    <a:p>
                      <a:endParaRPr lang="it-IT"/>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vMerge="1">
                  <a:txBody>
                    <a:bodyPr/>
                    <a:lstStyle/>
                    <a:p>
                      <a:endParaRPr lang="en-US"/>
                    </a:p>
                  </a:txBody>
                  <a:tcPr/>
                </a:tc>
                <a:tc vMerge="1">
                  <a:txBody>
                    <a:bodyPr/>
                    <a:lstStyle/>
                    <a:p>
                      <a:endParaRPr lang="en-US"/>
                    </a:p>
                  </a:txBody>
                  <a:tcPr/>
                </a:tc>
                <a:tc vMerge="1">
                  <a:txBody>
                    <a:bodyPr/>
                    <a:lstStyle/>
                    <a:p>
                      <a:endParaRPr lang="it-IT"/>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a:solidFill>
                            <a:schemeClr val="tx2"/>
                          </a:solidFill>
                          <a:effectLst/>
                          <a:latin typeface="+mn-lt"/>
                          <a:ea typeface="+mn-ea"/>
                          <a:cs typeface="+mn-cs"/>
                        </a:rPr>
                        <a:t>&lt;=1440 min h24/7</a:t>
                      </a:r>
                    </a:p>
                  </a:txBody>
                  <a:tcPr marL="6350" marR="6350" marT="6350" marB="0" anchor="ctr">
                    <a:lnT w="3175" cap="flat" cmpd="sng" algn="ctr">
                      <a:solidFill>
                        <a:schemeClr val="accent6">
                          <a:lumMod val="50000"/>
                        </a:schemeClr>
                      </a:solidFill>
                      <a:prstDash val="solid"/>
                      <a:round/>
                      <a:headEnd type="none" w="med" len="med"/>
                      <a:tailEnd type="none" w="med" len="med"/>
                    </a:lnT>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a:solidFill>
                            <a:schemeClr val="tx2"/>
                          </a:solidFill>
                          <a:effectLst/>
                          <a:latin typeface="+mn-lt"/>
                          <a:ea typeface="+mn-ea"/>
                          <a:cs typeface="+mn-cs"/>
                        </a:rPr>
                        <a:t>0</a:t>
                      </a:r>
                    </a:p>
                  </a:txBody>
                  <a:tcPr marL="6350" marR="6350" marT="6350" marB="0" anchor="ctr">
                    <a:lnT w="3175" cap="flat" cmpd="sng" algn="ctr">
                      <a:solidFill>
                        <a:schemeClr val="accent6">
                          <a:lumMod val="50000"/>
                        </a:schemeClr>
                      </a:solidFill>
                      <a:prstDash val="solid"/>
                      <a:round/>
                      <a:headEnd type="none" w="med" len="med"/>
                      <a:tailEnd type="none" w="med" len="med"/>
                    </a:lnT>
                  </a:tcPr>
                </a:tc>
                <a:tc vMerge="1">
                  <a:txBody>
                    <a:bodyPr/>
                    <a:lstStyle/>
                    <a:p>
                      <a:endParaRPr lang="it-IT"/>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dirty="0">
                          <a:solidFill>
                            <a:schemeClr val="tx2"/>
                          </a:solidFill>
                          <a:effectLst/>
                          <a:latin typeface="+mn-lt"/>
                          <a:ea typeface="+mn-ea"/>
                          <a:cs typeface="+mn-cs"/>
                        </a:rPr>
                        <a:t> </a:t>
                      </a:r>
                    </a:p>
                  </a:txBody>
                  <a:tcPr marL="6350" marR="6350" marT="6350" marB="0" anchor="ctr">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a:solidFill>
                            <a:schemeClr val="tx2"/>
                          </a:solidFill>
                          <a:effectLst/>
                          <a:latin typeface="+mn-lt"/>
                          <a:ea typeface="+mn-ea"/>
                          <a:cs typeface="+mn-cs"/>
                        </a:rPr>
                        <a:t>100%</a:t>
                      </a:r>
                    </a:p>
                  </a:txBody>
                  <a:tcPr marL="6350" marR="6350" marT="6350" marB="0" anchor="ctr">
                    <a:lnL w="3175" cap="flat" cmpd="sng" algn="ctr">
                      <a:solidFill>
                        <a:schemeClr val="accent6">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59597214"/>
                  </a:ext>
                </a:extLst>
              </a:tr>
              <a:tr h="176777">
                <a:tc vMerge="1">
                  <a:txBody>
                    <a:bodyPr/>
                    <a:lstStyle/>
                    <a:p>
                      <a:endParaRPr lang="it-IT"/>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vMerge="1">
                  <a:txBody>
                    <a:bodyPr/>
                    <a:lstStyle/>
                    <a:p>
                      <a:endParaRPr lang="it-IT"/>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rowSpan="2">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it-IT" sz="1100" u="none" strike="noStrike" kern="1200" dirty="0">
                        <a:solidFill>
                          <a:schemeClr val="tx2"/>
                        </a:solidFill>
                        <a:effectLst/>
                        <a:latin typeface="+mn-lt"/>
                        <a:ea typeface="+mn-ea"/>
                        <a:cs typeface="+mn-cs"/>
                      </a:endParaRPr>
                    </a:p>
                  </a:txBody>
                  <a:tcPr marL="6350" marR="6350" marT="6350" marB="0" anchor="ctr">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rowSpan="2">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dirty="0">
                          <a:solidFill>
                            <a:schemeClr val="tx2"/>
                          </a:solidFill>
                          <a:effectLst/>
                          <a:latin typeface="+mn-lt"/>
                          <a:ea typeface="+mn-ea"/>
                          <a:cs typeface="+mn-cs"/>
                        </a:rPr>
                        <a:t>Mensile</a:t>
                      </a:r>
                    </a:p>
                  </a:txBody>
                  <a:tcPr marL="6350" marR="6350" marT="6350" marB="0" anchor="ctr">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rowSpan="2">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dirty="0">
                          <a:solidFill>
                            <a:schemeClr val="tx2"/>
                          </a:solidFill>
                          <a:effectLst/>
                          <a:latin typeface="+mn-lt"/>
                          <a:ea typeface="+mn-ea"/>
                          <a:cs typeface="+mn-cs"/>
                        </a:rPr>
                        <a:t>P2 (media)</a:t>
                      </a:r>
                    </a:p>
                  </a:txBody>
                  <a:tcPr marL="6350" marR="6350" marT="6350" marB="0" anchor="ctr">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dirty="0">
                          <a:solidFill>
                            <a:schemeClr val="tx2"/>
                          </a:solidFill>
                          <a:effectLst/>
                          <a:latin typeface="+mn-lt"/>
                          <a:ea typeface="+mn-ea"/>
                          <a:cs typeface="+mn-cs"/>
                        </a:rPr>
                        <a:t>&lt;=1200 min </a:t>
                      </a:r>
                      <a:r>
                        <a:rPr lang="it-IT" sz="1100" u="none" strike="noStrike" kern="1200" dirty="0" err="1">
                          <a:solidFill>
                            <a:schemeClr val="tx2"/>
                          </a:solidFill>
                          <a:effectLst/>
                          <a:latin typeface="+mn-lt"/>
                          <a:ea typeface="+mn-ea"/>
                          <a:cs typeface="+mn-cs"/>
                        </a:rPr>
                        <a:t>lav</a:t>
                      </a:r>
                      <a:r>
                        <a:rPr lang="it-IT" sz="1100" u="none" strike="noStrike" kern="1200" dirty="0">
                          <a:solidFill>
                            <a:schemeClr val="tx2"/>
                          </a:solidFill>
                          <a:effectLst/>
                          <a:latin typeface="+mn-lt"/>
                          <a:ea typeface="+mn-ea"/>
                          <a:cs typeface="+mn-cs"/>
                        </a:rPr>
                        <a:t> (*)</a:t>
                      </a:r>
                    </a:p>
                  </a:txBody>
                  <a:tcPr marL="6350" marR="6350" marT="6350" marB="0" anchor="ctr">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a:solidFill>
                            <a:schemeClr val="tx2"/>
                          </a:solidFill>
                          <a:effectLst/>
                          <a:latin typeface="+mn-lt"/>
                          <a:ea typeface="+mn-ea"/>
                          <a:cs typeface="+mn-cs"/>
                        </a:rPr>
                        <a:t>0</a:t>
                      </a:r>
                    </a:p>
                  </a:txBody>
                  <a:tcPr marL="6350" marR="6350" marT="6350" marB="0" anchor="ctr">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B w="3175" cap="flat" cmpd="sng" algn="ctr">
                      <a:solidFill>
                        <a:schemeClr val="accent6">
                          <a:lumMod val="50000"/>
                        </a:schemeClr>
                      </a:solidFill>
                      <a:prstDash val="solid"/>
                      <a:round/>
                      <a:headEnd type="none" w="med" len="med"/>
                      <a:tailEnd type="none" w="med" len="med"/>
                    </a:lnB>
                    <a:solidFill>
                      <a:schemeClr val="bg1"/>
                    </a:solidFill>
                  </a:tcPr>
                </a:tc>
                <a:tc rowSpan="2">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a:solidFill>
                            <a:schemeClr val="tx2"/>
                          </a:solidFill>
                          <a:effectLst/>
                          <a:latin typeface="+mn-lt"/>
                          <a:ea typeface="+mn-ea"/>
                          <a:cs typeface="+mn-cs"/>
                        </a:rPr>
                        <a:t>1</a:t>
                      </a:r>
                    </a:p>
                  </a:txBody>
                  <a:tcPr marL="6350" marR="6350" marT="6350" marB="0" anchor="ctr">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a:solidFill>
                            <a:schemeClr val="tx2"/>
                          </a:solidFill>
                          <a:effectLst/>
                          <a:latin typeface="+mn-lt"/>
                          <a:ea typeface="+mn-ea"/>
                          <a:cs typeface="+mn-cs"/>
                        </a:rPr>
                        <a:t> </a:t>
                      </a:r>
                    </a:p>
                  </a:txBody>
                  <a:tcPr marL="6350" marR="6350" marT="6350" marB="0" anchor="ctr">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a:solidFill>
                            <a:schemeClr val="tx2"/>
                          </a:solidFill>
                          <a:effectLst/>
                          <a:latin typeface="+mn-lt"/>
                          <a:ea typeface="+mn-ea"/>
                          <a:cs typeface="+mn-cs"/>
                        </a:rPr>
                        <a:t>80%</a:t>
                      </a:r>
                    </a:p>
                  </a:txBody>
                  <a:tcPr marL="6350" marR="6350" marT="6350" marB="0" anchor="ctr">
                    <a:lnL w="3175" cap="flat" cmpd="sng" algn="ctr">
                      <a:solidFill>
                        <a:schemeClr val="accent6">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743799243"/>
                  </a:ext>
                </a:extLst>
              </a:tr>
              <a:tr h="176777">
                <a:tc vMerge="1">
                  <a:txBody>
                    <a:bodyPr/>
                    <a:lstStyle/>
                    <a:p>
                      <a:endParaRPr lang="it-IT"/>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vMerge="1">
                  <a:txBody>
                    <a:bodyPr/>
                    <a:lstStyle/>
                    <a:p>
                      <a:endParaRPr lang="it-IT"/>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vMerge="1">
                  <a:txBody>
                    <a:bodyPr/>
                    <a:lstStyle/>
                    <a:p>
                      <a:endParaRPr lang="en-US"/>
                    </a:p>
                  </a:txBody>
                  <a:tcPr/>
                </a:tc>
                <a:tc vMerge="1">
                  <a:txBody>
                    <a:bodyPr/>
                    <a:lstStyle/>
                    <a:p>
                      <a:endParaRPr lang="en-US"/>
                    </a:p>
                  </a:txBody>
                  <a:tcPr/>
                </a:tc>
                <a:tc vMerge="1">
                  <a:txBody>
                    <a:bodyPr/>
                    <a:lstStyle/>
                    <a:p>
                      <a:endParaRPr lang="it-IT"/>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dirty="0">
                          <a:solidFill>
                            <a:schemeClr val="tx2"/>
                          </a:solidFill>
                          <a:effectLst/>
                          <a:latin typeface="+mn-lt"/>
                          <a:ea typeface="+mn-ea"/>
                          <a:cs typeface="+mn-cs"/>
                        </a:rPr>
                        <a:t>&lt;=1920 min </a:t>
                      </a:r>
                      <a:r>
                        <a:rPr lang="it-IT" sz="1100" u="none" strike="noStrike" kern="1200" dirty="0" err="1">
                          <a:solidFill>
                            <a:schemeClr val="tx2"/>
                          </a:solidFill>
                          <a:effectLst/>
                          <a:latin typeface="+mn-lt"/>
                          <a:ea typeface="+mn-ea"/>
                          <a:cs typeface="+mn-cs"/>
                        </a:rPr>
                        <a:t>lav</a:t>
                      </a:r>
                      <a:r>
                        <a:rPr lang="it-IT" sz="1100" u="none" strike="noStrike" kern="1200" dirty="0">
                          <a:solidFill>
                            <a:schemeClr val="tx2"/>
                          </a:solidFill>
                          <a:effectLst/>
                          <a:latin typeface="+mn-lt"/>
                          <a:ea typeface="+mn-ea"/>
                          <a:cs typeface="+mn-cs"/>
                        </a:rPr>
                        <a:t> (*)</a:t>
                      </a:r>
                    </a:p>
                  </a:txBody>
                  <a:tcPr marL="6350" marR="6350" marT="6350" marB="0" anchor="ctr">
                    <a:lnT w="3175" cap="flat" cmpd="sng" algn="ctr">
                      <a:solidFill>
                        <a:schemeClr val="accent6">
                          <a:lumMod val="50000"/>
                        </a:schemeClr>
                      </a:solidFill>
                      <a:prstDash val="solid"/>
                      <a:round/>
                      <a:headEnd type="none" w="med" len="med"/>
                      <a:tailEnd type="none" w="med" len="med"/>
                    </a:lnT>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dirty="0">
                          <a:solidFill>
                            <a:schemeClr val="tx2"/>
                          </a:solidFill>
                          <a:effectLst/>
                          <a:latin typeface="+mn-lt"/>
                          <a:ea typeface="+mn-ea"/>
                          <a:cs typeface="+mn-cs"/>
                        </a:rPr>
                        <a:t>0</a:t>
                      </a:r>
                    </a:p>
                  </a:txBody>
                  <a:tcPr marL="6350" marR="6350" marT="6350" marB="0" anchor="ctr">
                    <a:lnT w="3175" cap="flat" cmpd="sng" algn="ctr">
                      <a:solidFill>
                        <a:schemeClr val="accent6">
                          <a:lumMod val="50000"/>
                        </a:schemeClr>
                      </a:solidFill>
                      <a:prstDash val="solid"/>
                      <a:round/>
                      <a:headEnd type="none" w="med" len="med"/>
                      <a:tailEnd type="none" w="med" len="med"/>
                    </a:lnT>
                  </a:tcPr>
                </a:tc>
                <a:tc vMerge="1">
                  <a:txBody>
                    <a:bodyPr/>
                    <a:lstStyle/>
                    <a:p>
                      <a:endParaRPr lang="it-IT"/>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dirty="0">
                          <a:solidFill>
                            <a:schemeClr val="tx2"/>
                          </a:solidFill>
                          <a:effectLst/>
                          <a:latin typeface="+mn-lt"/>
                          <a:ea typeface="+mn-ea"/>
                          <a:cs typeface="+mn-cs"/>
                        </a:rPr>
                        <a:t> </a:t>
                      </a:r>
                    </a:p>
                  </a:txBody>
                  <a:tcPr marL="6350" marR="6350" marT="6350" marB="0" anchor="ctr">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a:solidFill>
                            <a:schemeClr val="tx2"/>
                          </a:solidFill>
                          <a:effectLst/>
                          <a:latin typeface="+mn-lt"/>
                          <a:ea typeface="+mn-ea"/>
                          <a:cs typeface="+mn-cs"/>
                        </a:rPr>
                        <a:t>100%</a:t>
                      </a:r>
                    </a:p>
                  </a:txBody>
                  <a:tcPr marL="6350" marR="6350" marT="6350" marB="0" anchor="ctr">
                    <a:lnL w="3175" cap="flat" cmpd="sng" algn="ctr">
                      <a:solidFill>
                        <a:schemeClr val="accent6">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818094317"/>
                  </a:ext>
                </a:extLst>
              </a:tr>
              <a:tr h="176777">
                <a:tc vMerge="1">
                  <a:txBody>
                    <a:bodyPr/>
                    <a:lstStyle/>
                    <a:p>
                      <a:endParaRPr lang="it-IT"/>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vMerge="1">
                  <a:txBody>
                    <a:bodyPr/>
                    <a:lstStyle/>
                    <a:p>
                      <a:endParaRPr lang="it-IT"/>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rowSpan="2">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it-IT" sz="1100" u="none" strike="noStrike" kern="1200" dirty="0">
                        <a:solidFill>
                          <a:schemeClr val="tx2"/>
                        </a:solidFill>
                        <a:effectLst/>
                        <a:latin typeface="+mn-lt"/>
                        <a:ea typeface="+mn-ea"/>
                        <a:cs typeface="+mn-cs"/>
                      </a:endParaRPr>
                    </a:p>
                  </a:txBody>
                  <a:tcPr marL="6350" marR="6350" marT="6350" marB="0" anchor="ctr">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rowSpan="2">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dirty="0">
                          <a:solidFill>
                            <a:schemeClr val="tx2"/>
                          </a:solidFill>
                          <a:effectLst/>
                          <a:latin typeface="+mn-lt"/>
                          <a:ea typeface="+mn-ea"/>
                          <a:cs typeface="+mn-cs"/>
                        </a:rPr>
                        <a:t>Mensile</a:t>
                      </a:r>
                    </a:p>
                  </a:txBody>
                  <a:tcPr marL="6350" marR="6350" marT="6350" marB="0" anchor="ctr">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rowSpan="2">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dirty="0">
                          <a:solidFill>
                            <a:schemeClr val="tx2"/>
                          </a:solidFill>
                          <a:effectLst/>
                          <a:latin typeface="+mn-lt"/>
                          <a:ea typeface="+mn-ea"/>
                          <a:cs typeface="+mn-cs"/>
                        </a:rPr>
                        <a:t>P3 (bassa)</a:t>
                      </a:r>
                    </a:p>
                  </a:txBody>
                  <a:tcPr marL="6350" marR="6350" marT="6350" marB="0" anchor="ctr">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dirty="0">
                          <a:solidFill>
                            <a:schemeClr val="tx2"/>
                          </a:solidFill>
                          <a:effectLst/>
                          <a:latin typeface="+mn-lt"/>
                          <a:ea typeface="+mn-ea"/>
                          <a:cs typeface="+mn-cs"/>
                        </a:rPr>
                        <a:t>&lt;=1920 min </a:t>
                      </a:r>
                      <a:r>
                        <a:rPr lang="it-IT" sz="1100" u="none" strike="noStrike" kern="1200" dirty="0" err="1">
                          <a:solidFill>
                            <a:schemeClr val="tx2"/>
                          </a:solidFill>
                          <a:effectLst/>
                          <a:latin typeface="+mn-lt"/>
                          <a:ea typeface="+mn-ea"/>
                          <a:cs typeface="+mn-cs"/>
                        </a:rPr>
                        <a:t>lav</a:t>
                      </a:r>
                      <a:r>
                        <a:rPr lang="it-IT" sz="1100" u="none" strike="noStrike" kern="1200" dirty="0">
                          <a:solidFill>
                            <a:schemeClr val="tx2"/>
                          </a:solidFill>
                          <a:effectLst/>
                          <a:latin typeface="+mn-lt"/>
                          <a:ea typeface="+mn-ea"/>
                          <a:cs typeface="+mn-cs"/>
                        </a:rPr>
                        <a:t> (*)</a:t>
                      </a:r>
                    </a:p>
                  </a:txBody>
                  <a:tcPr marL="6350" marR="6350" marT="6350" marB="0" anchor="ctr">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dirty="0">
                          <a:solidFill>
                            <a:schemeClr val="tx2"/>
                          </a:solidFill>
                          <a:effectLst/>
                          <a:latin typeface="+mn-lt"/>
                          <a:ea typeface="+mn-ea"/>
                          <a:cs typeface="+mn-cs"/>
                        </a:rPr>
                        <a:t>0</a:t>
                      </a:r>
                    </a:p>
                  </a:txBody>
                  <a:tcPr marL="6350" marR="6350" marT="6350" marB="0" anchor="ctr">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B w="3175" cap="flat" cmpd="sng" algn="ctr">
                      <a:solidFill>
                        <a:schemeClr val="accent6">
                          <a:lumMod val="50000"/>
                        </a:schemeClr>
                      </a:solidFill>
                      <a:prstDash val="solid"/>
                      <a:round/>
                      <a:headEnd type="none" w="med" len="med"/>
                      <a:tailEnd type="none" w="med" len="med"/>
                    </a:lnB>
                    <a:solidFill>
                      <a:schemeClr val="bg1"/>
                    </a:solidFill>
                  </a:tcPr>
                </a:tc>
                <a:tc rowSpan="2">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a:solidFill>
                            <a:schemeClr val="tx2"/>
                          </a:solidFill>
                          <a:effectLst/>
                          <a:latin typeface="+mn-lt"/>
                          <a:ea typeface="+mn-ea"/>
                          <a:cs typeface="+mn-cs"/>
                        </a:rPr>
                        <a:t>3</a:t>
                      </a:r>
                    </a:p>
                  </a:txBody>
                  <a:tcPr marL="6350" marR="6350" marT="6350" marB="0" anchor="ctr">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dirty="0">
                          <a:solidFill>
                            <a:schemeClr val="tx2"/>
                          </a:solidFill>
                          <a:effectLst/>
                          <a:latin typeface="+mn-lt"/>
                          <a:ea typeface="+mn-ea"/>
                          <a:cs typeface="+mn-cs"/>
                        </a:rPr>
                        <a:t> </a:t>
                      </a:r>
                    </a:p>
                  </a:txBody>
                  <a:tcPr marL="6350" marR="6350" marT="6350" marB="0" anchor="ctr">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a:solidFill>
                            <a:schemeClr val="tx2"/>
                          </a:solidFill>
                          <a:effectLst/>
                          <a:latin typeface="+mn-lt"/>
                          <a:ea typeface="+mn-ea"/>
                          <a:cs typeface="+mn-cs"/>
                        </a:rPr>
                        <a:t>80%</a:t>
                      </a:r>
                    </a:p>
                  </a:txBody>
                  <a:tcPr marL="6350" marR="6350" marT="6350" marB="0" anchor="ctr">
                    <a:lnL w="3175" cap="flat" cmpd="sng" algn="ctr">
                      <a:solidFill>
                        <a:schemeClr val="accent6">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344208650"/>
                  </a:ext>
                </a:extLst>
              </a:tr>
              <a:tr h="176777">
                <a:tc vMerge="1">
                  <a:txBody>
                    <a:bodyPr/>
                    <a:lstStyle/>
                    <a:p>
                      <a:endParaRPr lang="it-IT"/>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vMerge="1">
                  <a:txBody>
                    <a:bodyPr/>
                    <a:lstStyle/>
                    <a:p>
                      <a:endParaRPr lang="it-IT"/>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vMerge="1">
                  <a:txBody>
                    <a:bodyPr/>
                    <a:lstStyle/>
                    <a:p>
                      <a:endParaRPr lang="en-US"/>
                    </a:p>
                  </a:txBody>
                  <a:tcPr/>
                </a:tc>
                <a:tc vMerge="1">
                  <a:txBody>
                    <a:bodyPr/>
                    <a:lstStyle/>
                    <a:p>
                      <a:endParaRPr lang="en-US"/>
                    </a:p>
                  </a:txBody>
                  <a:tcPr/>
                </a:tc>
                <a:tc vMerge="1">
                  <a:txBody>
                    <a:bodyPr/>
                    <a:lstStyle/>
                    <a:p>
                      <a:endParaRPr lang="it-IT"/>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dirty="0">
                          <a:solidFill>
                            <a:schemeClr val="tx2"/>
                          </a:solidFill>
                          <a:effectLst/>
                          <a:latin typeface="+mn-lt"/>
                          <a:ea typeface="+mn-ea"/>
                          <a:cs typeface="+mn-cs"/>
                        </a:rPr>
                        <a:t>&lt;=3360 min </a:t>
                      </a:r>
                      <a:r>
                        <a:rPr lang="it-IT" sz="1100" u="none" strike="noStrike" kern="1200" dirty="0" err="1">
                          <a:solidFill>
                            <a:schemeClr val="tx2"/>
                          </a:solidFill>
                          <a:effectLst/>
                          <a:latin typeface="+mn-lt"/>
                          <a:ea typeface="+mn-ea"/>
                          <a:cs typeface="+mn-cs"/>
                        </a:rPr>
                        <a:t>lav</a:t>
                      </a:r>
                      <a:r>
                        <a:rPr lang="it-IT" sz="1100" u="none" strike="noStrike" kern="1200" dirty="0">
                          <a:solidFill>
                            <a:schemeClr val="tx2"/>
                          </a:solidFill>
                          <a:effectLst/>
                          <a:latin typeface="+mn-lt"/>
                          <a:ea typeface="+mn-ea"/>
                          <a:cs typeface="+mn-cs"/>
                        </a:rPr>
                        <a:t> (*)</a:t>
                      </a:r>
                    </a:p>
                  </a:txBody>
                  <a:tcPr marL="6350" marR="6350" marT="6350" marB="0" anchor="ctr">
                    <a:lnT w="3175" cap="flat" cmpd="sng" algn="ctr">
                      <a:solidFill>
                        <a:schemeClr val="accent6">
                          <a:lumMod val="50000"/>
                        </a:schemeClr>
                      </a:solidFill>
                      <a:prstDash val="solid"/>
                      <a:round/>
                      <a:headEnd type="none" w="med" len="med"/>
                      <a:tailEnd type="none" w="med" len="med"/>
                    </a:lnT>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dirty="0">
                          <a:solidFill>
                            <a:schemeClr val="tx2"/>
                          </a:solidFill>
                          <a:effectLst/>
                          <a:latin typeface="+mn-lt"/>
                          <a:ea typeface="+mn-ea"/>
                          <a:cs typeface="+mn-cs"/>
                        </a:rPr>
                        <a:t>0</a:t>
                      </a:r>
                    </a:p>
                  </a:txBody>
                  <a:tcPr marL="6350" marR="6350" marT="6350" marB="0" anchor="ctr">
                    <a:lnT w="3175" cap="flat" cmpd="sng" algn="ctr">
                      <a:solidFill>
                        <a:schemeClr val="accent6">
                          <a:lumMod val="50000"/>
                        </a:schemeClr>
                      </a:solidFill>
                      <a:prstDash val="solid"/>
                      <a:round/>
                      <a:headEnd type="none" w="med" len="med"/>
                      <a:tailEnd type="none" w="med" len="med"/>
                    </a:lnT>
                  </a:tcPr>
                </a:tc>
                <a:tc vMerge="1">
                  <a:txBody>
                    <a:bodyPr/>
                    <a:lstStyle/>
                    <a:p>
                      <a:endParaRPr lang="it-IT"/>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dirty="0">
                          <a:solidFill>
                            <a:schemeClr val="tx2"/>
                          </a:solidFill>
                          <a:effectLst/>
                          <a:latin typeface="+mn-lt"/>
                          <a:ea typeface="+mn-ea"/>
                          <a:cs typeface="+mn-cs"/>
                        </a:rPr>
                        <a:t> </a:t>
                      </a:r>
                    </a:p>
                  </a:txBody>
                  <a:tcPr marL="6350" marR="6350" marT="6350" marB="0" anchor="ctr">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a:solidFill>
                            <a:schemeClr val="tx2"/>
                          </a:solidFill>
                          <a:effectLst/>
                          <a:latin typeface="+mn-lt"/>
                          <a:ea typeface="+mn-ea"/>
                          <a:cs typeface="+mn-cs"/>
                        </a:rPr>
                        <a:t>100%</a:t>
                      </a:r>
                    </a:p>
                  </a:txBody>
                  <a:tcPr marL="6350" marR="6350" marT="6350" marB="0" anchor="ctr">
                    <a:lnL w="3175" cap="flat" cmpd="sng" algn="ctr">
                      <a:solidFill>
                        <a:schemeClr val="accent6">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579648152"/>
                  </a:ext>
                </a:extLst>
              </a:tr>
              <a:tr h="176777">
                <a:tc rowSpan="6">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a:solidFill>
                            <a:schemeClr val="tx2"/>
                          </a:solidFill>
                          <a:effectLst/>
                          <a:latin typeface="+mn-lt"/>
                          <a:ea typeface="+mn-ea"/>
                          <a:cs typeface="+mn-cs"/>
                        </a:rPr>
                        <a:t>ID133</a:t>
                      </a:r>
                    </a:p>
                  </a:txBody>
                  <a:tcPr marL="6350" marR="6350" marT="6350" marB="0" anchor="ctr">
                    <a:lnL w="12700" cap="flat" cmpd="sng" algn="ctr">
                      <a:solidFill>
                        <a:schemeClr val="tx1"/>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rowSpan="6">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dirty="0">
                          <a:solidFill>
                            <a:schemeClr val="tx2"/>
                          </a:solidFill>
                          <a:effectLst/>
                          <a:latin typeface="+mn-lt"/>
                          <a:ea typeface="+mn-ea"/>
                          <a:cs typeface="+mn-cs"/>
                        </a:rPr>
                        <a:t>Tempi di presa in carico delle Richieste di servizio</a:t>
                      </a:r>
                    </a:p>
                  </a:txBody>
                  <a:tcPr marL="6350" marR="6350" marT="6350" marB="0" anchor="ctr">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rowSpan="2">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it-IT" sz="1100" u="none" strike="noStrike" kern="1200" dirty="0">
                        <a:solidFill>
                          <a:schemeClr val="tx2"/>
                        </a:solidFill>
                        <a:effectLst/>
                        <a:latin typeface="+mn-lt"/>
                        <a:ea typeface="+mn-ea"/>
                        <a:cs typeface="+mn-cs"/>
                      </a:endParaRPr>
                    </a:p>
                  </a:txBody>
                  <a:tcPr marL="6350" marR="6350" marT="6350" marB="0" anchor="ctr">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rowSpan="2">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dirty="0">
                          <a:solidFill>
                            <a:schemeClr val="tx2"/>
                          </a:solidFill>
                          <a:effectLst/>
                          <a:latin typeface="+mn-lt"/>
                          <a:ea typeface="+mn-ea"/>
                          <a:cs typeface="+mn-cs"/>
                        </a:rPr>
                        <a:t>Mensile</a:t>
                      </a:r>
                    </a:p>
                  </a:txBody>
                  <a:tcPr marL="6350" marR="6350" marT="6350" marB="0" anchor="ctr">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rowSpan="2">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dirty="0">
                          <a:solidFill>
                            <a:schemeClr val="tx2"/>
                          </a:solidFill>
                          <a:effectLst/>
                          <a:latin typeface="+mn-lt"/>
                          <a:ea typeface="+mn-ea"/>
                          <a:cs typeface="+mn-cs"/>
                        </a:rPr>
                        <a:t>P1 (alta) </a:t>
                      </a:r>
                    </a:p>
                  </a:txBody>
                  <a:tcPr marL="6350" marR="6350" marT="6350" marB="0" anchor="ctr">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dirty="0">
                          <a:solidFill>
                            <a:schemeClr val="tx2"/>
                          </a:solidFill>
                          <a:effectLst/>
                          <a:latin typeface="+mn-lt"/>
                          <a:ea typeface="+mn-ea"/>
                          <a:cs typeface="+mn-cs"/>
                        </a:rPr>
                        <a:t>&lt;=60 min </a:t>
                      </a:r>
                      <a:r>
                        <a:rPr lang="it-IT" sz="1100" u="none" strike="noStrike" kern="1200" dirty="0" err="1">
                          <a:solidFill>
                            <a:schemeClr val="tx2"/>
                          </a:solidFill>
                          <a:effectLst/>
                          <a:latin typeface="+mn-lt"/>
                          <a:ea typeface="+mn-ea"/>
                          <a:cs typeface="+mn-cs"/>
                        </a:rPr>
                        <a:t>lav</a:t>
                      </a:r>
                      <a:r>
                        <a:rPr lang="it-IT" sz="1100" u="none" strike="noStrike" kern="1200" dirty="0">
                          <a:solidFill>
                            <a:schemeClr val="tx2"/>
                          </a:solidFill>
                          <a:effectLst/>
                          <a:latin typeface="+mn-lt"/>
                          <a:ea typeface="+mn-ea"/>
                          <a:cs typeface="+mn-cs"/>
                        </a:rPr>
                        <a:t> (*)</a:t>
                      </a:r>
                    </a:p>
                  </a:txBody>
                  <a:tcPr marL="6350" marR="6350" marT="6350" marB="0" anchor="ctr">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dirty="0">
                          <a:solidFill>
                            <a:schemeClr val="tx2"/>
                          </a:solidFill>
                          <a:effectLst/>
                          <a:latin typeface="+mn-lt"/>
                          <a:ea typeface="+mn-ea"/>
                          <a:cs typeface="+mn-cs"/>
                        </a:rPr>
                        <a:t>0</a:t>
                      </a:r>
                    </a:p>
                  </a:txBody>
                  <a:tcPr marL="6350" marR="6350" marT="6350" marB="0" anchor="ctr">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B w="3175" cap="flat" cmpd="sng" algn="ctr">
                      <a:solidFill>
                        <a:schemeClr val="accent6">
                          <a:lumMod val="50000"/>
                        </a:schemeClr>
                      </a:solidFill>
                      <a:prstDash val="solid"/>
                      <a:round/>
                      <a:headEnd type="none" w="med" len="med"/>
                      <a:tailEnd type="none" w="med" len="med"/>
                    </a:lnB>
                    <a:solidFill>
                      <a:schemeClr val="bg1"/>
                    </a:solidFill>
                  </a:tcPr>
                </a:tc>
                <a:tc rowSpan="2">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a:solidFill>
                            <a:schemeClr val="tx2"/>
                          </a:solidFill>
                          <a:effectLst/>
                          <a:latin typeface="+mn-lt"/>
                          <a:ea typeface="+mn-ea"/>
                          <a:cs typeface="+mn-cs"/>
                        </a:rPr>
                        <a:t>0</a:t>
                      </a:r>
                    </a:p>
                  </a:txBody>
                  <a:tcPr marL="6350" marR="6350" marT="6350" marB="0" anchor="ctr">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dirty="0">
                          <a:solidFill>
                            <a:schemeClr val="tx2"/>
                          </a:solidFill>
                          <a:effectLst/>
                          <a:latin typeface="+mn-lt"/>
                          <a:ea typeface="+mn-ea"/>
                          <a:cs typeface="+mn-cs"/>
                        </a:rPr>
                        <a:t> </a:t>
                      </a:r>
                    </a:p>
                  </a:txBody>
                  <a:tcPr marL="6350" marR="6350" marT="6350" marB="0" anchor="ctr">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a:solidFill>
                            <a:schemeClr val="tx2"/>
                          </a:solidFill>
                          <a:effectLst/>
                          <a:latin typeface="+mn-lt"/>
                          <a:ea typeface="+mn-ea"/>
                          <a:cs typeface="+mn-cs"/>
                        </a:rPr>
                        <a:t>80%</a:t>
                      </a:r>
                    </a:p>
                  </a:txBody>
                  <a:tcPr marL="6350" marR="6350" marT="6350" marB="0" anchor="ctr">
                    <a:lnL w="3175" cap="flat" cmpd="sng" algn="ctr">
                      <a:solidFill>
                        <a:schemeClr val="accent6">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866655053"/>
                  </a:ext>
                </a:extLst>
              </a:tr>
              <a:tr h="176777">
                <a:tc vMerge="1">
                  <a:txBody>
                    <a:bodyPr/>
                    <a:lstStyle/>
                    <a:p>
                      <a:endParaRPr lang="it-IT"/>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vMerge="1">
                  <a:txBody>
                    <a:bodyPr/>
                    <a:lstStyle/>
                    <a:p>
                      <a:endParaRPr lang="it-IT"/>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vMerge="1">
                  <a:txBody>
                    <a:bodyPr/>
                    <a:lstStyle/>
                    <a:p>
                      <a:endParaRPr lang="en-US"/>
                    </a:p>
                  </a:txBody>
                  <a:tcPr/>
                </a:tc>
                <a:tc vMerge="1">
                  <a:txBody>
                    <a:bodyPr/>
                    <a:lstStyle/>
                    <a:p>
                      <a:endParaRPr lang="en-US"/>
                    </a:p>
                  </a:txBody>
                  <a:tcPr/>
                </a:tc>
                <a:tc vMerge="1">
                  <a:txBody>
                    <a:bodyPr/>
                    <a:lstStyle/>
                    <a:p>
                      <a:endParaRPr lang="it-IT"/>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dirty="0">
                          <a:solidFill>
                            <a:schemeClr val="tx2"/>
                          </a:solidFill>
                          <a:effectLst/>
                          <a:latin typeface="+mn-lt"/>
                          <a:ea typeface="+mn-ea"/>
                          <a:cs typeface="+mn-cs"/>
                        </a:rPr>
                        <a:t>&lt;=120 min </a:t>
                      </a:r>
                      <a:r>
                        <a:rPr lang="it-IT" sz="1100" u="none" strike="noStrike" kern="1200" dirty="0" err="1">
                          <a:solidFill>
                            <a:schemeClr val="tx2"/>
                          </a:solidFill>
                          <a:effectLst/>
                          <a:latin typeface="+mn-lt"/>
                          <a:ea typeface="+mn-ea"/>
                          <a:cs typeface="+mn-cs"/>
                        </a:rPr>
                        <a:t>lav</a:t>
                      </a:r>
                      <a:r>
                        <a:rPr lang="it-IT" sz="1100" u="none" strike="noStrike" kern="1200" dirty="0">
                          <a:solidFill>
                            <a:schemeClr val="tx2"/>
                          </a:solidFill>
                          <a:effectLst/>
                          <a:latin typeface="+mn-lt"/>
                          <a:ea typeface="+mn-ea"/>
                          <a:cs typeface="+mn-cs"/>
                        </a:rPr>
                        <a:t> (*)</a:t>
                      </a:r>
                    </a:p>
                  </a:txBody>
                  <a:tcPr marL="6350" marR="6350" marT="6350" marB="0" anchor="ctr">
                    <a:lnT w="3175" cap="flat" cmpd="sng" algn="ctr">
                      <a:solidFill>
                        <a:schemeClr val="accent6">
                          <a:lumMod val="50000"/>
                        </a:schemeClr>
                      </a:solidFill>
                      <a:prstDash val="solid"/>
                      <a:round/>
                      <a:headEnd type="none" w="med" len="med"/>
                      <a:tailEnd type="none" w="med" len="med"/>
                    </a:lnT>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dirty="0">
                          <a:solidFill>
                            <a:schemeClr val="tx2"/>
                          </a:solidFill>
                          <a:effectLst/>
                          <a:latin typeface="+mn-lt"/>
                          <a:ea typeface="+mn-ea"/>
                          <a:cs typeface="+mn-cs"/>
                        </a:rPr>
                        <a:t>0</a:t>
                      </a:r>
                    </a:p>
                  </a:txBody>
                  <a:tcPr marL="6350" marR="6350" marT="6350" marB="0" anchor="ctr">
                    <a:lnT w="3175" cap="flat" cmpd="sng" algn="ctr">
                      <a:solidFill>
                        <a:schemeClr val="accent6">
                          <a:lumMod val="50000"/>
                        </a:schemeClr>
                      </a:solidFill>
                      <a:prstDash val="solid"/>
                      <a:round/>
                      <a:headEnd type="none" w="med" len="med"/>
                      <a:tailEnd type="none" w="med" len="med"/>
                    </a:lnT>
                  </a:tcPr>
                </a:tc>
                <a:tc vMerge="1">
                  <a:txBody>
                    <a:bodyPr/>
                    <a:lstStyle/>
                    <a:p>
                      <a:endParaRPr lang="it-IT"/>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dirty="0">
                          <a:solidFill>
                            <a:schemeClr val="tx2"/>
                          </a:solidFill>
                          <a:effectLst/>
                          <a:latin typeface="+mn-lt"/>
                          <a:ea typeface="+mn-ea"/>
                          <a:cs typeface="+mn-cs"/>
                        </a:rPr>
                        <a:t> </a:t>
                      </a:r>
                    </a:p>
                  </a:txBody>
                  <a:tcPr marL="6350" marR="6350" marT="6350" marB="0" anchor="ctr">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a:solidFill>
                            <a:schemeClr val="tx2"/>
                          </a:solidFill>
                          <a:effectLst/>
                          <a:latin typeface="+mn-lt"/>
                          <a:ea typeface="+mn-ea"/>
                          <a:cs typeface="+mn-cs"/>
                        </a:rPr>
                        <a:t>100%</a:t>
                      </a:r>
                    </a:p>
                  </a:txBody>
                  <a:tcPr marL="6350" marR="6350" marT="6350" marB="0" anchor="ctr">
                    <a:lnL w="3175" cap="flat" cmpd="sng" algn="ctr">
                      <a:solidFill>
                        <a:schemeClr val="accent6">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493364440"/>
                  </a:ext>
                </a:extLst>
              </a:tr>
              <a:tr h="176777">
                <a:tc vMerge="1">
                  <a:txBody>
                    <a:bodyPr/>
                    <a:lstStyle/>
                    <a:p>
                      <a:endParaRPr lang="it-IT"/>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vMerge="1">
                  <a:txBody>
                    <a:bodyPr/>
                    <a:lstStyle/>
                    <a:p>
                      <a:endParaRPr lang="it-IT"/>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rowSpan="2">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it-IT" sz="1100" u="none" strike="noStrike" kern="1200" dirty="0">
                        <a:solidFill>
                          <a:schemeClr val="tx2"/>
                        </a:solidFill>
                        <a:effectLst/>
                        <a:latin typeface="+mn-lt"/>
                        <a:ea typeface="+mn-ea"/>
                        <a:cs typeface="+mn-cs"/>
                      </a:endParaRPr>
                    </a:p>
                  </a:txBody>
                  <a:tcPr marL="6350" marR="6350" marT="6350" marB="0" anchor="ctr">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rowSpan="2">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dirty="0">
                          <a:solidFill>
                            <a:schemeClr val="tx2"/>
                          </a:solidFill>
                          <a:effectLst/>
                          <a:latin typeface="+mn-lt"/>
                          <a:ea typeface="+mn-ea"/>
                          <a:cs typeface="+mn-cs"/>
                        </a:rPr>
                        <a:t>Mensile</a:t>
                      </a:r>
                    </a:p>
                  </a:txBody>
                  <a:tcPr marL="6350" marR="6350" marT="6350" marB="0" anchor="ctr">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rowSpan="2">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dirty="0">
                          <a:solidFill>
                            <a:schemeClr val="tx2"/>
                          </a:solidFill>
                          <a:effectLst/>
                          <a:latin typeface="+mn-lt"/>
                          <a:ea typeface="+mn-ea"/>
                          <a:cs typeface="+mn-cs"/>
                        </a:rPr>
                        <a:t>P2 (media)</a:t>
                      </a:r>
                    </a:p>
                  </a:txBody>
                  <a:tcPr marL="6350" marR="6350" marT="6350" marB="0" anchor="ctr">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dirty="0">
                          <a:solidFill>
                            <a:schemeClr val="tx2"/>
                          </a:solidFill>
                          <a:effectLst/>
                          <a:latin typeface="+mn-lt"/>
                          <a:ea typeface="+mn-ea"/>
                          <a:cs typeface="+mn-cs"/>
                        </a:rPr>
                        <a:t>&lt;= 20 min </a:t>
                      </a:r>
                      <a:r>
                        <a:rPr lang="it-IT" sz="1100" u="none" strike="noStrike" kern="1200" dirty="0" err="1">
                          <a:solidFill>
                            <a:schemeClr val="tx2"/>
                          </a:solidFill>
                          <a:effectLst/>
                          <a:latin typeface="+mn-lt"/>
                          <a:ea typeface="+mn-ea"/>
                          <a:cs typeface="+mn-cs"/>
                        </a:rPr>
                        <a:t>lav</a:t>
                      </a:r>
                      <a:r>
                        <a:rPr lang="it-IT" sz="1100" u="none" strike="noStrike" kern="1200" dirty="0">
                          <a:solidFill>
                            <a:schemeClr val="tx2"/>
                          </a:solidFill>
                          <a:effectLst/>
                          <a:latin typeface="+mn-lt"/>
                          <a:ea typeface="+mn-ea"/>
                          <a:cs typeface="+mn-cs"/>
                        </a:rPr>
                        <a:t> (*)</a:t>
                      </a:r>
                    </a:p>
                  </a:txBody>
                  <a:tcPr marL="6350" marR="6350" marT="6350" marB="0" anchor="ctr">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dirty="0">
                          <a:solidFill>
                            <a:schemeClr val="tx2"/>
                          </a:solidFill>
                          <a:effectLst/>
                          <a:latin typeface="+mn-lt"/>
                          <a:ea typeface="+mn-ea"/>
                          <a:cs typeface="+mn-cs"/>
                        </a:rPr>
                        <a:t>0</a:t>
                      </a:r>
                    </a:p>
                  </a:txBody>
                  <a:tcPr marL="6350" marR="6350" marT="6350" marB="0" anchor="ctr">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B w="3175" cap="flat" cmpd="sng" algn="ctr">
                      <a:solidFill>
                        <a:schemeClr val="accent6">
                          <a:lumMod val="50000"/>
                        </a:schemeClr>
                      </a:solidFill>
                      <a:prstDash val="solid"/>
                      <a:round/>
                      <a:headEnd type="none" w="med" len="med"/>
                      <a:tailEnd type="none" w="med" len="med"/>
                    </a:lnB>
                    <a:solidFill>
                      <a:schemeClr val="bg1"/>
                    </a:solidFill>
                  </a:tcPr>
                </a:tc>
                <a:tc rowSpan="2">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a:solidFill>
                            <a:schemeClr val="tx2"/>
                          </a:solidFill>
                          <a:effectLst/>
                          <a:latin typeface="+mn-lt"/>
                          <a:ea typeface="+mn-ea"/>
                          <a:cs typeface="+mn-cs"/>
                        </a:rPr>
                        <a:t>0</a:t>
                      </a:r>
                    </a:p>
                  </a:txBody>
                  <a:tcPr marL="6350" marR="6350" marT="6350" marB="0" anchor="ctr">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dirty="0">
                          <a:solidFill>
                            <a:schemeClr val="tx2"/>
                          </a:solidFill>
                          <a:effectLst/>
                          <a:latin typeface="+mn-lt"/>
                          <a:ea typeface="+mn-ea"/>
                          <a:cs typeface="+mn-cs"/>
                        </a:rPr>
                        <a:t> </a:t>
                      </a:r>
                    </a:p>
                  </a:txBody>
                  <a:tcPr marL="6350" marR="6350" marT="6350" marB="0" anchor="ctr">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dirty="0">
                          <a:solidFill>
                            <a:schemeClr val="tx2"/>
                          </a:solidFill>
                          <a:effectLst/>
                          <a:latin typeface="+mn-lt"/>
                          <a:ea typeface="+mn-ea"/>
                          <a:cs typeface="+mn-cs"/>
                        </a:rPr>
                        <a:t>80%</a:t>
                      </a:r>
                    </a:p>
                  </a:txBody>
                  <a:tcPr marL="6350" marR="6350" marT="6350" marB="0" anchor="ctr">
                    <a:lnL w="3175" cap="flat" cmpd="sng" algn="ctr">
                      <a:solidFill>
                        <a:schemeClr val="accent6">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66968131"/>
                  </a:ext>
                </a:extLst>
              </a:tr>
              <a:tr h="176777">
                <a:tc vMerge="1">
                  <a:txBody>
                    <a:bodyPr/>
                    <a:lstStyle/>
                    <a:p>
                      <a:endParaRPr lang="it-IT"/>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vMerge="1">
                  <a:txBody>
                    <a:bodyPr/>
                    <a:lstStyle/>
                    <a:p>
                      <a:endParaRPr lang="it-IT"/>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vMerge="1">
                  <a:txBody>
                    <a:bodyPr/>
                    <a:lstStyle/>
                    <a:p>
                      <a:endParaRPr lang="en-US"/>
                    </a:p>
                  </a:txBody>
                  <a:tcPr/>
                </a:tc>
                <a:tc vMerge="1">
                  <a:txBody>
                    <a:bodyPr/>
                    <a:lstStyle/>
                    <a:p>
                      <a:endParaRPr lang="en-US"/>
                    </a:p>
                  </a:txBody>
                  <a:tcPr/>
                </a:tc>
                <a:tc vMerge="1">
                  <a:txBody>
                    <a:bodyPr/>
                    <a:lstStyle/>
                    <a:p>
                      <a:endParaRPr lang="it-IT"/>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dirty="0">
                          <a:solidFill>
                            <a:schemeClr val="tx2"/>
                          </a:solidFill>
                          <a:effectLst/>
                          <a:latin typeface="+mn-lt"/>
                          <a:ea typeface="+mn-ea"/>
                          <a:cs typeface="+mn-cs"/>
                        </a:rPr>
                        <a:t>&lt;=240 min </a:t>
                      </a:r>
                      <a:r>
                        <a:rPr lang="it-IT" sz="1100" u="none" strike="noStrike" kern="1200" dirty="0" err="1">
                          <a:solidFill>
                            <a:schemeClr val="tx2"/>
                          </a:solidFill>
                          <a:effectLst/>
                          <a:latin typeface="+mn-lt"/>
                          <a:ea typeface="+mn-ea"/>
                          <a:cs typeface="+mn-cs"/>
                        </a:rPr>
                        <a:t>lav</a:t>
                      </a:r>
                      <a:r>
                        <a:rPr lang="it-IT" sz="1100" u="none" strike="noStrike" kern="1200" dirty="0">
                          <a:solidFill>
                            <a:schemeClr val="tx2"/>
                          </a:solidFill>
                          <a:effectLst/>
                          <a:latin typeface="+mn-lt"/>
                          <a:ea typeface="+mn-ea"/>
                          <a:cs typeface="+mn-cs"/>
                        </a:rPr>
                        <a:t> (*)</a:t>
                      </a:r>
                    </a:p>
                  </a:txBody>
                  <a:tcPr marL="6350" marR="6350" marT="6350" marB="0" anchor="ctr">
                    <a:lnT w="3175" cap="flat" cmpd="sng" algn="ctr">
                      <a:solidFill>
                        <a:schemeClr val="accent6">
                          <a:lumMod val="50000"/>
                        </a:schemeClr>
                      </a:solidFill>
                      <a:prstDash val="solid"/>
                      <a:round/>
                      <a:headEnd type="none" w="med" len="med"/>
                      <a:tailEnd type="none" w="med" len="med"/>
                    </a:lnT>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a:solidFill>
                            <a:schemeClr val="tx2"/>
                          </a:solidFill>
                          <a:effectLst/>
                          <a:latin typeface="+mn-lt"/>
                          <a:ea typeface="+mn-ea"/>
                          <a:cs typeface="+mn-cs"/>
                        </a:rPr>
                        <a:t>0</a:t>
                      </a:r>
                    </a:p>
                  </a:txBody>
                  <a:tcPr marL="6350" marR="6350" marT="6350" marB="0" anchor="ctr">
                    <a:lnT w="3175" cap="flat" cmpd="sng" algn="ctr">
                      <a:solidFill>
                        <a:schemeClr val="accent6">
                          <a:lumMod val="50000"/>
                        </a:schemeClr>
                      </a:solidFill>
                      <a:prstDash val="solid"/>
                      <a:round/>
                      <a:headEnd type="none" w="med" len="med"/>
                      <a:tailEnd type="none" w="med" len="med"/>
                    </a:lnT>
                  </a:tcPr>
                </a:tc>
                <a:tc vMerge="1">
                  <a:txBody>
                    <a:bodyPr/>
                    <a:lstStyle/>
                    <a:p>
                      <a:endParaRPr lang="it-IT"/>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dirty="0">
                          <a:solidFill>
                            <a:schemeClr val="tx2"/>
                          </a:solidFill>
                          <a:effectLst/>
                          <a:latin typeface="+mn-lt"/>
                          <a:ea typeface="+mn-ea"/>
                          <a:cs typeface="+mn-cs"/>
                        </a:rPr>
                        <a:t> </a:t>
                      </a:r>
                    </a:p>
                  </a:txBody>
                  <a:tcPr marL="6350" marR="6350" marT="6350" marB="0" anchor="ctr">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dirty="0">
                          <a:solidFill>
                            <a:schemeClr val="tx2"/>
                          </a:solidFill>
                          <a:effectLst/>
                          <a:latin typeface="+mn-lt"/>
                          <a:ea typeface="+mn-ea"/>
                          <a:cs typeface="+mn-cs"/>
                        </a:rPr>
                        <a:t>100%</a:t>
                      </a:r>
                    </a:p>
                  </a:txBody>
                  <a:tcPr marL="6350" marR="6350" marT="6350" marB="0" anchor="ctr">
                    <a:lnL w="3175" cap="flat" cmpd="sng" algn="ctr">
                      <a:solidFill>
                        <a:schemeClr val="accent6">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464948387"/>
                  </a:ext>
                </a:extLst>
              </a:tr>
              <a:tr h="176777">
                <a:tc vMerge="1">
                  <a:txBody>
                    <a:bodyPr/>
                    <a:lstStyle/>
                    <a:p>
                      <a:endParaRPr lang="it-IT"/>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vMerge="1">
                  <a:txBody>
                    <a:bodyPr/>
                    <a:lstStyle/>
                    <a:p>
                      <a:endParaRPr lang="it-IT"/>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rowSpan="2">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it-IT" sz="1100" u="none" strike="noStrike" kern="1200" dirty="0">
                        <a:solidFill>
                          <a:schemeClr val="tx2"/>
                        </a:solidFill>
                        <a:effectLst/>
                        <a:latin typeface="+mn-lt"/>
                        <a:ea typeface="+mn-ea"/>
                        <a:cs typeface="+mn-cs"/>
                      </a:endParaRPr>
                    </a:p>
                  </a:txBody>
                  <a:tcPr marL="6350" marR="6350" marT="6350" marB="0" anchor="ctr">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rowSpan="2">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dirty="0">
                          <a:solidFill>
                            <a:schemeClr val="tx2"/>
                          </a:solidFill>
                          <a:effectLst/>
                          <a:latin typeface="+mn-lt"/>
                          <a:ea typeface="+mn-ea"/>
                          <a:cs typeface="+mn-cs"/>
                        </a:rPr>
                        <a:t>Mensile</a:t>
                      </a:r>
                    </a:p>
                  </a:txBody>
                  <a:tcPr marL="6350" marR="6350" marT="6350" marB="0" anchor="ctr">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rowSpan="2">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a:solidFill>
                            <a:schemeClr val="tx2"/>
                          </a:solidFill>
                          <a:effectLst/>
                          <a:latin typeface="+mn-lt"/>
                          <a:ea typeface="+mn-ea"/>
                          <a:cs typeface="+mn-cs"/>
                        </a:rPr>
                        <a:t>P3 (bassa)</a:t>
                      </a:r>
                    </a:p>
                  </a:txBody>
                  <a:tcPr marL="6350" marR="6350" marT="6350" marB="0" anchor="ctr">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dirty="0">
                          <a:solidFill>
                            <a:schemeClr val="tx2"/>
                          </a:solidFill>
                          <a:effectLst/>
                          <a:latin typeface="+mn-lt"/>
                          <a:ea typeface="+mn-ea"/>
                          <a:cs typeface="+mn-cs"/>
                        </a:rPr>
                        <a:t>&lt;=240 min </a:t>
                      </a:r>
                      <a:r>
                        <a:rPr lang="it-IT" sz="1100" u="none" strike="noStrike" kern="1200" dirty="0" err="1">
                          <a:solidFill>
                            <a:schemeClr val="tx2"/>
                          </a:solidFill>
                          <a:effectLst/>
                          <a:latin typeface="+mn-lt"/>
                          <a:ea typeface="+mn-ea"/>
                          <a:cs typeface="+mn-cs"/>
                        </a:rPr>
                        <a:t>lav</a:t>
                      </a:r>
                      <a:r>
                        <a:rPr lang="it-IT" sz="1100" u="none" strike="noStrike" kern="1200" dirty="0">
                          <a:solidFill>
                            <a:schemeClr val="tx2"/>
                          </a:solidFill>
                          <a:effectLst/>
                          <a:latin typeface="+mn-lt"/>
                          <a:ea typeface="+mn-ea"/>
                          <a:cs typeface="+mn-cs"/>
                        </a:rPr>
                        <a:t> (*)</a:t>
                      </a:r>
                    </a:p>
                  </a:txBody>
                  <a:tcPr marL="6350" marR="6350" marT="6350" marB="0" anchor="ctr">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a:solidFill>
                            <a:schemeClr val="tx2"/>
                          </a:solidFill>
                          <a:effectLst/>
                          <a:latin typeface="+mn-lt"/>
                          <a:ea typeface="+mn-ea"/>
                          <a:cs typeface="+mn-cs"/>
                        </a:rPr>
                        <a:t>1</a:t>
                      </a:r>
                    </a:p>
                  </a:txBody>
                  <a:tcPr marL="6350" marR="6350" marT="6350" marB="0" anchor="ctr">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B w="3175" cap="flat" cmpd="sng" algn="ctr">
                      <a:solidFill>
                        <a:schemeClr val="accent6">
                          <a:lumMod val="50000"/>
                        </a:schemeClr>
                      </a:solidFill>
                      <a:prstDash val="solid"/>
                      <a:round/>
                      <a:headEnd type="none" w="med" len="med"/>
                      <a:tailEnd type="none" w="med" len="med"/>
                    </a:lnB>
                    <a:solidFill>
                      <a:schemeClr val="bg1"/>
                    </a:solidFill>
                  </a:tcPr>
                </a:tc>
                <a:tc rowSpan="2">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a:solidFill>
                            <a:schemeClr val="tx2"/>
                          </a:solidFill>
                          <a:effectLst/>
                          <a:latin typeface="+mn-lt"/>
                          <a:ea typeface="+mn-ea"/>
                          <a:cs typeface="+mn-cs"/>
                        </a:rPr>
                        <a:t>1</a:t>
                      </a:r>
                    </a:p>
                  </a:txBody>
                  <a:tcPr marL="6350" marR="6350" marT="6350" marB="0" anchor="ctr">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dirty="0">
                          <a:solidFill>
                            <a:schemeClr val="tx2"/>
                          </a:solidFill>
                          <a:effectLst/>
                          <a:latin typeface="+mn-lt"/>
                          <a:ea typeface="+mn-ea"/>
                          <a:cs typeface="+mn-cs"/>
                        </a:rPr>
                        <a:t>100%</a:t>
                      </a:r>
                    </a:p>
                  </a:txBody>
                  <a:tcPr marL="6350" marR="6350" marT="6350" marB="0" anchor="ctr">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dirty="0">
                          <a:solidFill>
                            <a:schemeClr val="tx2"/>
                          </a:solidFill>
                          <a:effectLst/>
                          <a:latin typeface="+mn-lt"/>
                          <a:ea typeface="+mn-ea"/>
                          <a:cs typeface="+mn-cs"/>
                        </a:rPr>
                        <a:t>80%</a:t>
                      </a:r>
                    </a:p>
                  </a:txBody>
                  <a:tcPr marL="6350" marR="6350" marT="6350" marB="0" anchor="ctr">
                    <a:lnL w="3175" cap="flat" cmpd="sng" algn="ctr">
                      <a:solidFill>
                        <a:schemeClr val="accent6">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10627389"/>
                  </a:ext>
                </a:extLst>
              </a:tr>
              <a:tr h="176777">
                <a:tc vMerge="1">
                  <a:txBody>
                    <a:bodyPr/>
                    <a:lstStyle/>
                    <a:p>
                      <a:endParaRPr lang="it-IT"/>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vMerge="1">
                  <a:txBody>
                    <a:bodyPr/>
                    <a:lstStyle/>
                    <a:p>
                      <a:endParaRPr lang="it-IT"/>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vMerge="1">
                  <a:txBody>
                    <a:bodyPr/>
                    <a:lstStyle/>
                    <a:p>
                      <a:endParaRPr lang="en-US"/>
                    </a:p>
                  </a:txBody>
                  <a:tcPr/>
                </a:tc>
                <a:tc vMerge="1">
                  <a:txBody>
                    <a:bodyPr/>
                    <a:lstStyle/>
                    <a:p>
                      <a:endParaRPr lang="en-US"/>
                    </a:p>
                  </a:txBody>
                  <a:tcPr/>
                </a:tc>
                <a:tc vMerge="1">
                  <a:txBody>
                    <a:bodyPr/>
                    <a:lstStyle/>
                    <a:p>
                      <a:endParaRPr lang="it-IT"/>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dirty="0">
                          <a:solidFill>
                            <a:schemeClr val="tx2"/>
                          </a:solidFill>
                          <a:effectLst/>
                          <a:latin typeface="+mn-lt"/>
                          <a:ea typeface="+mn-ea"/>
                          <a:cs typeface="+mn-cs"/>
                        </a:rPr>
                        <a:t> </a:t>
                      </a:r>
                    </a:p>
                  </a:txBody>
                  <a:tcPr marL="6350" marR="6350" marT="6350" marB="0" anchor="ctr">
                    <a:lnT w="3175" cap="flat" cmpd="sng" algn="ctr">
                      <a:solidFill>
                        <a:schemeClr val="accent6">
                          <a:lumMod val="50000"/>
                        </a:schemeClr>
                      </a:solidFill>
                      <a:prstDash val="solid"/>
                      <a:round/>
                      <a:headEnd type="none" w="med" len="med"/>
                      <a:tailEnd type="none" w="med" len="med"/>
                    </a:lnT>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dirty="0">
                          <a:solidFill>
                            <a:schemeClr val="tx2"/>
                          </a:solidFill>
                          <a:effectLst/>
                          <a:latin typeface="+mn-lt"/>
                          <a:ea typeface="+mn-ea"/>
                          <a:cs typeface="+mn-cs"/>
                        </a:rPr>
                        <a:t> </a:t>
                      </a:r>
                    </a:p>
                  </a:txBody>
                  <a:tcPr marL="6350" marR="6350" marT="6350" marB="0" anchor="ctr">
                    <a:lnT w="3175" cap="flat" cmpd="sng" algn="ctr">
                      <a:solidFill>
                        <a:schemeClr val="accent6">
                          <a:lumMod val="50000"/>
                        </a:schemeClr>
                      </a:solidFill>
                      <a:prstDash val="solid"/>
                      <a:round/>
                      <a:headEnd type="none" w="med" len="med"/>
                      <a:tailEnd type="none" w="med" len="med"/>
                    </a:lnT>
                  </a:tcPr>
                </a:tc>
                <a:tc vMerge="1">
                  <a:txBody>
                    <a:bodyPr/>
                    <a:lstStyle/>
                    <a:p>
                      <a:endParaRPr lang="it-IT"/>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dirty="0">
                          <a:solidFill>
                            <a:schemeClr val="tx2"/>
                          </a:solidFill>
                          <a:effectLst/>
                          <a:latin typeface="+mn-lt"/>
                          <a:ea typeface="+mn-ea"/>
                          <a:cs typeface="+mn-cs"/>
                        </a:rPr>
                        <a:t> </a:t>
                      </a:r>
                    </a:p>
                  </a:txBody>
                  <a:tcPr marL="6350" marR="6350" marT="6350" marB="0" anchor="ctr">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2">
                        <a:lumMod val="95000"/>
                      </a:schemeClr>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dirty="0">
                          <a:solidFill>
                            <a:schemeClr val="tx2"/>
                          </a:solidFill>
                          <a:effectLst/>
                          <a:latin typeface="+mn-lt"/>
                          <a:ea typeface="+mn-ea"/>
                          <a:cs typeface="+mn-cs"/>
                        </a:rPr>
                        <a:t> </a:t>
                      </a:r>
                    </a:p>
                  </a:txBody>
                  <a:tcPr marL="6350" marR="6350" marT="6350" marB="0" anchor="ctr">
                    <a:lnL w="3175" cap="flat" cmpd="sng" algn="ctr">
                      <a:solidFill>
                        <a:schemeClr val="accent6">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2">
                        <a:lumMod val="95000"/>
                      </a:schemeClr>
                    </a:solidFill>
                  </a:tcPr>
                </a:tc>
                <a:extLst>
                  <a:ext uri="{0D108BD9-81ED-4DB2-BD59-A6C34878D82A}">
                    <a16:rowId xmlns:a16="http://schemas.microsoft.com/office/drawing/2014/main" val="3633336737"/>
                  </a:ext>
                </a:extLst>
              </a:tr>
              <a:tr h="176777">
                <a:tc rowSpan="6">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dirty="0">
                          <a:solidFill>
                            <a:schemeClr val="tx2"/>
                          </a:solidFill>
                          <a:effectLst/>
                          <a:latin typeface="+mn-lt"/>
                          <a:ea typeface="+mn-ea"/>
                          <a:cs typeface="+mn-cs"/>
                        </a:rPr>
                        <a:t>ID203</a:t>
                      </a:r>
                    </a:p>
                  </a:txBody>
                  <a:tcPr marL="6350" marR="6350" marT="6350" marB="0" anchor="ctr">
                    <a:lnL w="12700" cap="flat" cmpd="sng" algn="ctr">
                      <a:solidFill>
                        <a:schemeClr val="tx1"/>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6">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dirty="0">
                          <a:solidFill>
                            <a:schemeClr val="tx2"/>
                          </a:solidFill>
                          <a:effectLst/>
                          <a:latin typeface="+mn-lt"/>
                          <a:ea typeface="+mn-ea"/>
                          <a:cs typeface="+mn-cs"/>
                        </a:rPr>
                        <a:t>Tempi di  risoluzione delle Richieste di servizio</a:t>
                      </a:r>
                    </a:p>
                  </a:txBody>
                  <a:tcPr marL="6350" marR="6350" marT="6350" marB="0" anchor="ctr">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it-IT" sz="1100" u="none" strike="noStrike" kern="1200" dirty="0">
                        <a:solidFill>
                          <a:schemeClr val="tx2"/>
                        </a:solidFill>
                        <a:effectLst/>
                        <a:latin typeface="+mn-lt"/>
                        <a:ea typeface="+mn-ea"/>
                        <a:cs typeface="+mn-cs"/>
                      </a:endParaRPr>
                    </a:p>
                  </a:txBody>
                  <a:tcPr marL="6350" marR="6350" marT="6350" marB="0" anchor="ctr">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rowSpan="2">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dirty="0">
                          <a:solidFill>
                            <a:schemeClr val="tx2"/>
                          </a:solidFill>
                          <a:effectLst/>
                          <a:latin typeface="+mn-lt"/>
                          <a:ea typeface="+mn-ea"/>
                          <a:cs typeface="+mn-cs"/>
                        </a:rPr>
                        <a:t>Mensile</a:t>
                      </a:r>
                    </a:p>
                  </a:txBody>
                  <a:tcPr marL="6350" marR="6350" marT="6350" marB="0" anchor="ctr">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rowSpan="2">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a:solidFill>
                            <a:schemeClr val="tx2"/>
                          </a:solidFill>
                          <a:effectLst/>
                          <a:latin typeface="+mn-lt"/>
                          <a:ea typeface="+mn-ea"/>
                          <a:cs typeface="+mn-cs"/>
                        </a:rPr>
                        <a:t>P1 (alta) </a:t>
                      </a:r>
                    </a:p>
                  </a:txBody>
                  <a:tcPr marL="6350" marR="6350" marT="6350" marB="0" anchor="ctr">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dirty="0">
                          <a:solidFill>
                            <a:schemeClr val="tx2"/>
                          </a:solidFill>
                          <a:effectLst/>
                          <a:latin typeface="+mn-lt"/>
                          <a:ea typeface="+mn-ea"/>
                          <a:cs typeface="+mn-cs"/>
                        </a:rPr>
                        <a:t>&lt;=8 gg </a:t>
                      </a:r>
                      <a:r>
                        <a:rPr lang="it-IT" sz="1100" u="none" strike="noStrike" kern="1200" dirty="0" err="1">
                          <a:solidFill>
                            <a:schemeClr val="tx2"/>
                          </a:solidFill>
                          <a:effectLst/>
                          <a:latin typeface="+mn-lt"/>
                          <a:ea typeface="+mn-ea"/>
                          <a:cs typeface="+mn-cs"/>
                        </a:rPr>
                        <a:t>lav</a:t>
                      </a:r>
                      <a:r>
                        <a:rPr lang="it-IT" sz="1100" u="none" strike="noStrike" kern="1200" dirty="0">
                          <a:solidFill>
                            <a:schemeClr val="tx2"/>
                          </a:solidFill>
                          <a:effectLst/>
                          <a:latin typeface="+mn-lt"/>
                          <a:ea typeface="+mn-ea"/>
                          <a:cs typeface="+mn-cs"/>
                        </a:rPr>
                        <a:t> (*)</a:t>
                      </a:r>
                    </a:p>
                  </a:txBody>
                  <a:tcPr marL="6350" marR="6350" marT="6350" marB="0" anchor="ctr">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dirty="0">
                          <a:solidFill>
                            <a:schemeClr val="tx2"/>
                          </a:solidFill>
                          <a:effectLst/>
                          <a:latin typeface="+mn-lt"/>
                          <a:ea typeface="+mn-ea"/>
                          <a:cs typeface="+mn-cs"/>
                        </a:rPr>
                        <a:t>0</a:t>
                      </a:r>
                    </a:p>
                  </a:txBody>
                  <a:tcPr marL="6350" marR="6350" marT="6350" marB="0" anchor="ctr">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B w="3175" cap="flat" cmpd="sng" algn="ctr">
                      <a:solidFill>
                        <a:schemeClr val="accent6">
                          <a:lumMod val="50000"/>
                        </a:schemeClr>
                      </a:solidFill>
                      <a:prstDash val="solid"/>
                      <a:round/>
                      <a:headEnd type="none" w="med" len="med"/>
                      <a:tailEnd type="none" w="med" len="med"/>
                    </a:lnB>
                    <a:solidFill>
                      <a:schemeClr val="bg1"/>
                    </a:solidFill>
                  </a:tcPr>
                </a:tc>
                <a:tc rowSpan="2">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a:solidFill>
                            <a:schemeClr val="tx2"/>
                          </a:solidFill>
                          <a:effectLst/>
                          <a:latin typeface="+mn-lt"/>
                          <a:ea typeface="+mn-ea"/>
                          <a:cs typeface="+mn-cs"/>
                        </a:rPr>
                        <a:t>0</a:t>
                      </a:r>
                    </a:p>
                  </a:txBody>
                  <a:tcPr marL="6350" marR="6350" marT="6350" marB="0" anchor="ctr">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dirty="0">
                          <a:solidFill>
                            <a:schemeClr val="tx2"/>
                          </a:solidFill>
                          <a:effectLst/>
                          <a:latin typeface="+mn-lt"/>
                          <a:ea typeface="+mn-ea"/>
                          <a:cs typeface="+mn-cs"/>
                        </a:rPr>
                        <a:t> </a:t>
                      </a:r>
                    </a:p>
                  </a:txBody>
                  <a:tcPr marL="6350" marR="6350" marT="6350" marB="0" anchor="ctr">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dirty="0">
                          <a:solidFill>
                            <a:schemeClr val="tx2"/>
                          </a:solidFill>
                          <a:effectLst/>
                          <a:latin typeface="+mn-lt"/>
                          <a:ea typeface="+mn-ea"/>
                          <a:cs typeface="+mn-cs"/>
                        </a:rPr>
                        <a:t>80%</a:t>
                      </a:r>
                    </a:p>
                  </a:txBody>
                  <a:tcPr marL="6350" marR="6350" marT="6350" marB="0" anchor="ctr">
                    <a:lnL w="3175" cap="flat" cmpd="sng" algn="ctr">
                      <a:solidFill>
                        <a:schemeClr val="accent6">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895905475"/>
                  </a:ext>
                </a:extLst>
              </a:tr>
              <a:tr h="176777">
                <a:tc vMerge="1">
                  <a:txBody>
                    <a:bodyPr/>
                    <a:lstStyle/>
                    <a:p>
                      <a:endParaRPr lang="it-IT"/>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vMerge="1">
                  <a:txBody>
                    <a:bodyPr/>
                    <a:lstStyle/>
                    <a:p>
                      <a:endParaRPr lang="it-IT"/>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vMerge="1">
                  <a:txBody>
                    <a:bodyPr/>
                    <a:lstStyle/>
                    <a:p>
                      <a:endParaRPr lang="en-US"/>
                    </a:p>
                  </a:txBody>
                  <a:tcPr/>
                </a:tc>
                <a:tc vMerge="1">
                  <a:txBody>
                    <a:bodyPr/>
                    <a:lstStyle/>
                    <a:p>
                      <a:endParaRPr lang="en-US"/>
                    </a:p>
                  </a:txBody>
                  <a:tcPr/>
                </a:tc>
                <a:tc vMerge="1">
                  <a:txBody>
                    <a:bodyPr/>
                    <a:lstStyle/>
                    <a:p>
                      <a:endParaRPr lang="it-IT"/>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dirty="0">
                          <a:solidFill>
                            <a:schemeClr val="tx2"/>
                          </a:solidFill>
                          <a:effectLst/>
                          <a:latin typeface="+mn-lt"/>
                          <a:ea typeface="+mn-ea"/>
                          <a:cs typeface="+mn-cs"/>
                        </a:rPr>
                        <a:t>&lt;=12 gg </a:t>
                      </a:r>
                      <a:r>
                        <a:rPr lang="it-IT" sz="1100" u="none" strike="noStrike" kern="1200" dirty="0" err="1">
                          <a:solidFill>
                            <a:schemeClr val="tx2"/>
                          </a:solidFill>
                          <a:effectLst/>
                          <a:latin typeface="+mn-lt"/>
                          <a:ea typeface="+mn-ea"/>
                          <a:cs typeface="+mn-cs"/>
                        </a:rPr>
                        <a:t>lav</a:t>
                      </a:r>
                      <a:r>
                        <a:rPr lang="it-IT" sz="1100" u="none" strike="noStrike" kern="1200" dirty="0">
                          <a:solidFill>
                            <a:schemeClr val="tx2"/>
                          </a:solidFill>
                          <a:effectLst/>
                          <a:latin typeface="+mn-lt"/>
                          <a:ea typeface="+mn-ea"/>
                          <a:cs typeface="+mn-cs"/>
                        </a:rPr>
                        <a:t> (*)</a:t>
                      </a:r>
                    </a:p>
                  </a:txBody>
                  <a:tcPr marL="6350" marR="6350" marT="6350" marB="0" anchor="ctr">
                    <a:lnT w="3175" cap="flat" cmpd="sng" algn="ctr">
                      <a:solidFill>
                        <a:schemeClr val="accent6">
                          <a:lumMod val="50000"/>
                        </a:schemeClr>
                      </a:solidFill>
                      <a:prstDash val="solid"/>
                      <a:round/>
                      <a:headEnd type="none" w="med" len="med"/>
                      <a:tailEnd type="none" w="med" len="med"/>
                    </a:lnT>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a:solidFill>
                            <a:schemeClr val="tx2"/>
                          </a:solidFill>
                          <a:effectLst/>
                          <a:latin typeface="+mn-lt"/>
                          <a:ea typeface="+mn-ea"/>
                          <a:cs typeface="+mn-cs"/>
                        </a:rPr>
                        <a:t>0</a:t>
                      </a:r>
                    </a:p>
                  </a:txBody>
                  <a:tcPr marL="6350" marR="6350" marT="6350" marB="0" anchor="ctr">
                    <a:lnT w="3175" cap="flat" cmpd="sng" algn="ctr">
                      <a:solidFill>
                        <a:schemeClr val="accent6">
                          <a:lumMod val="50000"/>
                        </a:schemeClr>
                      </a:solidFill>
                      <a:prstDash val="solid"/>
                      <a:round/>
                      <a:headEnd type="none" w="med" len="med"/>
                      <a:tailEnd type="none" w="med" len="med"/>
                    </a:lnT>
                  </a:tcPr>
                </a:tc>
                <a:tc vMerge="1">
                  <a:txBody>
                    <a:bodyPr/>
                    <a:lstStyle/>
                    <a:p>
                      <a:endParaRPr lang="it-IT"/>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dirty="0">
                          <a:solidFill>
                            <a:schemeClr val="tx2"/>
                          </a:solidFill>
                          <a:effectLst/>
                          <a:latin typeface="+mn-lt"/>
                          <a:ea typeface="+mn-ea"/>
                          <a:cs typeface="+mn-cs"/>
                        </a:rPr>
                        <a:t> </a:t>
                      </a:r>
                    </a:p>
                  </a:txBody>
                  <a:tcPr marL="6350" marR="6350" marT="6350" marB="0" anchor="ctr">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dirty="0">
                          <a:solidFill>
                            <a:schemeClr val="tx2"/>
                          </a:solidFill>
                          <a:effectLst/>
                          <a:latin typeface="+mn-lt"/>
                          <a:ea typeface="+mn-ea"/>
                          <a:cs typeface="+mn-cs"/>
                        </a:rPr>
                        <a:t>100%</a:t>
                      </a:r>
                    </a:p>
                  </a:txBody>
                  <a:tcPr marL="6350" marR="6350" marT="6350" marB="0" anchor="ctr">
                    <a:lnL w="3175" cap="flat" cmpd="sng" algn="ctr">
                      <a:solidFill>
                        <a:schemeClr val="accent6">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41257635"/>
                  </a:ext>
                </a:extLst>
              </a:tr>
              <a:tr h="176777">
                <a:tc vMerge="1">
                  <a:txBody>
                    <a:bodyPr/>
                    <a:lstStyle/>
                    <a:p>
                      <a:endParaRPr lang="it-IT"/>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vMerge="1">
                  <a:txBody>
                    <a:bodyPr/>
                    <a:lstStyle/>
                    <a:p>
                      <a:endParaRPr lang="it-IT"/>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rowSpan="2">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it-IT" sz="1100" u="none" strike="noStrike" kern="1200" dirty="0">
                        <a:solidFill>
                          <a:schemeClr val="tx2"/>
                        </a:solidFill>
                        <a:effectLst/>
                        <a:latin typeface="+mn-lt"/>
                        <a:ea typeface="+mn-ea"/>
                        <a:cs typeface="+mn-cs"/>
                      </a:endParaRPr>
                    </a:p>
                  </a:txBody>
                  <a:tcPr marL="6350" marR="6350" marT="6350" marB="0" anchor="ctr">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rowSpan="2">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dirty="0">
                          <a:solidFill>
                            <a:schemeClr val="tx2"/>
                          </a:solidFill>
                          <a:effectLst/>
                          <a:latin typeface="+mn-lt"/>
                          <a:ea typeface="+mn-ea"/>
                          <a:cs typeface="+mn-cs"/>
                        </a:rPr>
                        <a:t>Mensile</a:t>
                      </a:r>
                    </a:p>
                  </a:txBody>
                  <a:tcPr marL="6350" marR="6350" marT="6350" marB="0" anchor="ctr">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rowSpan="2">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a:solidFill>
                            <a:schemeClr val="tx2"/>
                          </a:solidFill>
                          <a:effectLst/>
                          <a:latin typeface="+mn-lt"/>
                          <a:ea typeface="+mn-ea"/>
                          <a:cs typeface="+mn-cs"/>
                        </a:rPr>
                        <a:t>P2 (media)</a:t>
                      </a:r>
                    </a:p>
                  </a:txBody>
                  <a:tcPr marL="6350" marR="6350" marT="6350" marB="0" anchor="ctr">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dirty="0">
                          <a:solidFill>
                            <a:schemeClr val="tx2"/>
                          </a:solidFill>
                          <a:effectLst/>
                          <a:latin typeface="+mn-lt"/>
                          <a:ea typeface="+mn-ea"/>
                          <a:cs typeface="+mn-cs"/>
                        </a:rPr>
                        <a:t>&lt;=12 gg </a:t>
                      </a:r>
                      <a:r>
                        <a:rPr lang="it-IT" sz="1100" u="none" strike="noStrike" kern="1200" dirty="0" err="1">
                          <a:solidFill>
                            <a:schemeClr val="tx2"/>
                          </a:solidFill>
                          <a:effectLst/>
                          <a:latin typeface="+mn-lt"/>
                          <a:ea typeface="+mn-ea"/>
                          <a:cs typeface="+mn-cs"/>
                        </a:rPr>
                        <a:t>lav</a:t>
                      </a:r>
                      <a:r>
                        <a:rPr lang="it-IT" sz="1100" u="none" strike="noStrike" kern="1200" dirty="0">
                          <a:solidFill>
                            <a:schemeClr val="tx2"/>
                          </a:solidFill>
                          <a:effectLst/>
                          <a:latin typeface="+mn-lt"/>
                          <a:ea typeface="+mn-ea"/>
                          <a:cs typeface="+mn-cs"/>
                        </a:rPr>
                        <a:t> (*)</a:t>
                      </a:r>
                    </a:p>
                  </a:txBody>
                  <a:tcPr marL="6350" marR="6350" marT="6350" marB="0" anchor="ctr">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dirty="0">
                          <a:solidFill>
                            <a:schemeClr val="tx2"/>
                          </a:solidFill>
                          <a:effectLst/>
                          <a:latin typeface="+mn-lt"/>
                          <a:ea typeface="+mn-ea"/>
                          <a:cs typeface="+mn-cs"/>
                        </a:rPr>
                        <a:t>0</a:t>
                      </a:r>
                    </a:p>
                  </a:txBody>
                  <a:tcPr marL="6350" marR="6350" marT="6350" marB="0" anchor="ctr">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B w="3175" cap="flat" cmpd="sng" algn="ctr">
                      <a:solidFill>
                        <a:schemeClr val="accent6">
                          <a:lumMod val="50000"/>
                        </a:schemeClr>
                      </a:solidFill>
                      <a:prstDash val="solid"/>
                      <a:round/>
                      <a:headEnd type="none" w="med" len="med"/>
                      <a:tailEnd type="none" w="med" len="med"/>
                    </a:lnB>
                    <a:solidFill>
                      <a:schemeClr val="bg1"/>
                    </a:solidFill>
                  </a:tcPr>
                </a:tc>
                <a:tc rowSpan="2">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a:solidFill>
                            <a:schemeClr val="tx2"/>
                          </a:solidFill>
                          <a:effectLst/>
                          <a:latin typeface="+mn-lt"/>
                          <a:ea typeface="+mn-ea"/>
                          <a:cs typeface="+mn-cs"/>
                        </a:rPr>
                        <a:t>0</a:t>
                      </a:r>
                    </a:p>
                  </a:txBody>
                  <a:tcPr marL="6350" marR="6350" marT="6350" marB="0" anchor="ctr">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dirty="0">
                          <a:solidFill>
                            <a:schemeClr val="tx2"/>
                          </a:solidFill>
                          <a:effectLst/>
                          <a:latin typeface="+mn-lt"/>
                          <a:ea typeface="+mn-ea"/>
                          <a:cs typeface="+mn-cs"/>
                        </a:rPr>
                        <a:t> </a:t>
                      </a:r>
                    </a:p>
                  </a:txBody>
                  <a:tcPr marL="6350" marR="6350" marT="6350" marB="0" anchor="ctr">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dirty="0">
                          <a:solidFill>
                            <a:schemeClr val="tx2"/>
                          </a:solidFill>
                          <a:effectLst/>
                          <a:latin typeface="+mn-lt"/>
                          <a:ea typeface="+mn-ea"/>
                          <a:cs typeface="+mn-cs"/>
                        </a:rPr>
                        <a:t>80%</a:t>
                      </a:r>
                    </a:p>
                  </a:txBody>
                  <a:tcPr marL="6350" marR="6350" marT="6350" marB="0" anchor="ctr">
                    <a:lnL w="3175" cap="flat" cmpd="sng" algn="ctr">
                      <a:solidFill>
                        <a:schemeClr val="accent6">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969792106"/>
                  </a:ext>
                </a:extLst>
              </a:tr>
              <a:tr h="176777">
                <a:tc vMerge="1">
                  <a:txBody>
                    <a:bodyPr/>
                    <a:lstStyle/>
                    <a:p>
                      <a:endParaRPr lang="it-IT"/>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vMerge="1">
                  <a:txBody>
                    <a:bodyPr/>
                    <a:lstStyle/>
                    <a:p>
                      <a:endParaRPr lang="it-IT"/>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vMerge="1">
                  <a:txBody>
                    <a:bodyPr/>
                    <a:lstStyle/>
                    <a:p>
                      <a:endParaRPr lang="en-US"/>
                    </a:p>
                  </a:txBody>
                  <a:tcPr/>
                </a:tc>
                <a:tc vMerge="1">
                  <a:txBody>
                    <a:bodyPr/>
                    <a:lstStyle/>
                    <a:p>
                      <a:endParaRPr lang="en-US"/>
                    </a:p>
                  </a:txBody>
                  <a:tcPr/>
                </a:tc>
                <a:tc vMerge="1">
                  <a:txBody>
                    <a:bodyPr/>
                    <a:lstStyle/>
                    <a:p>
                      <a:endParaRPr lang="it-IT"/>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dirty="0">
                          <a:solidFill>
                            <a:schemeClr val="tx2"/>
                          </a:solidFill>
                          <a:effectLst/>
                          <a:latin typeface="+mn-lt"/>
                          <a:ea typeface="+mn-ea"/>
                          <a:cs typeface="+mn-cs"/>
                        </a:rPr>
                        <a:t>&lt;=18 gg </a:t>
                      </a:r>
                      <a:r>
                        <a:rPr lang="it-IT" sz="1100" u="none" strike="noStrike" kern="1200" dirty="0" err="1">
                          <a:solidFill>
                            <a:schemeClr val="tx2"/>
                          </a:solidFill>
                          <a:effectLst/>
                          <a:latin typeface="+mn-lt"/>
                          <a:ea typeface="+mn-ea"/>
                          <a:cs typeface="+mn-cs"/>
                        </a:rPr>
                        <a:t>lav</a:t>
                      </a:r>
                      <a:r>
                        <a:rPr lang="it-IT" sz="1100" u="none" strike="noStrike" kern="1200" dirty="0">
                          <a:solidFill>
                            <a:schemeClr val="tx2"/>
                          </a:solidFill>
                          <a:effectLst/>
                          <a:latin typeface="+mn-lt"/>
                          <a:ea typeface="+mn-ea"/>
                          <a:cs typeface="+mn-cs"/>
                        </a:rPr>
                        <a:t> (*)</a:t>
                      </a:r>
                    </a:p>
                  </a:txBody>
                  <a:tcPr marL="6350" marR="6350" marT="6350" marB="0" anchor="ctr">
                    <a:lnT w="3175" cap="flat" cmpd="sng" algn="ctr">
                      <a:solidFill>
                        <a:schemeClr val="accent6">
                          <a:lumMod val="50000"/>
                        </a:schemeClr>
                      </a:solidFill>
                      <a:prstDash val="solid"/>
                      <a:round/>
                      <a:headEnd type="none" w="med" len="med"/>
                      <a:tailEnd type="none" w="med" len="med"/>
                    </a:lnT>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dirty="0">
                          <a:solidFill>
                            <a:schemeClr val="tx2"/>
                          </a:solidFill>
                          <a:effectLst/>
                          <a:latin typeface="+mn-lt"/>
                          <a:ea typeface="+mn-ea"/>
                          <a:cs typeface="+mn-cs"/>
                        </a:rPr>
                        <a:t>0</a:t>
                      </a:r>
                    </a:p>
                  </a:txBody>
                  <a:tcPr marL="6350" marR="6350" marT="6350" marB="0" anchor="ctr">
                    <a:lnT w="3175" cap="flat" cmpd="sng" algn="ctr">
                      <a:solidFill>
                        <a:schemeClr val="accent6">
                          <a:lumMod val="50000"/>
                        </a:schemeClr>
                      </a:solidFill>
                      <a:prstDash val="solid"/>
                      <a:round/>
                      <a:headEnd type="none" w="med" len="med"/>
                      <a:tailEnd type="none" w="med" len="med"/>
                    </a:lnT>
                  </a:tcPr>
                </a:tc>
                <a:tc vMerge="1">
                  <a:txBody>
                    <a:bodyPr/>
                    <a:lstStyle/>
                    <a:p>
                      <a:endParaRPr lang="it-IT"/>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dirty="0">
                          <a:solidFill>
                            <a:schemeClr val="tx2"/>
                          </a:solidFill>
                          <a:effectLst/>
                          <a:latin typeface="+mn-lt"/>
                          <a:ea typeface="+mn-ea"/>
                          <a:cs typeface="+mn-cs"/>
                        </a:rPr>
                        <a:t> </a:t>
                      </a:r>
                    </a:p>
                  </a:txBody>
                  <a:tcPr marL="6350" marR="6350" marT="6350" marB="0" anchor="ctr">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dirty="0">
                          <a:solidFill>
                            <a:schemeClr val="tx2"/>
                          </a:solidFill>
                          <a:effectLst/>
                          <a:latin typeface="+mn-lt"/>
                          <a:ea typeface="+mn-ea"/>
                          <a:cs typeface="+mn-cs"/>
                        </a:rPr>
                        <a:t>100%</a:t>
                      </a:r>
                    </a:p>
                  </a:txBody>
                  <a:tcPr marL="6350" marR="6350" marT="6350" marB="0" anchor="ctr">
                    <a:lnL w="3175" cap="flat" cmpd="sng" algn="ctr">
                      <a:solidFill>
                        <a:schemeClr val="accent6">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96104642"/>
                  </a:ext>
                </a:extLst>
              </a:tr>
              <a:tr h="176777">
                <a:tc vMerge="1">
                  <a:txBody>
                    <a:bodyPr/>
                    <a:lstStyle/>
                    <a:p>
                      <a:endParaRPr lang="it-IT"/>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vMerge="1">
                  <a:txBody>
                    <a:bodyPr/>
                    <a:lstStyle/>
                    <a:p>
                      <a:endParaRPr lang="it-IT"/>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rowSpan="2">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it-IT" sz="1100" u="none" strike="noStrike" kern="1200" dirty="0">
                        <a:solidFill>
                          <a:schemeClr val="tx2"/>
                        </a:solidFill>
                        <a:effectLst/>
                        <a:latin typeface="+mn-lt"/>
                        <a:ea typeface="+mn-ea"/>
                        <a:cs typeface="+mn-cs"/>
                      </a:endParaRPr>
                    </a:p>
                  </a:txBody>
                  <a:tcPr marL="6350" marR="6350" marT="6350" marB="0" anchor="ctr">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dirty="0">
                          <a:solidFill>
                            <a:schemeClr val="tx2"/>
                          </a:solidFill>
                          <a:effectLst/>
                          <a:latin typeface="+mn-lt"/>
                          <a:ea typeface="+mn-ea"/>
                          <a:cs typeface="+mn-cs"/>
                        </a:rPr>
                        <a:t>Mensile</a:t>
                      </a:r>
                    </a:p>
                  </a:txBody>
                  <a:tcPr marL="6350" marR="6350" marT="6350" marB="0" anchor="ctr">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a:solidFill>
                            <a:schemeClr val="tx2"/>
                          </a:solidFill>
                          <a:effectLst/>
                          <a:latin typeface="+mn-lt"/>
                          <a:ea typeface="+mn-ea"/>
                          <a:cs typeface="+mn-cs"/>
                        </a:rPr>
                        <a:t>P3 (bassa)</a:t>
                      </a:r>
                    </a:p>
                  </a:txBody>
                  <a:tcPr marL="6350" marR="6350" marT="6350" marB="0" anchor="ctr">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dirty="0">
                          <a:solidFill>
                            <a:schemeClr val="tx2"/>
                          </a:solidFill>
                          <a:effectLst/>
                          <a:latin typeface="+mn-lt"/>
                          <a:ea typeface="+mn-ea"/>
                          <a:cs typeface="+mn-cs"/>
                        </a:rPr>
                        <a:t>&lt;=20 gg </a:t>
                      </a:r>
                      <a:r>
                        <a:rPr lang="it-IT" sz="1100" u="none" strike="noStrike" kern="1200" dirty="0" err="1">
                          <a:solidFill>
                            <a:schemeClr val="tx2"/>
                          </a:solidFill>
                          <a:effectLst/>
                          <a:latin typeface="+mn-lt"/>
                          <a:ea typeface="+mn-ea"/>
                          <a:cs typeface="+mn-cs"/>
                        </a:rPr>
                        <a:t>lav</a:t>
                      </a:r>
                      <a:r>
                        <a:rPr lang="it-IT" sz="1100" u="none" strike="noStrike" kern="1200" dirty="0">
                          <a:solidFill>
                            <a:schemeClr val="tx2"/>
                          </a:solidFill>
                          <a:effectLst/>
                          <a:latin typeface="+mn-lt"/>
                          <a:ea typeface="+mn-ea"/>
                          <a:cs typeface="+mn-cs"/>
                        </a:rPr>
                        <a:t> (*)</a:t>
                      </a:r>
                    </a:p>
                  </a:txBody>
                  <a:tcPr marL="6350" marR="6350" marT="6350" marB="0" anchor="ctr">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dirty="0">
                          <a:solidFill>
                            <a:schemeClr val="tx2"/>
                          </a:solidFill>
                          <a:effectLst/>
                          <a:latin typeface="+mn-lt"/>
                          <a:ea typeface="+mn-ea"/>
                          <a:cs typeface="+mn-cs"/>
                        </a:rPr>
                        <a:t>0</a:t>
                      </a:r>
                    </a:p>
                  </a:txBody>
                  <a:tcPr marL="6350" marR="6350" marT="6350" marB="0" anchor="ctr">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B w="3175" cap="flat" cmpd="sng" algn="ctr">
                      <a:solidFill>
                        <a:schemeClr val="accent6">
                          <a:lumMod val="50000"/>
                        </a:schemeClr>
                      </a:solidFill>
                      <a:prstDash val="solid"/>
                      <a:round/>
                      <a:headEnd type="none" w="med" len="med"/>
                      <a:tailEnd type="none" w="med" len="med"/>
                    </a:lnB>
                    <a:solidFill>
                      <a:schemeClr val="bg1"/>
                    </a:solidFill>
                  </a:tcPr>
                </a:tc>
                <a:tc rowSpan="2">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a:solidFill>
                            <a:schemeClr val="tx2"/>
                          </a:solidFill>
                          <a:effectLst/>
                          <a:latin typeface="+mn-lt"/>
                          <a:ea typeface="+mn-ea"/>
                          <a:cs typeface="+mn-cs"/>
                        </a:rPr>
                        <a:t>0</a:t>
                      </a:r>
                    </a:p>
                  </a:txBody>
                  <a:tcPr marL="6350" marR="6350" marT="6350" marB="0" anchor="ctr">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dirty="0">
                          <a:solidFill>
                            <a:schemeClr val="tx2"/>
                          </a:solidFill>
                          <a:effectLst/>
                          <a:latin typeface="+mn-lt"/>
                          <a:ea typeface="+mn-ea"/>
                          <a:cs typeface="+mn-cs"/>
                        </a:rPr>
                        <a:t> </a:t>
                      </a:r>
                    </a:p>
                  </a:txBody>
                  <a:tcPr marL="6350" marR="6350" marT="6350" marB="0" anchor="ctr">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dirty="0">
                          <a:solidFill>
                            <a:schemeClr val="tx2"/>
                          </a:solidFill>
                          <a:effectLst/>
                          <a:latin typeface="+mn-lt"/>
                          <a:ea typeface="+mn-ea"/>
                          <a:cs typeface="+mn-cs"/>
                        </a:rPr>
                        <a:t>80%</a:t>
                      </a:r>
                    </a:p>
                  </a:txBody>
                  <a:tcPr marL="6350" marR="6350" marT="6350" marB="0" anchor="ctr">
                    <a:lnL w="3175" cap="flat" cmpd="sng" algn="ctr">
                      <a:solidFill>
                        <a:schemeClr val="accent6">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252398952"/>
                  </a:ext>
                </a:extLst>
              </a:tr>
              <a:tr h="176777">
                <a:tc vMerge="1">
                  <a:txBody>
                    <a:bodyPr/>
                    <a:lstStyle/>
                    <a:p>
                      <a:endParaRPr lang="it-IT"/>
                    </a:p>
                  </a:txBody>
                  <a:tcPr>
                    <a:lnT w="3175" cap="flat" cmpd="sng" algn="ctr">
                      <a:solidFill>
                        <a:schemeClr val="tx2"/>
                      </a:solidFill>
                      <a:prstDash val="solid"/>
                      <a:round/>
                      <a:headEnd type="none" w="med" len="med"/>
                      <a:tailEnd type="none" w="med" len="med"/>
                    </a:lnT>
                    <a:solidFill>
                      <a:schemeClr val="bg1"/>
                    </a:solidFill>
                  </a:tcPr>
                </a:tc>
                <a:tc vMerge="1">
                  <a:txBody>
                    <a:bodyPr/>
                    <a:lstStyle/>
                    <a:p>
                      <a:endParaRPr lang="it-IT"/>
                    </a:p>
                  </a:txBody>
                  <a:tcPr/>
                </a:tc>
                <a:tc vMerge="1">
                  <a:txBody>
                    <a:bodyPr/>
                    <a:lstStyle/>
                    <a:p>
                      <a:endParaRPr lang="en-US"/>
                    </a:p>
                  </a:txBody>
                  <a:tcPr/>
                </a:tc>
                <a:tc vMerge="1">
                  <a:txBody>
                    <a:bodyPr/>
                    <a:lstStyle/>
                    <a:p>
                      <a:endParaRPr lang="en-US"/>
                    </a:p>
                  </a:txBody>
                  <a:tcPr/>
                </a:tc>
                <a:tc vMerge="1">
                  <a:txBody>
                    <a:bodyPr/>
                    <a:lstStyle/>
                    <a:p>
                      <a:endParaRPr lang="it-IT"/>
                    </a:p>
                  </a:txBody>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dirty="0">
                          <a:solidFill>
                            <a:schemeClr val="tx2"/>
                          </a:solidFill>
                          <a:effectLst/>
                          <a:latin typeface="+mn-lt"/>
                          <a:ea typeface="+mn-ea"/>
                          <a:cs typeface="+mn-cs"/>
                        </a:rPr>
                        <a:t> </a:t>
                      </a:r>
                    </a:p>
                  </a:txBody>
                  <a:tcPr marL="6350" marR="6350" marT="6350" marB="0" anchor="ctr">
                    <a:lnT w="3175" cap="flat" cmpd="sng" algn="ctr">
                      <a:solidFill>
                        <a:schemeClr val="accent6">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dirty="0">
                          <a:solidFill>
                            <a:schemeClr val="tx2"/>
                          </a:solidFill>
                          <a:effectLst/>
                          <a:latin typeface="+mn-lt"/>
                          <a:ea typeface="+mn-ea"/>
                          <a:cs typeface="+mn-cs"/>
                        </a:rPr>
                        <a:t> </a:t>
                      </a:r>
                    </a:p>
                  </a:txBody>
                  <a:tcPr marL="6350" marR="6350" marT="6350" marB="0" anchor="ctr">
                    <a:lnT w="3175" cap="flat" cmpd="sng" algn="ctr">
                      <a:solidFill>
                        <a:schemeClr val="accent6">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it-IT"/>
                    </a:p>
                  </a:txBody>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dirty="0">
                          <a:solidFill>
                            <a:schemeClr val="tx2"/>
                          </a:solidFill>
                          <a:effectLst/>
                          <a:latin typeface="+mn-lt"/>
                          <a:ea typeface="+mn-ea"/>
                          <a:cs typeface="+mn-cs"/>
                        </a:rPr>
                        <a:t> </a:t>
                      </a:r>
                    </a:p>
                  </a:txBody>
                  <a:tcPr marL="6350" marR="6350" marT="6350" marB="0" anchor="ctr">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2">
                        <a:lumMod val="95000"/>
                      </a:schemeClr>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dirty="0">
                          <a:solidFill>
                            <a:schemeClr val="tx2"/>
                          </a:solidFill>
                          <a:effectLst/>
                          <a:latin typeface="+mn-lt"/>
                          <a:ea typeface="+mn-ea"/>
                          <a:cs typeface="+mn-cs"/>
                        </a:rPr>
                        <a:t> </a:t>
                      </a:r>
                    </a:p>
                  </a:txBody>
                  <a:tcPr marL="6350" marR="6350" marT="6350" marB="0" anchor="ctr">
                    <a:lnL w="3175" cap="flat" cmpd="sng" algn="ctr">
                      <a:solidFill>
                        <a:schemeClr val="accent6">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2">
                        <a:lumMod val="95000"/>
                      </a:schemeClr>
                    </a:solidFill>
                  </a:tcPr>
                </a:tc>
                <a:extLst>
                  <a:ext uri="{0D108BD9-81ED-4DB2-BD59-A6C34878D82A}">
                    <a16:rowId xmlns:a16="http://schemas.microsoft.com/office/drawing/2014/main" val="4140373822"/>
                  </a:ext>
                </a:extLst>
              </a:tr>
              <a:tr h="176777">
                <a:tc gridSpan="7">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sz="1100" u="none" strike="noStrike" kern="1200" dirty="0">
                          <a:solidFill>
                            <a:schemeClr val="tx2"/>
                          </a:solidFill>
                          <a:effectLst/>
                          <a:latin typeface="+mn-lt"/>
                          <a:ea typeface="+mn-ea"/>
                          <a:cs typeface="+mn-cs"/>
                        </a:rPr>
                        <a:t>Totale</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it-IT" sz="1100" u="none" strike="noStrike" kern="1200" dirty="0">
                        <a:solidFill>
                          <a:schemeClr val="tx2"/>
                        </a:solidFill>
                        <a:effectLst/>
                        <a:latin typeface="+mn-lt"/>
                        <a:ea typeface="+mn-ea"/>
                        <a:cs typeface="+mn-cs"/>
                      </a:endParaRPr>
                    </a:p>
                  </a:txBody>
                  <a:tcPr marL="6350" marR="6350" marT="6350" marB="0" anchor="ctr">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hMerge="1">
                  <a:txBody>
                    <a:bodyPr/>
                    <a:lstStyle/>
                    <a:p>
                      <a:endParaRPr lang="en-US"/>
                    </a:p>
                  </a:txBody>
                  <a:tcPr/>
                </a:tc>
                <a:tc hMerge="1">
                  <a:txBody>
                    <a:bodyPr/>
                    <a:lstStyle/>
                    <a:p>
                      <a:endParaRPr lang="en-US"/>
                    </a:p>
                  </a:txBody>
                  <a:tcPr/>
                </a:tc>
                <a:tc hMerge="1">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it-IT" sz="1100" u="none" strike="noStrike" kern="1200" dirty="0">
                        <a:solidFill>
                          <a:schemeClr val="tx2"/>
                        </a:solidFill>
                        <a:effectLst/>
                        <a:latin typeface="+mn-lt"/>
                        <a:ea typeface="+mn-ea"/>
                        <a:cs typeface="+mn-cs"/>
                      </a:endParaRPr>
                    </a:p>
                  </a:txBody>
                  <a:tcPr marL="6350" marR="6350" marT="6350" marB="0" anchor="ct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hMerge="1">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it-IT" sz="1100" u="none" strike="noStrike" kern="1200" dirty="0">
                        <a:solidFill>
                          <a:schemeClr val="tx2"/>
                        </a:solidFill>
                        <a:effectLst/>
                        <a:latin typeface="+mn-lt"/>
                        <a:ea typeface="+mn-ea"/>
                        <a:cs typeface="+mn-cs"/>
                      </a:endParaRPr>
                    </a:p>
                  </a:txBody>
                  <a:tcPr marL="6350" marR="6350" marT="6350" marB="0" anchor="ctr"/>
                </a:tc>
                <a:tc hMerge="1">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it-IT" sz="1100" u="none" strike="noStrike" kern="1200" dirty="0">
                        <a:solidFill>
                          <a:schemeClr val="tx2"/>
                        </a:solidFill>
                        <a:effectLst/>
                        <a:latin typeface="+mn-lt"/>
                        <a:ea typeface="+mn-ea"/>
                        <a:cs typeface="+mn-cs"/>
                      </a:endParaRPr>
                    </a:p>
                  </a:txBody>
                  <a:tcPr marL="6350" marR="6350" marT="6350" marB="0"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it-IT" sz="1100" u="none" strike="noStrike" kern="1200">
                        <a:solidFill>
                          <a:schemeClr val="tx2"/>
                        </a:solidFill>
                        <a:effectLst/>
                        <a:latin typeface="+mn-lt"/>
                        <a:ea typeface="+mn-ea"/>
                        <a:cs typeface="+mn-cs"/>
                      </a:endParaRPr>
                    </a:p>
                  </a:txBody>
                  <a:tcPr marL="6350" marR="6350" marT="6350" marB="0" anchor="ctr">
                    <a:lnL w="12700" cap="flat" cmpd="sng" algn="ctr">
                      <a:solidFill>
                        <a:schemeClr val="tx1"/>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2">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it-IT" sz="1100" u="none" strike="noStrike" kern="1200" dirty="0">
                        <a:solidFill>
                          <a:schemeClr val="tx2"/>
                        </a:solidFill>
                        <a:effectLst/>
                        <a:latin typeface="+mn-lt"/>
                        <a:ea typeface="+mn-ea"/>
                        <a:cs typeface="+mn-cs"/>
                      </a:endParaRPr>
                    </a:p>
                  </a:txBody>
                  <a:tcPr marL="6350" marR="6350" marT="6350" marB="0" anchor="ctr">
                    <a:lnL w="3175" cap="flat" cmpd="sng" algn="ctr">
                      <a:solidFill>
                        <a:schemeClr val="accent6">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it-IT" sz="1100" u="none" strike="noStrike" kern="1200" dirty="0">
                        <a:solidFill>
                          <a:schemeClr val="tx2"/>
                        </a:solidFill>
                        <a:effectLst/>
                        <a:latin typeface="+mn-lt"/>
                        <a:ea typeface="+mn-ea"/>
                        <a:cs typeface="+mn-cs"/>
                      </a:endParaRPr>
                    </a:p>
                  </a:txBody>
                  <a:tcPr marL="6350" marR="6350" marT="6350" marB="0" anchor="ctr">
                    <a:lnL w="3175" cap="flat" cmpd="sng" algn="ctr">
                      <a:solidFill>
                        <a:schemeClr val="accent6">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5000"/>
                      </a:schemeClr>
                    </a:solidFill>
                  </a:tcPr>
                </a:tc>
                <a:extLst>
                  <a:ext uri="{0D108BD9-81ED-4DB2-BD59-A6C34878D82A}">
                    <a16:rowId xmlns:a16="http://schemas.microsoft.com/office/drawing/2014/main" val="297276998"/>
                  </a:ext>
                </a:extLst>
              </a:tr>
            </a:tbl>
          </a:graphicData>
        </a:graphic>
      </p:graphicFrame>
      <p:sp>
        <p:nvSpPr>
          <p:cNvPr id="5" name="CasellaDiTesto 4">
            <a:extLst>
              <a:ext uri="{FF2B5EF4-FFF2-40B4-BE49-F238E27FC236}">
                <a16:creationId xmlns:a16="http://schemas.microsoft.com/office/drawing/2014/main" id="{8F337BF6-FF44-2BA1-0829-02AB4684EDEE}"/>
              </a:ext>
            </a:extLst>
          </p:cNvPr>
          <p:cNvSpPr txBox="1"/>
          <p:nvPr/>
        </p:nvSpPr>
        <p:spPr>
          <a:xfrm>
            <a:off x="371475" y="1129324"/>
            <a:ext cx="2296225" cy="369332"/>
          </a:xfrm>
          <a:prstGeom prst="rect">
            <a:avLst/>
          </a:prstGeom>
          <a:noFill/>
        </p:spPr>
        <p:txBody>
          <a:bodyPr wrap="square" rtlCol="0">
            <a:spAutoFit/>
          </a:bodyPr>
          <a:lstStyle/>
          <a:p>
            <a:r>
              <a:rPr lang="it-IT" dirty="0"/>
              <a:t>TAB 1</a:t>
            </a:r>
          </a:p>
        </p:txBody>
      </p:sp>
      <p:sp>
        <p:nvSpPr>
          <p:cNvPr id="6" name="CasellaDiTesto 5">
            <a:extLst>
              <a:ext uri="{FF2B5EF4-FFF2-40B4-BE49-F238E27FC236}">
                <a16:creationId xmlns:a16="http://schemas.microsoft.com/office/drawing/2014/main" id="{42930BBA-4C15-AC73-5FE4-4069036BEE05}"/>
              </a:ext>
            </a:extLst>
          </p:cNvPr>
          <p:cNvSpPr txBox="1"/>
          <p:nvPr/>
        </p:nvSpPr>
        <p:spPr>
          <a:xfrm>
            <a:off x="1159778" y="6611486"/>
            <a:ext cx="6094602" cy="230832"/>
          </a:xfrm>
          <a:prstGeom prst="rect">
            <a:avLst/>
          </a:prstGeom>
          <a:noFill/>
        </p:spPr>
        <p:txBody>
          <a:bodyPr wrap="square">
            <a:spAutoFit/>
          </a:bodyPr>
          <a:lstStyle/>
          <a:p>
            <a:r>
              <a:rPr lang="it-IT" sz="900" dirty="0">
                <a:solidFill>
                  <a:schemeClr val="accent6">
                    <a:lumMod val="50000"/>
                  </a:schemeClr>
                </a:solidFill>
              </a:rPr>
              <a:t>* </a:t>
            </a:r>
            <a:r>
              <a:rPr lang="it-IT" sz="900" dirty="0" err="1">
                <a:solidFill>
                  <a:schemeClr val="accent6">
                    <a:lumMod val="50000"/>
                  </a:schemeClr>
                </a:solidFill>
              </a:rPr>
              <a:t>lav</a:t>
            </a:r>
            <a:r>
              <a:rPr lang="it-IT" sz="900" dirty="0">
                <a:solidFill>
                  <a:schemeClr val="accent6">
                    <a:lumMod val="50000"/>
                  </a:schemeClr>
                </a:solidFill>
              </a:rPr>
              <a:t>: </a:t>
            </a:r>
            <a:r>
              <a:rPr lang="it-IT" sz="900" dirty="0" err="1">
                <a:solidFill>
                  <a:schemeClr val="accent6">
                    <a:lumMod val="50000"/>
                  </a:schemeClr>
                </a:solidFill>
              </a:rPr>
              <a:t>lun-ven</a:t>
            </a:r>
            <a:r>
              <a:rPr lang="it-IT" sz="900" dirty="0">
                <a:solidFill>
                  <a:schemeClr val="accent6">
                    <a:lumMod val="50000"/>
                  </a:schemeClr>
                </a:solidFill>
              </a:rPr>
              <a:t> 9.00-17.00</a:t>
            </a:r>
          </a:p>
        </p:txBody>
      </p:sp>
      <p:sp>
        <p:nvSpPr>
          <p:cNvPr id="7" name="Rectangle: Rounded Corners 6">
            <a:extLst>
              <a:ext uri="{FF2B5EF4-FFF2-40B4-BE49-F238E27FC236}">
                <a16:creationId xmlns:a16="http://schemas.microsoft.com/office/drawing/2014/main" id="{0CE92C35-32F5-4B3F-985D-A7EB2CE396B9}"/>
              </a:ext>
            </a:extLst>
          </p:cNvPr>
          <p:cNvSpPr/>
          <p:nvPr/>
        </p:nvSpPr>
        <p:spPr>
          <a:xfrm>
            <a:off x="8651885" y="812821"/>
            <a:ext cx="3168640" cy="557727"/>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i="1" dirty="0">
                <a:solidFill>
                  <a:schemeClr val="tx2"/>
                </a:solidFill>
                <a:sym typeface="Wingdings" panose="05000000000000000000" pitchFamily="2" charset="2"/>
              </a:rPr>
              <a:t>Art. 24.4”: le </a:t>
            </a:r>
            <a:r>
              <a:rPr lang="en-US" sz="1200" b="1" i="1" dirty="0" err="1">
                <a:solidFill>
                  <a:schemeClr val="tx2"/>
                </a:solidFill>
                <a:sym typeface="Wingdings" panose="05000000000000000000" pitchFamily="2" charset="2"/>
              </a:rPr>
              <a:t>soglie</a:t>
            </a:r>
            <a:r>
              <a:rPr lang="en-US" sz="1200" b="1" i="1" dirty="0">
                <a:solidFill>
                  <a:schemeClr val="tx2"/>
                </a:solidFill>
                <a:sym typeface="Wingdings" panose="05000000000000000000" pitchFamily="2" charset="2"/>
              </a:rPr>
              <a:t> </a:t>
            </a:r>
            <a:r>
              <a:rPr lang="en-US" sz="1200" b="1" i="1" dirty="0" err="1">
                <a:solidFill>
                  <a:schemeClr val="tx2"/>
                </a:solidFill>
                <a:sym typeface="Wingdings" panose="05000000000000000000" pitchFamily="2" charset="2"/>
              </a:rPr>
              <a:t>verranno</a:t>
            </a:r>
            <a:r>
              <a:rPr lang="en-US" sz="1200" b="1" i="1" dirty="0">
                <a:solidFill>
                  <a:schemeClr val="tx2"/>
                </a:solidFill>
                <a:sym typeface="Wingdings" panose="05000000000000000000" pitchFamily="2" charset="2"/>
              </a:rPr>
              <a:t> </a:t>
            </a:r>
            <a:r>
              <a:rPr lang="en-US" sz="1200" b="1" i="1" dirty="0" err="1">
                <a:solidFill>
                  <a:schemeClr val="tx2"/>
                </a:solidFill>
                <a:sym typeface="Wingdings" panose="05000000000000000000" pitchFamily="2" charset="2"/>
              </a:rPr>
              <a:t>ricalcolate</a:t>
            </a:r>
            <a:r>
              <a:rPr lang="en-US" sz="1200" b="1" i="1" dirty="0">
                <a:solidFill>
                  <a:schemeClr val="tx2"/>
                </a:solidFill>
                <a:sym typeface="Wingdings" panose="05000000000000000000" pitchFamily="2" charset="2"/>
              </a:rPr>
              <a:t> a </a:t>
            </a:r>
            <a:r>
              <a:rPr lang="en-US" sz="1200" b="1" i="1" dirty="0" err="1">
                <a:solidFill>
                  <a:schemeClr val="tx2"/>
                </a:solidFill>
                <a:sym typeface="Wingdings" panose="05000000000000000000" pitchFamily="2" charset="2"/>
              </a:rPr>
              <a:t>fronte</a:t>
            </a:r>
            <a:r>
              <a:rPr lang="en-US" sz="1200" b="1" i="1" dirty="0">
                <a:solidFill>
                  <a:schemeClr val="tx2"/>
                </a:solidFill>
                <a:sym typeface="Wingdings" panose="05000000000000000000" pitchFamily="2" charset="2"/>
              </a:rPr>
              <a:t> </a:t>
            </a:r>
            <a:r>
              <a:rPr lang="en-US" sz="1200" b="1" i="1" dirty="0" err="1">
                <a:solidFill>
                  <a:schemeClr val="tx2"/>
                </a:solidFill>
                <a:sym typeface="Wingdings" panose="05000000000000000000" pitchFamily="2" charset="2"/>
              </a:rPr>
              <a:t>della</a:t>
            </a:r>
            <a:r>
              <a:rPr lang="en-US" sz="1200" b="1" i="1" dirty="0">
                <a:solidFill>
                  <a:schemeClr val="tx2"/>
                </a:solidFill>
                <a:sym typeface="Wingdings" panose="05000000000000000000" pitchFamily="2" charset="2"/>
              </a:rPr>
              <a:t> </a:t>
            </a:r>
            <a:r>
              <a:rPr lang="en-US" sz="1200" b="1" i="1" dirty="0" err="1">
                <a:solidFill>
                  <a:schemeClr val="tx2"/>
                </a:solidFill>
                <a:sym typeface="Wingdings" panose="05000000000000000000" pitchFamily="2" charset="2"/>
              </a:rPr>
              <a:t>presenza</a:t>
            </a:r>
            <a:r>
              <a:rPr lang="en-US" sz="1200" b="1" i="1" dirty="0">
                <a:solidFill>
                  <a:schemeClr val="tx2"/>
                </a:solidFill>
                <a:sym typeface="Wingdings" panose="05000000000000000000" pitchFamily="2" charset="2"/>
              </a:rPr>
              <a:t> di incident </a:t>
            </a:r>
            <a:r>
              <a:rPr lang="en-US" sz="1200" b="1" i="1" dirty="0" err="1">
                <a:solidFill>
                  <a:schemeClr val="tx2"/>
                </a:solidFill>
                <a:sym typeface="Wingdings" panose="05000000000000000000" pitchFamily="2" charset="2"/>
              </a:rPr>
              <a:t>trasversali</a:t>
            </a:r>
            <a:endParaRPr lang="en-US" sz="1200" b="1" i="1" dirty="0">
              <a:solidFill>
                <a:schemeClr val="tx2"/>
              </a:solidFill>
            </a:endParaRPr>
          </a:p>
        </p:txBody>
      </p:sp>
      <p:sp>
        <p:nvSpPr>
          <p:cNvPr id="8" name="Speech Bubble: Rectangle with Corners Rounded 7">
            <a:extLst>
              <a:ext uri="{FF2B5EF4-FFF2-40B4-BE49-F238E27FC236}">
                <a16:creationId xmlns:a16="http://schemas.microsoft.com/office/drawing/2014/main" id="{80CFA00E-34E6-4552-A3BF-48029D7149FC}"/>
              </a:ext>
            </a:extLst>
          </p:cNvPr>
          <p:cNvSpPr/>
          <p:nvPr/>
        </p:nvSpPr>
        <p:spPr>
          <a:xfrm>
            <a:off x="5726972" y="549342"/>
            <a:ext cx="2035125" cy="632199"/>
          </a:xfrm>
          <a:prstGeom prst="wedgeRoundRectCallout">
            <a:avLst>
              <a:gd name="adj1" fmla="val 10677"/>
              <a:gd name="adj2" fmla="val 85041"/>
              <a:gd name="adj3" fmla="val 16667"/>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err="1">
                <a:solidFill>
                  <a:schemeClr val="tx2"/>
                </a:solidFill>
              </a:rPr>
              <a:t>Esclusione</a:t>
            </a:r>
            <a:r>
              <a:rPr lang="en-US" sz="1400" b="1" dirty="0">
                <a:solidFill>
                  <a:schemeClr val="tx2"/>
                </a:solidFill>
              </a:rPr>
              <a:t> </a:t>
            </a:r>
            <a:r>
              <a:rPr lang="en-US" sz="1400" b="1" dirty="0" err="1">
                <a:solidFill>
                  <a:schemeClr val="tx2"/>
                </a:solidFill>
              </a:rPr>
              <a:t>dei</a:t>
            </a:r>
            <a:r>
              <a:rPr lang="en-US" sz="1400" b="1" dirty="0">
                <a:solidFill>
                  <a:schemeClr val="tx2"/>
                </a:solidFill>
              </a:rPr>
              <a:t> ticket per la </a:t>
            </a:r>
            <a:r>
              <a:rPr lang="en-US" sz="1400" b="1" dirty="0" err="1">
                <a:solidFill>
                  <a:schemeClr val="tx2"/>
                </a:solidFill>
              </a:rPr>
              <a:t>misurabilità</a:t>
            </a:r>
            <a:r>
              <a:rPr lang="en-US" sz="1400" b="1" dirty="0">
                <a:solidFill>
                  <a:schemeClr val="tx2"/>
                </a:solidFill>
              </a:rPr>
              <a:t> </a:t>
            </a:r>
            <a:r>
              <a:rPr lang="en-US" sz="1400" b="1" dirty="0" err="1">
                <a:solidFill>
                  <a:schemeClr val="tx2"/>
                </a:solidFill>
              </a:rPr>
              <a:t>degli</a:t>
            </a:r>
            <a:r>
              <a:rPr lang="en-US" sz="1400" b="1" dirty="0">
                <a:solidFill>
                  <a:schemeClr val="tx2"/>
                </a:solidFill>
              </a:rPr>
              <a:t> </a:t>
            </a:r>
            <a:r>
              <a:rPr lang="en-US" sz="1400" b="1" dirty="0" err="1">
                <a:solidFill>
                  <a:schemeClr val="tx2"/>
                </a:solidFill>
              </a:rPr>
              <a:t>indicatori</a:t>
            </a:r>
            <a:endParaRPr lang="en-US" sz="1400" b="1" dirty="0">
              <a:solidFill>
                <a:schemeClr val="tx2"/>
              </a:solidFill>
            </a:endParaRPr>
          </a:p>
        </p:txBody>
      </p:sp>
    </p:spTree>
    <p:extLst>
      <p:ext uri="{BB962C8B-B14F-4D97-AF65-F5344CB8AC3E}">
        <p14:creationId xmlns:p14="http://schemas.microsoft.com/office/powerpoint/2010/main" val="1700370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testo 1">
            <a:extLst>
              <a:ext uri="{FF2B5EF4-FFF2-40B4-BE49-F238E27FC236}">
                <a16:creationId xmlns:a16="http://schemas.microsoft.com/office/drawing/2014/main" id="{C1FC055D-BC62-C270-6669-7320F79D9E8A}"/>
              </a:ext>
            </a:extLst>
          </p:cNvPr>
          <p:cNvSpPr>
            <a:spLocks noGrp="1"/>
          </p:cNvSpPr>
          <p:nvPr>
            <p:ph type="body" sz="quarter" idx="10"/>
          </p:nvPr>
        </p:nvSpPr>
        <p:spPr/>
        <p:txBody>
          <a:bodyPr/>
          <a:lstStyle/>
          <a:p>
            <a:r>
              <a:rPr lang="it-IT" dirty="0"/>
              <a:t>Template SLA – T3</a:t>
            </a:r>
          </a:p>
          <a:p>
            <a:r>
              <a:rPr lang="it-IT" dirty="0"/>
              <a:t>MM/AAAA - </a:t>
            </a:r>
            <a:r>
              <a:rPr lang="it-IT"/>
              <a:t>Report performance </a:t>
            </a:r>
            <a:r>
              <a:rPr lang="it-IT" dirty="0"/>
              <a:t>processing</a:t>
            </a:r>
          </a:p>
        </p:txBody>
      </p:sp>
      <p:sp>
        <p:nvSpPr>
          <p:cNvPr id="6" name="CasellaDiTesto 5">
            <a:extLst>
              <a:ext uri="{FF2B5EF4-FFF2-40B4-BE49-F238E27FC236}">
                <a16:creationId xmlns:a16="http://schemas.microsoft.com/office/drawing/2014/main" id="{3492011C-4B6C-BD8C-6465-442E8F4D89F6}"/>
              </a:ext>
            </a:extLst>
          </p:cNvPr>
          <p:cNvSpPr txBox="1"/>
          <p:nvPr/>
        </p:nvSpPr>
        <p:spPr>
          <a:xfrm>
            <a:off x="371474" y="1540855"/>
            <a:ext cx="2296225" cy="369332"/>
          </a:xfrm>
          <a:prstGeom prst="rect">
            <a:avLst/>
          </a:prstGeom>
          <a:noFill/>
        </p:spPr>
        <p:txBody>
          <a:bodyPr wrap="square" rtlCol="0">
            <a:spAutoFit/>
          </a:bodyPr>
          <a:lstStyle/>
          <a:p>
            <a:r>
              <a:rPr lang="it-IT" dirty="0"/>
              <a:t>TAB 1</a:t>
            </a:r>
          </a:p>
        </p:txBody>
      </p:sp>
      <p:graphicFrame>
        <p:nvGraphicFramePr>
          <p:cNvPr id="7" name="Tabella 6">
            <a:extLst>
              <a:ext uri="{FF2B5EF4-FFF2-40B4-BE49-F238E27FC236}">
                <a16:creationId xmlns:a16="http://schemas.microsoft.com/office/drawing/2014/main" id="{342D6686-A3A0-2980-2F84-5D8BAE6BA639}"/>
              </a:ext>
            </a:extLst>
          </p:cNvPr>
          <p:cNvGraphicFramePr>
            <a:graphicFrameLocks noGrp="1"/>
          </p:cNvGraphicFramePr>
          <p:nvPr>
            <p:extLst>
              <p:ext uri="{D42A27DB-BD31-4B8C-83A1-F6EECF244321}">
                <p14:modId xmlns:p14="http://schemas.microsoft.com/office/powerpoint/2010/main" val="1681126466"/>
              </p:ext>
            </p:extLst>
          </p:nvPr>
        </p:nvGraphicFramePr>
        <p:xfrm>
          <a:off x="455364" y="1910187"/>
          <a:ext cx="10803186" cy="1341120"/>
        </p:xfrm>
        <a:graphic>
          <a:graphicData uri="http://schemas.openxmlformats.org/drawingml/2006/table">
            <a:tbl>
              <a:tblPr>
                <a:tableStyleId>{5C22544A-7EE6-4342-B048-85BDC9FD1C3A}</a:tableStyleId>
              </a:tblPr>
              <a:tblGrid>
                <a:gridCol w="575983">
                  <a:extLst>
                    <a:ext uri="{9D8B030D-6E8A-4147-A177-3AD203B41FA5}">
                      <a16:colId xmlns:a16="http://schemas.microsoft.com/office/drawing/2014/main" val="4133083591"/>
                    </a:ext>
                  </a:extLst>
                </a:gridCol>
                <a:gridCol w="2993646">
                  <a:extLst>
                    <a:ext uri="{9D8B030D-6E8A-4147-A177-3AD203B41FA5}">
                      <a16:colId xmlns:a16="http://schemas.microsoft.com/office/drawing/2014/main" val="1806905419"/>
                    </a:ext>
                  </a:extLst>
                </a:gridCol>
                <a:gridCol w="1632857">
                  <a:extLst>
                    <a:ext uri="{9D8B030D-6E8A-4147-A177-3AD203B41FA5}">
                      <a16:colId xmlns:a16="http://schemas.microsoft.com/office/drawing/2014/main" val="2717597184"/>
                    </a:ext>
                  </a:extLst>
                </a:gridCol>
                <a:gridCol w="1273629">
                  <a:extLst>
                    <a:ext uri="{9D8B030D-6E8A-4147-A177-3AD203B41FA5}">
                      <a16:colId xmlns:a16="http://schemas.microsoft.com/office/drawing/2014/main" val="2392854402"/>
                    </a:ext>
                  </a:extLst>
                </a:gridCol>
                <a:gridCol w="1132250">
                  <a:extLst>
                    <a:ext uri="{9D8B030D-6E8A-4147-A177-3AD203B41FA5}">
                      <a16:colId xmlns:a16="http://schemas.microsoft.com/office/drawing/2014/main" val="491658453"/>
                    </a:ext>
                  </a:extLst>
                </a:gridCol>
                <a:gridCol w="762273">
                  <a:extLst>
                    <a:ext uri="{9D8B030D-6E8A-4147-A177-3AD203B41FA5}">
                      <a16:colId xmlns:a16="http://schemas.microsoft.com/office/drawing/2014/main" val="2524262739"/>
                    </a:ext>
                  </a:extLst>
                </a:gridCol>
                <a:gridCol w="1502127">
                  <a:extLst>
                    <a:ext uri="{9D8B030D-6E8A-4147-A177-3AD203B41FA5}">
                      <a16:colId xmlns:a16="http://schemas.microsoft.com/office/drawing/2014/main" val="4242696869"/>
                    </a:ext>
                  </a:extLst>
                </a:gridCol>
                <a:gridCol w="930421">
                  <a:extLst>
                    <a:ext uri="{9D8B030D-6E8A-4147-A177-3AD203B41FA5}">
                      <a16:colId xmlns:a16="http://schemas.microsoft.com/office/drawing/2014/main" val="2752732268"/>
                    </a:ext>
                  </a:extLst>
                </a:gridCol>
              </a:tblGrid>
              <a:tr h="237395">
                <a:tc>
                  <a:txBody>
                    <a:bodyPr/>
                    <a:lstStyle/>
                    <a:p>
                      <a:pPr algn="l" fontAlgn="b"/>
                      <a:r>
                        <a:rPr lang="it-IT" sz="1100" b="0" i="0" u="none" strike="noStrike" dirty="0">
                          <a:solidFill>
                            <a:srgbClr val="FFFFFF"/>
                          </a:solidFill>
                          <a:effectLst/>
                          <a:latin typeface="Calibri" panose="020F0502020204030204" pitchFamily="34" charset="0"/>
                        </a:rPr>
                        <a:t>ID SLA</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rgbClr val="002060"/>
                    </a:solidFill>
                  </a:tcPr>
                </a:tc>
                <a:tc>
                  <a:txBody>
                    <a:bodyPr/>
                    <a:lstStyle/>
                    <a:p>
                      <a:pPr algn="l" fontAlgn="b"/>
                      <a:r>
                        <a:rPr lang="it-IT" sz="1100" b="0" i="0" u="none" strike="noStrike" dirty="0">
                          <a:solidFill>
                            <a:srgbClr val="FFFFFF"/>
                          </a:solidFill>
                          <a:effectLst/>
                          <a:latin typeface="Calibri" panose="020F0502020204030204" pitchFamily="34" charset="0"/>
                        </a:rPr>
                        <a:t>NOME SLA</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rgbClr val="002060"/>
                    </a:solidFill>
                  </a:tcPr>
                </a:tc>
                <a:tc>
                  <a:txBody>
                    <a:bodyPr/>
                    <a:lstStyle/>
                    <a:p>
                      <a:pPr algn="l" fontAlgn="b"/>
                      <a:r>
                        <a:rPr lang="it-IT" sz="1100" b="0" i="0" u="none" strike="noStrike" dirty="0">
                          <a:solidFill>
                            <a:srgbClr val="FFFFFF"/>
                          </a:solidFill>
                          <a:effectLst/>
                          <a:latin typeface="Calibri" panose="020F0502020204030204" pitchFamily="34" charset="0"/>
                        </a:rPr>
                        <a:t>ATTRIBUTO TEMPORALE</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rgbClr val="002060"/>
                    </a:solidFill>
                  </a:tcPr>
                </a:tc>
                <a:tc>
                  <a:txBody>
                    <a:bodyPr/>
                    <a:lstStyle/>
                    <a:p>
                      <a:pPr algn="l" fontAlgn="b"/>
                      <a:r>
                        <a:rPr lang="it-IT" sz="1100" b="0" i="0" u="none" strike="noStrike" dirty="0">
                          <a:solidFill>
                            <a:srgbClr val="FFFFFF"/>
                          </a:solidFill>
                          <a:effectLst/>
                          <a:latin typeface="Calibri" panose="020F0502020204030204" pitchFamily="34" charset="0"/>
                        </a:rPr>
                        <a:t>TARGET </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rgbClr val="002060"/>
                    </a:solidFill>
                  </a:tcPr>
                </a:tc>
                <a:tc>
                  <a:txBody>
                    <a:bodyPr/>
                    <a:lstStyle/>
                    <a:p>
                      <a:pPr algn="l" fontAlgn="b"/>
                      <a:r>
                        <a:rPr lang="it-IT" sz="1100" b="0" i="0" u="none" strike="noStrike" dirty="0">
                          <a:solidFill>
                            <a:schemeClr val="tx2"/>
                          </a:solidFill>
                          <a:effectLst/>
                          <a:latin typeface="Calibri" panose="020F0502020204030204" pitchFamily="34" charset="0"/>
                        </a:rPr>
                        <a:t>TOTALE FLUSSI ENTRO TARGET (Uso Interno)</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rgbClr val="FFFF00"/>
                    </a:solidFill>
                  </a:tcPr>
                </a:tc>
                <a:tc>
                  <a:txBody>
                    <a:bodyPr/>
                    <a:lstStyle/>
                    <a:p>
                      <a:pPr algn="l" fontAlgn="b"/>
                      <a:r>
                        <a:rPr lang="it-IT" sz="1100" b="0" i="0" u="none" strike="noStrike" dirty="0">
                          <a:solidFill>
                            <a:schemeClr val="tx2"/>
                          </a:solidFill>
                          <a:effectLst/>
                          <a:latin typeface="Calibri" panose="020F0502020204030204" pitchFamily="34" charset="0"/>
                        </a:rPr>
                        <a:t>TOTALE FLUSSI (Uso Interno)</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rgbClr val="FFFF00"/>
                    </a:solidFill>
                  </a:tcPr>
                </a:tc>
                <a:tc>
                  <a:txBody>
                    <a:bodyPr/>
                    <a:lstStyle/>
                    <a:p>
                      <a:pPr algn="l" fontAlgn="b"/>
                      <a:r>
                        <a:rPr lang="it-IT" sz="1100" b="0" i="0" u="none" strike="noStrike" dirty="0">
                          <a:solidFill>
                            <a:srgbClr val="FFFFFF"/>
                          </a:solidFill>
                          <a:effectLst/>
                          <a:latin typeface="Calibri" panose="020F0502020204030204" pitchFamily="34" charset="0"/>
                        </a:rPr>
                        <a:t>% PERFORMANCE</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rgbClr val="002060"/>
                    </a:solidFill>
                  </a:tcPr>
                </a:tc>
                <a:tc>
                  <a:txBody>
                    <a:bodyPr/>
                    <a:lstStyle/>
                    <a:p>
                      <a:pPr algn="l" fontAlgn="b"/>
                      <a:r>
                        <a:rPr lang="it-IT" sz="1100" b="0" i="0" u="none" strike="noStrike" dirty="0">
                          <a:solidFill>
                            <a:srgbClr val="FFFFFF"/>
                          </a:solidFill>
                          <a:effectLst/>
                          <a:latin typeface="Calibri" panose="020F0502020204030204" pitchFamily="34" charset="0"/>
                        </a:rPr>
                        <a:t>% SOGLIA SLA</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rgbClr val="002060"/>
                    </a:solidFill>
                  </a:tcPr>
                </a:tc>
                <a:extLst>
                  <a:ext uri="{0D108BD9-81ED-4DB2-BD59-A6C34878D82A}">
                    <a16:rowId xmlns:a16="http://schemas.microsoft.com/office/drawing/2014/main" val="141734531"/>
                  </a:ext>
                </a:extLst>
              </a:tr>
              <a:tr h="130210">
                <a:tc>
                  <a:txBody>
                    <a:bodyPr/>
                    <a:lstStyle/>
                    <a:p>
                      <a:pPr algn="r" fontAlgn="b"/>
                      <a:r>
                        <a:rPr lang="it-IT" sz="1100" b="0" i="0" u="none" strike="noStrike">
                          <a:solidFill>
                            <a:srgbClr val="000000"/>
                          </a:solidFill>
                          <a:effectLst/>
                          <a:latin typeface="Calibri" panose="020F0502020204030204" pitchFamily="34" charset="0"/>
                        </a:rPr>
                        <a:t>6</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t"/>
                      <a:r>
                        <a:rPr lang="it-IT" sz="1100" b="0" i="0" u="none" strike="noStrike">
                          <a:solidFill>
                            <a:srgbClr val="000000"/>
                          </a:solidFill>
                          <a:effectLst/>
                          <a:latin typeface="Calibri" panose="020F0502020204030204" pitchFamily="34" charset="0"/>
                        </a:rPr>
                        <a:t>Processing dei Supporti Dispositivi (XML)</a:t>
                      </a:r>
                    </a:p>
                  </a:txBody>
                  <a:tcPr marL="0" marR="0" marT="0" marB="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lang="it-IT" sz="1100" b="0" i="0" u="none" strike="noStrike" dirty="0">
                          <a:solidFill>
                            <a:srgbClr val="000000"/>
                          </a:solidFill>
                          <a:effectLst/>
                          <a:latin typeface="Calibri" panose="020F0502020204030204" pitchFamily="34" charset="0"/>
                        </a:rPr>
                        <a:t>Mensile</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lang="it-IT" sz="1100" b="0" i="0" u="none" strike="noStrike" dirty="0">
                          <a:solidFill>
                            <a:srgbClr val="000000"/>
                          </a:solidFill>
                          <a:effectLst/>
                          <a:latin typeface="Calibri" panose="020F0502020204030204" pitchFamily="34" charset="0"/>
                        </a:rPr>
                        <a:t>20 minuti</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lang="it-IT" sz="1100" b="0" i="0" u="none" strike="noStrike" dirty="0">
                          <a:solidFill>
                            <a:srgbClr val="000000"/>
                          </a:solidFill>
                          <a:effectLst/>
                          <a:latin typeface="Calibri" panose="020F0502020204030204" pitchFamily="34" charset="0"/>
                        </a:rPr>
                        <a:t> </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lang="it-IT" sz="1100" b="0" i="0" u="none" strike="noStrike">
                          <a:solidFill>
                            <a:srgbClr val="000000"/>
                          </a:solidFill>
                          <a:effectLst/>
                          <a:latin typeface="Calibri" panose="020F0502020204030204" pitchFamily="34" charset="0"/>
                        </a:rPr>
                        <a:t> </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lang="it-IT" sz="1100" b="0" i="0" u="none" strike="noStrike">
                          <a:solidFill>
                            <a:srgbClr val="000000"/>
                          </a:solidFill>
                          <a:effectLst/>
                          <a:latin typeface="Calibri" panose="020F0502020204030204" pitchFamily="34" charset="0"/>
                        </a:rPr>
                        <a:t> </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r" fontAlgn="b"/>
                      <a:r>
                        <a:rPr lang="it-IT" sz="1100" b="0" i="0" u="none" strike="noStrike">
                          <a:solidFill>
                            <a:srgbClr val="000000"/>
                          </a:solidFill>
                          <a:effectLst/>
                          <a:latin typeface="Calibri" panose="020F0502020204030204" pitchFamily="34" charset="0"/>
                        </a:rPr>
                        <a:t>99%</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955773031"/>
                  </a:ext>
                </a:extLst>
              </a:tr>
              <a:tr h="130210">
                <a:tc>
                  <a:txBody>
                    <a:bodyPr/>
                    <a:lstStyle/>
                    <a:p>
                      <a:pPr algn="r" fontAlgn="b"/>
                      <a:r>
                        <a:rPr lang="it-IT" sz="1100" b="0" i="0" u="none" strike="noStrike">
                          <a:solidFill>
                            <a:srgbClr val="000000"/>
                          </a:solidFill>
                          <a:effectLst/>
                          <a:latin typeface="Calibri" panose="020F0502020204030204" pitchFamily="34" charset="0"/>
                        </a:rPr>
                        <a:t>7</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t"/>
                      <a:r>
                        <a:rPr lang="it-IT" sz="1100" b="0" i="0" u="none" strike="noStrike">
                          <a:solidFill>
                            <a:srgbClr val="000000"/>
                          </a:solidFill>
                          <a:effectLst/>
                          <a:latin typeface="Calibri" panose="020F0502020204030204" pitchFamily="34" charset="0"/>
                        </a:rPr>
                        <a:t>Processing dei Supporti Dispositivi (FLAT)</a:t>
                      </a:r>
                    </a:p>
                  </a:txBody>
                  <a:tcPr marL="0" marR="0" marT="0" marB="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lang="it-IT" sz="1100" b="0" i="0" u="none" strike="noStrike" dirty="0">
                          <a:solidFill>
                            <a:srgbClr val="000000"/>
                          </a:solidFill>
                          <a:effectLst/>
                          <a:latin typeface="Calibri" panose="020F0502020204030204" pitchFamily="34" charset="0"/>
                        </a:rPr>
                        <a:t>Mensile</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lang="it-IT" sz="1100" b="0" i="0" u="none" strike="noStrike" dirty="0">
                          <a:solidFill>
                            <a:srgbClr val="000000"/>
                          </a:solidFill>
                          <a:effectLst/>
                          <a:latin typeface="Calibri" panose="020F0502020204030204" pitchFamily="34" charset="0"/>
                        </a:rPr>
                        <a:t>25 minuti</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lang="it-IT" sz="1100" b="0" i="0" u="none" strike="noStrike">
                          <a:solidFill>
                            <a:srgbClr val="000000"/>
                          </a:solidFill>
                          <a:effectLst/>
                          <a:latin typeface="Calibri" panose="020F0502020204030204" pitchFamily="34" charset="0"/>
                        </a:rPr>
                        <a:t> </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lang="it-IT" sz="1100" b="0" i="0" u="none" strike="noStrike">
                          <a:solidFill>
                            <a:srgbClr val="000000"/>
                          </a:solidFill>
                          <a:effectLst/>
                          <a:latin typeface="Calibri" panose="020F0502020204030204" pitchFamily="34" charset="0"/>
                        </a:rPr>
                        <a:t> </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lang="it-IT" sz="1100" b="0" i="0" u="none" strike="noStrike">
                          <a:solidFill>
                            <a:srgbClr val="000000"/>
                          </a:solidFill>
                          <a:effectLst/>
                          <a:latin typeface="Calibri" panose="020F0502020204030204" pitchFamily="34" charset="0"/>
                        </a:rPr>
                        <a:t> </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r" fontAlgn="b"/>
                      <a:r>
                        <a:rPr lang="it-IT" sz="1100" b="0" i="0" u="none" strike="noStrike">
                          <a:solidFill>
                            <a:srgbClr val="000000"/>
                          </a:solidFill>
                          <a:effectLst/>
                          <a:latin typeface="Calibri" panose="020F0502020204030204" pitchFamily="34" charset="0"/>
                        </a:rPr>
                        <a:t>99%</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259141730"/>
                  </a:ext>
                </a:extLst>
              </a:tr>
              <a:tr h="130210">
                <a:tc>
                  <a:txBody>
                    <a:bodyPr/>
                    <a:lstStyle/>
                    <a:p>
                      <a:pPr algn="r" fontAlgn="b"/>
                      <a:r>
                        <a:rPr lang="it-IT" sz="1100" b="0" i="0" u="none" strike="noStrike">
                          <a:solidFill>
                            <a:srgbClr val="000000"/>
                          </a:solidFill>
                          <a:effectLst/>
                          <a:latin typeface="Calibri" panose="020F0502020204030204" pitchFamily="34" charset="0"/>
                        </a:rPr>
                        <a:t>8</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t"/>
                      <a:r>
                        <a:rPr lang="it-IT" sz="1100" b="0" i="0" u="none" strike="noStrike">
                          <a:solidFill>
                            <a:srgbClr val="000000"/>
                          </a:solidFill>
                          <a:effectLst/>
                          <a:latin typeface="Calibri" panose="020F0502020204030204" pitchFamily="34" charset="0"/>
                        </a:rPr>
                        <a:t>Processing dei Supporti Informativi </a:t>
                      </a:r>
                    </a:p>
                  </a:txBody>
                  <a:tcPr marL="0" marR="0" marT="0" marB="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lang="it-IT" sz="1100" b="0" i="0" u="none" strike="noStrike" dirty="0">
                          <a:solidFill>
                            <a:srgbClr val="000000"/>
                          </a:solidFill>
                          <a:effectLst/>
                          <a:latin typeface="Calibri" panose="020F0502020204030204" pitchFamily="34" charset="0"/>
                        </a:rPr>
                        <a:t>Mensile</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lang="it-IT" sz="1100" b="0" i="0" u="none" strike="noStrike" dirty="0">
                          <a:solidFill>
                            <a:srgbClr val="000000"/>
                          </a:solidFill>
                          <a:effectLst/>
                          <a:latin typeface="Calibri" panose="020F0502020204030204" pitchFamily="34" charset="0"/>
                        </a:rPr>
                        <a:t>40 minuti</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lang="it-IT" sz="1100" b="0" i="0" u="none" strike="noStrike" dirty="0">
                          <a:solidFill>
                            <a:srgbClr val="000000"/>
                          </a:solidFill>
                          <a:effectLst/>
                          <a:latin typeface="Calibri" panose="020F0502020204030204" pitchFamily="34" charset="0"/>
                        </a:rPr>
                        <a:t> </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lang="it-IT" sz="1100" b="0" i="0" u="none" strike="noStrike">
                          <a:solidFill>
                            <a:srgbClr val="000000"/>
                          </a:solidFill>
                          <a:effectLst/>
                          <a:latin typeface="Calibri" panose="020F0502020204030204" pitchFamily="34" charset="0"/>
                        </a:rPr>
                        <a:t> </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lang="it-IT" sz="1100" b="0" i="0" u="none" strike="noStrike">
                          <a:solidFill>
                            <a:srgbClr val="000000"/>
                          </a:solidFill>
                          <a:effectLst/>
                          <a:latin typeface="Calibri" panose="020F0502020204030204" pitchFamily="34" charset="0"/>
                        </a:rPr>
                        <a:t> </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r" fontAlgn="b"/>
                      <a:r>
                        <a:rPr lang="it-IT" sz="1100" b="0" i="0" u="none" strike="noStrike">
                          <a:solidFill>
                            <a:srgbClr val="000000"/>
                          </a:solidFill>
                          <a:effectLst/>
                          <a:latin typeface="Calibri" panose="020F0502020204030204" pitchFamily="34" charset="0"/>
                        </a:rPr>
                        <a:t>99%</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244808467"/>
                  </a:ext>
                </a:extLst>
              </a:tr>
              <a:tr h="130210">
                <a:tc>
                  <a:txBody>
                    <a:bodyPr/>
                    <a:lstStyle/>
                    <a:p>
                      <a:pPr algn="r" fontAlgn="b"/>
                      <a:r>
                        <a:rPr lang="it-IT" sz="1100" b="0" i="0" u="none" strike="noStrike">
                          <a:solidFill>
                            <a:srgbClr val="000000"/>
                          </a:solidFill>
                          <a:effectLst/>
                          <a:latin typeface="Calibri" panose="020F0502020204030204" pitchFamily="34" charset="0"/>
                        </a:rPr>
                        <a:t>108</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t"/>
                      <a:r>
                        <a:rPr lang="it-IT" sz="1100" b="0" i="0" u="none" strike="noStrike" dirty="0">
                          <a:solidFill>
                            <a:srgbClr val="000000"/>
                          </a:solidFill>
                          <a:effectLst/>
                          <a:latin typeface="Calibri" panose="020F0502020204030204" pitchFamily="34" charset="0"/>
                        </a:rPr>
                        <a:t>Processing dei Supporti Dispositivi urgenti</a:t>
                      </a:r>
                    </a:p>
                  </a:txBody>
                  <a:tcPr marL="0" marR="0" marT="0" marB="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lang="it-IT" sz="1100" b="0" i="0" u="none" strike="noStrike" dirty="0">
                          <a:solidFill>
                            <a:srgbClr val="000000"/>
                          </a:solidFill>
                          <a:effectLst/>
                          <a:latin typeface="Calibri" panose="020F0502020204030204" pitchFamily="34" charset="0"/>
                        </a:rPr>
                        <a:t>Mensile</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lang="it-IT" sz="1100" b="0" i="0" u="none" strike="noStrike" dirty="0">
                          <a:solidFill>
                            <a:srgbClr val="000000"/>
                          </a:solidFill>
                          <a:effectLst/>
                          <a:latin typeface="Calibri" panose="020F0502020204030204" pitchFamily="34" charset="0"/>
                        </a:rPr>
                        <a:t>18 minuti</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lang="it-IT" sz="1100" b="0" i="0" u="none" strike="noStrike" dirty="0">
                          <a:solidFill>
                            <a:srgbClr val="000000"/>
                          </a:solidFill>
                          <a:effectLst/>
                          <a:latin typeface="Calibri" panose="020F0502020204030204" pitchFamily="34" charset="0"/>
                        </a:rPr>
                        <a:t> </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lang="it-IT" sz="1100" b="0" i="0" u="none" strike="noStrike">
                          <a:solidFill>
                            <a:srgbClr val="000000"/>
                          </a:solidFill>
                          <a:effectLst/>
                          <a:latin typeface="Calibri" panose="020F0502020204030204" pitchFamily="34" charset="0"/>
                        </a:rPr>
                        <a:t> </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lang="it-IT" sz="1100" b="0" i="0" u="none" strike="noStrike" dirty="0">
                          <a:solidFill>
                            <a:srgbClr val="000000"/>
                          </a:solidFill>
                          <a:effectLst/>
                          <a:latin typeface="Calibri" panose="020F0502020204030204" pitchFamily="34" charset="0"/>
                        </a:rPr>
                        <a:t> </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r" fontAlgn="b"/>
                      <a:r>
                        <a:rPr lang="it-IT" sz="1100" b="0" i="0" u="none" strike="noStrike" dirty="0">
                          <a:solidFill>
                            <a:srgbClr val="000000"/>
                          </a:solidFill>
                          <a:effectLst/>
                          <a:latin typeface="Calibri" panose="020F0502020204030204" pitchFamily="34" charset="0"/>
                        </a:rPr>
                        <a:t>97%</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573040575"/>
                  </a:ext>
                </a:extLst>
              </a:tr>
              <a:tr h="130210">
                <a:tc>
                  <a:txBody>
                    <a:bodyPr/>
                    <a:lstStyle/>
                    <a:p>
                      <a:pPr algn="r" fontAlgn="b"/>
                      <a:r>
                        <a:rPr lang="it-IT" sz="1100" b="0" i="0" u="none" strike="noStrike" dirty="0">
                          <a:solidFill>
                            <a:srgbClr val="00B050"/>
                          </a:solidFill>
                          <a:effectLst/>
                          <a:latin typeface="Calibri" panose="020F0502020204030204" pitchFamily="34" charset="0"/>
                        </a:rPr>
                        <a:t>109</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t"/>
                      <a:r>
                        <a:rPr lang="it-IT" sz="1100" b="0" i="0" u="none" strike="noStrike" dirty="0">
                          <a:solidFill>
                            <a:srgbClr val="00B050"/>
                          </a:solidFill>
                          <a:effectLst/>
                          <a:latin typeface="Calibri" panose="020F0502020204030204" pitchFamily="34" charset="0"/>
                        </a:rPr>
                        <a:t>Tempo smistamento flussi </a:t>
                      </a:r>
                      <a:r>
                        <a:rPr lang="it-IT" sz="1100" b="0" i="0" u="none" strike="noStrike" dirty="0" err="1">
                          <a:solidFill>
                            <a:srgbClr val="00B050"/>
                          </a:solidFill>
                          <a:effectLst/>
                          <a:latin typeface="Calibri" panose="020F0502020204030204" pitchFamily="34" charset="0"/>
                        </a:rPr>
                        <a:t>avvisatura</a:t>
                      </a:r>
                      <a:r>
                        <a:rPr lang="it-IT" sz="1100" b="0" i="0" u="none" strike="noStrike" dirty="0">
                          <a:solidFill>
                            <a:srgbClr val="00B050"/>
                          </a:solidFill>
                          <a:effectLst/>
                          <a:latin typeface="Calibri" panose="020F0502020204030204" pitchFamily="34" charset="0"/>
                        </a:rPr>
                        <a:t> CBILL</a:t>
                      </a:r>
                    </a:p>
                  </a:txBody>
                  <a:tcPr marL="0" marR="0" marT="0" marB="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lang="it-IT" sz="1100" b="0" i="0" u="none" strike="noStrike" dirty="0">
                          <a:solidFill>
                            <a:srgbClr val="00B050"/>
                          </a:solidFill>
                          <a:effectLst/>
                          <a:latin typeface="Calibri" panose="020F0502020204030204" pitchFamily="34" charset="0"/>
                        </a:rPr>
                        <a:t>Mensile</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lang="it-IT" sz="1100" b="0" i="0" u="none" strike="noStrike" dirty="0">
                          <a:solidFill>
                            <a:srgbClr val="00B050"/>
                          </a:solidFill>
                          <a:effectLst/>
                          <a:latin typeface="Calibri" panose="020F0502020204030204" pitchFamily="34" charset="0"/>
                        </a:rPr>
                        <a:t>40 minuti</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endParaRPr lang="it-IT" sz="1100" b="0" i="0" u="none" strike="noStrike" dirty="0">
                        <a:solidFill>
                          <a:srgbClr val="00B050"/>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endParaRPr lang="it-IT" sz="1100" b="0" i="0" u="none" strike="noStrike" dirty="0">
                        <a:solidFill>
                          <a:srgbClr val="00B050"/>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endParaRPr lang="it-IT" sz="1100" b="0" i="0" u="none" strike="noStrike" dirty="0">
                        <a:solidFill>
                          <a:srgbClr val="00B050"/>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r" fontAlgn="b"/>
                      <a:r>
                        <a:rPr lang="it-IT" sz="1100" b="0" i="0" u="none" strike="noStrike" dirty="0">
                          <a:solidFill>
                            <a:srgbClr val="00B050"/>
                          </a:solidFill>
                          <a:effectLst/>
                          <a:latin typeface="Calibri" panose="020F0502020204030204" pitchFamily="34" charset="0"/>
                        </a:rPr>
                        <a:t>95%</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420750301"/>
                  </a:ext>
                </a:extLst>
              </a:tr>
            </a:tbl>
          </a:graphicData>
        </a:graphic>
      </p:graphicFrame>
      <p:sp>
        <p:nvSpPr>
          <p:cNvPr id="8" name="Rectangle: Rounded Corners 7">
            <a:extLst>
              <a:ext uri="{FF2B5EF4-FFF2-40B4-BE49-F238E27FC236}">
                <a16:creationId xmlns:a16="http://schemas.microsoft.com/office/drawing/2014/main" id="{FE6A831D-4713-4E0C-A6FA-C1A352EE410C}"/>
              </a:ext>
            </a:extLst>
          </p:cNvPr>
          <p:cNvSpPr/>
          <p:nvPr/>
        </p:nvSpPr>
        <p:spPr>
          <a:xfrm>
            <a:off x="8651885" y="884071"/>
            <a:ext cx="3168640" cy="557727"/>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i="1" dirty="0">
                <a:solidFill>
                  <a:schemeClr val="tx2"/>
                </a:solidFill>
                <a:sym typeface="Wingdings" panose="05000000000000000000" pitchFamily="2" charset="2"/>
              </a:rPr>
              <a:t>Art. 24.4”: le </a:t>
            </a:r>
            <a:r>
              <a:rPr lang="en-US" sz="1200" b="1" i="1" dirty="0" err="1">
                <a:solidFill>
                  <a:schemeClr val="tx2"/>
                </a:solidFill>
                <a:sym typeface="Wingdings" panose="05000000000000000000" pitchFamily="2" charset="2"/>
              </a:rPr>
              <a:t>soglie</a:t>
            </a:r>
            <a:r>
              <a:rPr lang="en-US" sz="1200" b="1" i="1" dirty="0">
                <a:solidFill>
                  <a:schemeClr val="tx2"/>
                </a:solidFill>
                <a:sym typeface="Wingdings" panose="05000000000000000000" pitchFamily="2" charset="2"/>
              </a:rPr>
              <a:t> </a:t>
            </a:r>
            <a:r>
              <a:rPr lang="en-US" sz="1200" b="1" i="1" dirty="0" err="1">
                <a:solidFill>
                  <a:schemeClr val="tx2"/>
                </a:solidFill>
                <a:sym typeface="Wingdings" panose="05000000000000000000" pitchFamily="2" charset="2"/>
              </a:rPr>
              <a:t>verranno</a:t>
            </a:r>
            <a:r>
              <a:rPr lang="en-US" sz="1200" b="1" i="1" dirty="0">
                <a:solidFill>
                  <a:schemeClr val="tx2"/>
                </a:solidFill>
                <a:sym typeface="Wingdings" panose="05000000000000000000" pitchFamily="2" charset="2"/>
              </a:rPr>
              <a:t> </a:t>
            </a:r>
            <a:r>
              <a:rPr lang="en-US" sz="1200" b="1" i="1" dirty="0" err="1">
                <a:solidFill>
                  <a:schemeClr val="tx2"/>
                </a:solidFill>
                <a:sym typeface="Wingdings" panose="05000000000000000000" pitchFamily="2" charset="2"/>
              </a:rPr>
              <a:t>ricalcolate</a:t>
            </a:r>
            <a:r>
              <a:rPr lang="en-US" sz="1200" b="1" i="1" dirty="0">
                <a:solidFill>
                  <a:schemeClr val="tx2"/>
                </a:solidFill>
                <a:sym typeface="Wingdings" panose="05000000000000000000" pitchFamily="2" charset="2"/>
              </a:rPr>
              <a:t> a </a:t>
            </a:r>
            <a:r>
              <a:rPr lang="en-US" sz="1200" b="1" i="1" dirty="0" err="1">
                <a:solidFill>
                  <a:schemeClr val="tx2"/>
                </a:solidFill>
                <a:sym typeface="Wingdings" panose="05000000000000000000" pitchFamily="2" charset="2"/>
              </a:rPr>
              <a:t>fronte</a:t>
            </a:r>
            <a:r>
              <a:rPr lang="en-US" sz="1200" b="1" i="1" dirty="0">
                <a:solidFill>
                  <a:schemeClr val="tx2"/>
                </a:solidFill>
                <a:sym typeface="Wingdings" panose="05000000000000000000" pitchFamily="2" charset="2"/>
              </a:rPr>
              <a:t> </a:t>
            </a:r>
            <a:r>
              <a:rPr lang="en-US" sz="1200" b="1" i="1" dirty="0" err="1">
                <a:solidFill>
                  <a:schemeClr val="tx2"/>
                </a:solidFill>
                <a:sym typeface="Wingdings" panose="05000000000000000000" pitchFamily="2" charset="2"/>
              </a:rPr>
              <a:t>della</a:t>
            </a:r>
            <a:r>
              <a:rPr lang="en-US" sz="1200" b="1" i="1" dirty="0">
                <a:solidFill>
                  <a:schemeClr val="tx2"/>
                </a:solidFill>
                <a:sym typeface="Wingdings" panose="05000000000000000000" pitchFamily="2" charset="2"/>
              </a:rPr>
              <a:t> </a:t>
            </a:r>
            <a:r>
              <a:rPr lang="en-US" sz="1200" b="1" i="1" dirty="0" err="1">
                <a:solidFill>
                  <a:schemeClr val="tx2"/>
                </a:solidFill>
                <a:sym typeface="Wingdings" panose="05000000000000000000" pitchFamily="2" charset="2"/>
              </a:rPr>
              <a:t>presenza</a:t>
            </a:r>
            <a:r>
              <a:rPr lang="en-US" sz="1200" b="1" i="1" dirty="0">
                <a:solidFill>
                  <a:schemeClr val="tx2"/>
                </a:solidFill>
                <a:sym typeface="Wingdings" panose="05000000000000000000" pitchFamily="2" charset="2"/>
              </a:rPr>
              <a:t> di incident </a:t>
            </a:r>
            <a:r>
              <a:rPr lang="en-US" sz="1200" b="1" i="1" dirty="0" err="1">
                <a:solidFill>
                  <a:schemeClr val="tx2"/>
                </a:solidFill>
                <a:sym typeface="Wingdings" panose="05000000000000000000" pitchFamily="2" charset="2"/>
              </a:rPr>
              <a:t>trasversali</a:t>
            </a:r>
            <a:endParaRPr lang="en-US" sz="1200" b="1" i="1" dirty="0">
              <a:solidFill>
                <a:schemeClr val="tx2"/>
              </a:solidFill>
            </a:endParaRPr>
          </a:p>
        </p:txBody>
      </p:sp>
    </p:spTree>
    <p:extLst>
      <p:ext uri="{BB962C8B-B14F-4D97-AF65-F5344CB8AC3E}">
        <p14:creationId xmlns:p14="http://schemas.microsoft.com/office/powerpoint/2010/main" val="18164626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testo 1">
            <a:extLst>
              <a:ext uri="{FF2B5EF4-FFF2-40B4-BE49-F238E27FC236}">
                <a16:creationId xmlns:a16="http://schemas.microsoft.com/office/drawing/2014/main" id="{C1FC055D-BC62-C270-6669-7320F79D9E8A}"/>
              </a:ext>
            </a:extLst>
          </p:cNvPr>
          <p:cNvSpPr>
            <a:spLocks noGrp="1"/>
          </p:cNvSpPr>
          <p:nvPr>
            <p:ph type="body" sz="quarter" idx="10"/>
          </p:nvPr>
        </p:nvSpPr>
        <p:spPr/>
        <p:txBody>
          <a:bodyPr/>
          <a:lstStyle/>
          <a:p>
            <a:r>
              <a:rPr lang="it-IT" dirty="0">
                <a:solidFill>
                  <a:srgbClr val="00B050"/>
                </a:solidFill>
              </a:rPr>
              <a:t>Template SLA – T4a </a:t>
            </a:r>
          </a:p>
          <a:p>
            <a:r>
              <a:rPr lang="it-IT" dirty="0">
                <a:solidFill>
                  <a:srgbClr val="00B050"/>
                </a:solidFill>
              </a:rPr>
              <a:t>MM/AAAA - Report mensile performance API Core</a:t>
            </a:r>
          </a:p>
        </p:txBody>
      </p:sp>
      <p:sp>
        <p:nvSpPr>
          <p:cNvPr id="6" name="CasellaDiTesto 5">
            <a:extLst>
              <a:ext uri="{FF2B5EF4-FFF2-40B4-BE49-F238E27FC236}">
                <a16:creationId xmlns:a16="http://schemas.microsoft.com/office/drawing/2014/main" id="{3492011C-4B6C-BD8C-6465-442E8F4D89F6}"/>
              </a:ext>
            </a:extLst>
          </p:cNvPr>
          <p:cNvSpPr txBox="1"/>
          <p:nvPr/>
        </p:nvSpPr>
        <p:spPr>
          <a:xfrm>
            <a:off x="371474" y="1162934"/>
            <a:ext cx="2296225" cy="369332"/>
          </a:xfrm>
          <a:prstGeom prst="rect">
            <a:avLst/>
          </a:prstGeom>
          <a:noFill/>
        </p:spPr>
        <p:txBody>
          <a:bodyPr wrap="square" rtlCol="0">
            <a:spAutoFit/>
          </a:bodyPr>
          <a:lstStyle/>
          <a:p>
            <a:r>
              <a:rPr lang="it-IT" dirty="0"/>
              <a:t>TAB 1</a:t>
            </a:r>
          </a:p>
        </p:txBody>
      </p:sp>
      <p:sp>
        <p:nvSpPr>
          <p:cNvPr id="8" name="Rectangle: Rounded Corners 7">
            <a:extLst>
              <a:ext uri="{FF2B5EF4-FFF2-40B4-BE49-F238E27FC236}">
                <a16:creationId xmlns:a16="http://schemas.microsoft.com/office/drawing/2014/main" id="{CC313BD9-D880-4A23-A5E8-1565874D0A8C}"/>
              </a:ext>
            </a:extLst>
          </p:cNvPr>
          <p:cNvSpPr/>
          <p:nvPr/>
        </p:nvSpPr>
        <p:spPr>
          <a:xfrm>
            <a:off x="8508669" y="605207"/>
            <a:ext cx="3168640" cy="557727"/>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i="1" dirty="0">
                <a:solidFill>
                  <a:schemeClr val="tx2"/>
                </a:solidFill>
                <a:sym typeface="Wingdings" panose="05000000000000000000" pitchFamily="2" charset="2"/>
              </a:rPr>
              <a:t>Art. 24.4”: le </a:t>
            </a:r>
            <a:r>
              <a:rPr lang="en-US" sz="1200" b="1" i="1" dirty="0" err="1">
                <a:solidFill>
                  <a:schemeClr val="tx2"/>
                </a:solidFill>
                <a:sym typeface="Wingdings" panose="05000000000000000000" pitchFamily="2" charset="2"/>
              </a:rPr>
              <a:t>soglie</a:t>
            </a:r>
            <a:r>
              <a:rPr lang="en-US" sz="1200" b="1" i="1" dirty="0">
                <a:solidFill>
                  <a:schemeClr val="tx2"/>
                </a:solidFill>
                <a:sym typeface="Wingdings" panose="05000000000000000000" pitchFamily="2" charset="2"/>
              </a:rPr>
              <a:t> </a:t>
            </a:r>
            <a:r>
              <a:rPr lang="en-US" sz="1200" b="1" i="1" dirty="0" err="1">
                <a:solidFill>
                  <a:schemeClr val="tx2"/>
                </a:solidFill>
                <a:sym typeface="Wingdings" panose="05000000000000000000" pitchFamily="2" charset="2"/>
              </a:rPr>
              <a:t>verranno</a:t>
            </a:r>
            <a:r>
              <a:rPr lang="en-US" sz="1200" b="1" i="1" dirty="0">
                <a:solidFill>
                  <a:schemeClr val="tx2"/>
                </a:solidFill>
                <a:sym typeface="Wingdings" panose="05000000000000000000" pitchFamily="2" charset="2"/>
              </a:rPr>
              <a:t> </a:t>
            </a:r>
            <a:r>
              <a:rPr lang="en-US" sz="1200" b="1" i="1" dirty="0" err="1">
                <a:solidFill>
                  <a:schemeClr val="tx2"/>
                </a:solidFill>
                <a:sym typeface="Wingdings" panose="05000000000000000000" pitchFamily="2" charset="2"/>
              </a:rPr>
              <a:t>ricalcolate</a:t>
            </a:r>
            <a:r>
              <a:rPr lang="en-US" sz="1200" b="1" i="1" dirty="0">
                <a:solidFill>
                  <a:schemeClr val="tx2"/>
                </a:solidFill>
                <a:sym typeface="Wingdings" panose="05000000000000000000" pitchFamily="2" charset="2"/>
              </a:rPr>
              <a:t> a </a:t>
            </a:r>
            <a:r>
              <a:rPr lang="en-US" sz="1200" b="1" i="1" dirty="0" err="1">
                <a:solidFill>
                  <a:schemeClr val="tx2"/>
                </a:solidFill>
                <a:sym typeface="Wingdings" panose="05000000000000000000" pitchFamily="2" charset="2"/>
              </a:rPr>
              <a:t>fronte</a:t>
            </a:r>
            <a:r>
              <a:rPr lang="en-US" sz="1200" b="1" i="1" dirty="0">
                <a:solidFill>
                  <a:schemeClr val="tx2"/>
                </a:solidFill>
                <a:sym typeface="Wingdings" panose="05000000000000000000" pitchFamily="2" charset="2"/>
              </a:rPr>
              <a:t> </a:t>
            </a:r>
            <a:r>
              <a:rPr lang="en-US" sz="1200" b="1" i="1" dirty="0" err="1">
                <a:solidFill>
                  <a:schemeClr val="tx2"/>
                </a:solidFill>
                <a:sym typeface="Wingdings" panose="05000000000000000000" pitchFamily="2" charset="2"/>
              </a:rPr>
              <a:t>della</a:t>
            </a:r>
            <a:r>
              <a:rPr lang="en-US" sz="1200" b="1" i="1" dirty="0">
                <a:solidFill>
                  <a:schemeClr val="tx2"/>
                </a:solidFill>
                <a:sym typeface="Wingdings" panose="05000000000000000000" pitchFamily="2" charset="2"/>
              </a:rPr>
              <a:t> </a:t>
            </a:r>
            <a:r>
              <a:rPr lang="en-US" sz="1200" b="1" i="1" dirty="0" err="1">
                <a:solidFill>
                  <a:schemeClr val="tx2"/>
                </a:solidFill>
                <a:sym typeface="Wingdings" panose="05000000000000000000" pitchFamily="2" charset="2"/>
              </a:rPr>
              <a:t>presenza</a:t>
            </a:r>
            <a:r>
              <a:rPr lang="en-US" sz="1200" b="1" i="1" dirty="0">
                <a:solidFill>
                  <a:schemeClr val="tx2"/>
                </a:solidFill>
                <a:sym typeface="Wingdings" panose="05000000000000000000" pitchFamily="2" charset="2"/>
              </a:rPr>
              <a:t> di incident </a:t>
            </a:r>
            <a:r>
              <a:rPr lang="en-US" sz="1200" b="1" i="1" dirty="0" err="1">
                <a:solidFill>
                  <a:schemeClr val="tx2"/>
                </a:solidFill>
                <a:sym typeface="Wingdings" panose="05000000000000000000" pitchFamily="2" charset="2"/>
              </a:rPr>
              <a:t>trasversali</a:t>
            </a:r>
            <a:endParaRPr lang="en-US" sz="1200" b="1" i="1" dirty="0">
              <a:solidFill>
                <a:schemeClr val="tx2"/>
              </a:solidFill>
            </a:endParaRPr>
          </a:p>
        </p:txBody>
      </p:sp>
      <p:graphicFrame>
        <p:nvGraphicFramePr>
          <p:cNvPr id="13" name="Table 12">
            <a:extLst>
              <a:ext uri="{FF2B5EF4-FFF2-40B4-BE49-F238E27FC236}">
                <a16:creationId xmlns:a16="http://schemas.microsoft.com/office/drawing/2014/main" id="{F6D253EE-C04A-45FF-85FC-510D0E008259}"/>
              </a:ext>
            </a:extLst>
          </p:cNvPr>
          <p:cNvGraphicFramePr>
            <a:graphicFrameLocks noGrp="1"/>
          </p:cNvGraphicFramePr>
          <p:nvPr>
            <p:extLst>
              <p:ext uri="{D42A27DB-BD31-4B8C-83A1-F6EECF244321}">
                <p14:modId xmlns:p14="http://schemas.microsoft.com/office/powerpoint/2010/main" val="2228895481"/>
              </p:ext>
            </p:extLst>
          </p:nvPr>
        </p:nvGraphicFramePr>
        <p:xfrm>
          <a:off x="338667" y="1556653"/>
          <a:ext cx="11496146" cy="5175620"/>
        </p:xfrm>
        <a:graphic>
          <a:graphicData uri="http://schemas.openxmlformats.org/drawingml/2006/table">
            <a:tbl>
              <a:tblPr/>
              <a:tblGrid>
                <a:gridCol w="1465727">
                  <a:extLst>
                    <a:ext uri="{9D8B030D-6E8A-4147-A177-3AD203B41FA5}">
                      <a16:colId xmlns:a16="http://schemas.microsoft.com/office/drawing/2014/main" val="307092115"/>
                    </a:ext>
                  </a:extLst>
                </a:gridCol>
                <a:gridCol w="1432917">
                  <a:extLst>
                    <a:ext uri="{9D8B030D-6E8A-4147-A177-3AD203B41FA5}">
                      <a16:colId xmlns:a16="http://schemas.microsoft.com/office/drawing/2014/main" val="867763657"/>
                    </a:ext>
                  </a:extLst>
                </a:gridCol>
                <a:gridCol w="1432917">
                  <a:extLst>
                    <a:ext uri="{9D8B030D-6E8A-4147-A177-3AD203B41FA5}">
                      <a16:colId xmlns:a16="http://schemas.microsoft.com/office/drawing/2014/main" val="2686162084"/>
                    </a:ext>
                  </a:extLst>
                </a:gridCol>
                <a:gridCol w="1432917">
                  <a:extLst>
                    <a:ext uri="{9D8B030D-6E8A-4147-A177-3AD203B41FA5}">
                      <a16:colId xmlns:a16="http://schemas.microsoft.com/office/drawing/2014/main" val="2465520505"/>
                    </a:ext>
                  </a:extLst>
                </a:gridCol>
                <a:gridCol w="1432917">
                  <a:extLst>
                    <a:ext uri="{9D8B030D-6E8A-4147-A177-3AD203B41FA5}">
                      <a16:colId xmlns:a16="http://schemas.microsoft.com/office/drawing/2014/main" val="1144103613"/>
                    </a:ext>
                  </a:extLst>
                </a:gridCol>
                <a:gridCol w="1432917">
                  <a:extLst>
                    <a:ext uri="{9D8B030D-6E8A-4147-A177-3AD203B41FA5}">
                      <a16:colId xmlns:a16="http://schemas.microsoft.com/office/drawing/2014/main" val="2610734943"/>
                    </a:ext>
                  </a:extLst>
                </a:gridCol>
                <a:gridCol w="1432917">
                  <a:extLst>
                    <a:ext uri="{9D8B030D-6E8A-4147-A177-3AD203B41FA5}">
                      <a16:colId xmlns:a16="http://schemas.microsoft.com/office/drawing/2014/main" val="2969050082"/>
                    </a:ext>
                  </a:extLst>
                </a:gridCol>
                <a:gridCol w="1432917">
                  <a:extLst>
                    <a:ext uri="{9D8B030D-6E8A-4147-A177-3AD203B41FA5}">
                      <a16:colId xmlns:a16="http://schemas.microsoft.com/office/drawing/2014/main" val="3618554082"/>
                    </a:ext>
                  </a:extLst>
                </a:gridCol>
              </a:tblGrid>
              <a:tr h="135795">
                <a:tc>
                  <a:txBody>
                    <a:bodyPr/>
                    <a:lstStyle/>
                    <a:p>
                      <a:pPr algn="l" rtl="0" fontAlgn="ctr"/>
                      <a:r>
                        <a:rPr lang="en-US" sz="800" b="0" i="0" u="none" strike="noStrike">
                          <a:solidFill>
                            <a:srgbClr val="F2F2F2"/>
                          </a:solidFill>
                          <a:effectLst/>
                          <a:latin typeface="Calibri" panose="020F0502020204030204" pitchFamily="34" charset="0"/>
                        </a:rPr>
                        <a:t>ID SLA</a:t>
                      </a:r>
                    </a:p>
                  </a:txBody>
                  <a:tcPr marL="3240" marR="3240" marT="3240" marB="0" anchor="ctr">
                    <a:lnL>
                      <a:noFill/>
                    </a:lnL>
                    <a:lnR>
                      <a:noFill/>
                    </a:lnR>
                    <a:lnT>
                      <a:noFill/>
                    </a:lnT>
                    <a:lnB w="12700" cap="flat" cmpd="sng" algn="ctr">
                      <a:solidFill>
                        <a:schemeClr val="bg1">
                          <a:lumMod val="65000"/>
                        </a:schemeClr>
                      </a:solidFill>
                      <a:prstDash val="solid"/>
                      <a:round/>
                      <a:headEnd type="none" w="med" len="med"/>
                      <a:tailEnd type="none" w="med" len="med"/>
                    </a:lnB>
                    <a:solidFill>
                      <a:srgbClr val="002060"/>
                    </a:solidFill>
                  </a:tcPr>
                </a:tc>
                <a:tc>
                  <a:txBody>
                    <a:bodyPr/>
                    <a:lstStyle/>
                    <a:p>
                      <a:pPr algn="l" rtl="0" fontAlgn="ctr"/>
                      <a:r>
                        <a:rPr lang="en-US" sz="800" b="0" i="0" u="none" strike="noStrike">
                          <a:solidFill>
                            <a:srgbClr val="F2F2F2"/>
                          </a:solidFill>
                          <a:effectLst/>
                          <a:latin typeface="Calibri" panose="020F0502020204030204" pitchFamily="34" charset="0"/>
                        </a:rPr>
                        <a:t>NOME SLA</a:t>
                      </a:r>
                    </a:p>
                  </a:txBody>
                  <a:tcPr marL="3240" marR="3240" marT="3240" marB="0" anchor="ctr">
                    <a:lnL>
                      <a:noFill/>
                    </a:lnL>
                    <a:lnR>
                      <a:noFill/>
                    </a:lnR>
                    <a:lnT>
                      <a:noFill/>
                    </a:lnT>
                    <a:lnB w="12700" cap="flat" cmpd="sng" algn="ctr">
                      <a:solidFill>
                        <a:schemeClr val="bg1">
                          <a:lumMod val="65000"/>
                        </a:schemeClr>
                      </a:solidFill>
                      <a:prstDash val="solid"/>
                      <a:round/>
                      <a:headEnd type="none" w="med" len="med"/>
                      <a:tailEnd type="none" w="med" len="med"/>
                    </a:lnB>
                    <a:solidFill>
                      <a:srgbClr val="002060"/>
                    </a:solidFill>
                  </a:tcPr>
                </a:tc>
                <a:tc>
                  <a:txBody>
                    <a:bodyPr/>
                    <a:lstStyle/>
                    <a:p>
                      <a:pPr algn="l" rtl="0" fontAlgn="ctr"/>
                      <a:r>
                        <a:rPr lang="en-US" sz="800" b="0" i="0" u="none" strike="noStrike">
                          <a:solidFill>
                            <a:srgbClr val="F2F2F2"/>
                          </a:solidFill>
                          <a:effectLst/>
                          <a:latin typeface="Calibri" panose="020F0502020204030204" pitchFamily="34" charset="0"/>
                        </a:rPr>
                        <a:t>ATTRIBUTO TEMPORALE</a:t>
                      </a:r>
                    </a:p>
                  </a:txBody>
                  <a:tcPr marL="3240" marR="3240" marT="3240" marB="0" anchor="ctr">
                    <a:lnL>
                      <a:noFill/>
                    </a:lnL>
                    <a:lnR>
                      <a:noFill/>
                    </a:lnR>
                    <a:lnT>
                      <a:noFill/>
                    </a:lnT>
                    <a:lnB w="12700" cap="flat" cmpd="sng" algn="ctr">
                      <a:solidFill>
                        <a:schemeClr val="bg1">
                          <a:lumMod val="65000"/>
                        </a:schemeClr>
                      </a:solidFill>
                      <a:prstDash val="solid"/>
                      <a:round/>
                      <a:headEnd type="none" w="med" len="med"/>
                      <a:tailEnd type="none" w="med" len="med"/>
                    </a:lnB>
                    <a:solidFill>
                      <a:srgbClr val="002060"/>
                    </a:solidFill>
                  </a:tcPr>
                </a:tc>
                <a:tc>
                  <a:txBody>
                    <a:bodyPr/>
                    <a:lstStyle/>
                    <a:p>
                      <a:pPr algn="l" rtl="0" fontAlgn="ctr"/>
                      <a:r>
                        <a:rPr lang="en-US" sz="800" b="0" i="0" u="none" strike="noStrike">
                          <a:solidFill>
                            <a:srgbClr val="000000"/>
                          </a:solidFill>
                          <a:effectLst/>
                          <a:latin typeface="Calibri" panose="020F0502020204030204" pitchFamily="34" charset="0"/>
                        </a:rPr>
                        <a:t>TOTALE CHIAMATE (uso interno)</a:t>
                      </a:r>
                    </a:p>
                  </a:txBody>
                  <a:tcPr marL="3240" marR="3240" marT="3240" marB="0" anchor="ctr">
                    <a:lnL>
                      <a:noFill/>
                    </a:lnL>
                    <a:lnR>
                      <a:noFill/>
                    </a:lnR>
                    <a:lnT>
                      <a:noFill/>
                    </a:lnT>
                    <a:lnB w="12700" cap="flat" cmpd="sng" algn="ctr">
                      <a:solidFill>
                        <a:schemeClr val="bg1">
                          <a:lumMod val="65000"/>
                        </a:schemeClr>
                      </a:solidFill>
                      <a:prstDash val="solid"/>
                      <a:round/>
                      <a:headEnd type="none" w="med" len="med"/>
                      <a:tailEnd type="none" w="med" len="med"/>
                    </a:lnB>
                    <a:solidFill>
                      <a:srgbClr val="FFFF00"/>
                    </a:solidFill>
                  </a:tcPr>
                </a:tc>
                <a:tc>
                  <a:txBody>
                    <a:bodyPr/>
                    <a:lstStyle/>
                    <a:p>
                      <a:pPr algn="l" rtl="0" fontAlgn="ctr"/>
                      <a:r>
                        <a:rPr lang="en-US" sz="800" b="0" i="0" u="none" strike="noStrike" dirty="0">
                          <a:solidFill>
                            <a:srgbClr val="F2F2F2"/>
                          </a:solidFill>
                          <a:effectLst/>
                          <a:latin typeface="Calibri" panose="020F0502020204030204" pitchFamily="34" charset="0"/>
                        </a:rPr>
                        <a:t>SOGLIA*</a:t>
                      </a:r>
                    </a:p>
                  </a:txBody>
                  <a:tcPr marL="3240" marR="3240" marT="3240" marB="0" anchor="ctr">
                    <a:lnL>
                      <a:noFill/>
                    </a:lnL>
                    <a:lnR>
                      <a:noFill/>
                    </a:lnR>
                    <a:lnT>
                      <a:noFill/>
                    </a:lnT>
                    <a:lnB w="12700" cap="flat" cmpd="sng" algn="ctr">
                      <a:solidFill>
                        <a:schemeClr val="bg1">
                          <a:lumMod val="65000"/>
                        </a:schemeClr>
                      </a:solidFill>
                      <a:prstDash val="solid"/>
                      <a:round/>
                      <a:headEnd type="none" w="med" len="med"/>
                      <a:tailEnd type="none" w="med" len="med"/>
                    </a:lnB>
                    <a:solidFill>
                      <a:srgbClr val="002060"/>
                    </a:solidFill>
                  </a:tcPr>
                </a:tc>
                <a:tc>
                  <a:txBody>
                    <a:bodyPr/>
                    <a:lstStyle/>
                    <a:p>
                      <a:pPr algn="l" rtl="0" fontAlgn="ctr"/>
                      <a:r>
                        <a:rPr lang="it-IT" sz="800" b="0" i="0" u="none" strike="noStrike">
                          <a:solidFill>
                            <a:srgbClr val="000000"/>
                          </a:solidFill>
                          <a:effectLst/>
                          <a:latin typeface="Calibri" panose="020F0502020204030204" pitchFamily="34" charset="0"/>
                        </a:rPr>
                        <a:t>CHIAMATE ENTRO SOGLIA (uso interno)</a:t>
                      </a:r>
                    </a:p>
                  </a:txBody>
                  <a:tcPr marL="3240" marR="3240" marT="3240" marB="0" anchor="ctr">
                    <a:lnL>
                      <a:noFill/>
                    </a:lnL>
                    <a:lnR>
                      <a:noFill/>
                    </a:lnR>
                    <a:lnT>
                      <a:noFill/>
                    </a:lnT>
                    <a:lnB w="12700" cap="flat" cmpd="sng" algn="ctr">
                      <a:solidFill>
                        <a:schemeClr val="bg1">
                          <a:lumMod val="65000"/>
                        </a:schemeClr>
                      </a:solidFill>
                      <a:prstDash val="solid"/>
                      <a:round/>
                      <a:headEnd type="none" w="med" len="med"/>
                      <a:tailEnd type="none" w="med" len="med"/>
                    </a:lnB>
                    <a:solidFill>
                      <a:srgbClr val="FFFF00"/>
                    </a:solidFill>
                  </a:tcPr>
                </a:tc>
                <a:tc>
                  <a:txBody>
                    <a:bodyPr/>
                    <a:lstStyle/>
                    <a:p>
                      <a:pPr algn="l" rtl="0" fontAlgn="ctr"/>
                      <a:r>
                        <a:rPr lang="en-US" sz="800" b="0" i="0" u="none" strike="noStrike">
                          <a:solidFill>
                            <a:srgbClr val="F2F2F2"/>
                          </a:solidFill>
                          <a:effectLst/>
                          <a:latin typeface="Calibri" panose="020F0502020204030204" pitchFamily="34" charset="0"/>
                        </a:rPr>
                        <a:t>% PERFORMANCE SOGLIA</a:t>
                      </a:r>
                    </a:p>
                  </a:txBody>
                  <a:tcPr marL="3240" marR="3240" marT="3240" marB="0" anchor="ctr">
                    <a:lnL>
                      <a:noFill/>
                    </a:lnL>
                    <a:lnR>
                      <a:noFill/>
                    </a:lnR>
                    <a:lnT>
                      <a:noFill/>
                    </a:lnT>
                    <a:lnB w="12700" cap="flat" cmpd="sng" algn="ctr">
                      <a:solidFill>
                        <a:schemeClr val="bg1">
                          <a:lumMod val="65000"/>
                        </a:schemeClr>
                      </a:solidFill>
                      <a:prstDash val="solid"/>
                      <a:round/>
                      <a:headEnd type="none" w="med" len="med"/>
                      <a:tailEnd type="none" w="med" len="med"/>
                    </a:lnB>
                    <a:solidFill>
                      <a:srgbClr val="002060"/>
                    </a:solidFill>
                  </a:tcPr>
                </a:tc>
                <a:tc>
                  <a:txBody>
                    <a:bodyPr/>
                    <a:lstStyle/>
                    <a:p>
                      <a:pPr algn="l" rtl="0" fontAlgn="ctr"/>
                      <a:r>
                        <a:rPr lang="en-US" sz="800" b="0" i="0" u="none" strike="noStrike">
                          <a:solidFill>
                            <a:srgbClr val="F2F2F2"/>
                          </a:solidFill>
                          <a:effectLst/>
                          <a:latin typeface="Calibri" panose="020F0502020204030204" pitchFamily="34" charset="0"/>
                        </a:rPr>
                        <a:t>% SLA SOGLIA</a:t>
                      </a:r>
                    </a:p>
                  </a:txBody>
                  <a:tcPr marL="3240" marR="3240" marT="3240" marB="0" anchor="ctr">
                    <a:lnL>
                      <a:noFill/>
                    </a:lnL>
                    <a:lnR>
                      <a:noFill/>
                    </a:lnR>
                    <a:lnT>
                      <a:noFill/>
                    </a:lnT>
                    <a:lnB w="12700" cap="flat" cmpd="sng" algn="ctr">
                      <a:solidFill>
                        <a:schemeClr val="bg1">
                          <a:lumMod val="65000"/>
                        </a:schemeClr>
                      </a:solidFill>
                      <a:prstDash val="solid"/>
                      <a:round/>
                      <a:headEnd type="none" w="med" len="med"/>
                      <a:tailEnd type="none" w="med" len="med"/>
                    </a:lnB>
                    <a:solidFill>
                      <a:srgbClr val="002060"/>
                    </a:solidFill>
                  </a:tcPr>
                </a:tc>
                <a:extLst>
                  <a:ext uri="{0D108BD9-81ED-4DB2-BD59-A6C34878D82A}">
                    <a16:rowId xmlns:a16="http://schemas.microsoft.com/office/drawing/2014/main" val="331015535"/>
                  </a:ext>
                </a:extLst>
              </a:tr>
              <a:tr h="171361">
                <a:tc>
                  <a:txBody>
                    <a:bodyPr/>
                    <a:lstStyle/>
                    <a:p>
                      <a:pPr algn="l" rtl="0" fontAlgn="ctr"/>
                      <a:r>
                        <a:rPr lang="en-US" sz="800" b="0" i="0" u="none" strike="noStrike" dirty="0">
                          <a:solidFill>
                            <a:srgbClr val="000000"/>
                          </a:solidFill>
                          <a:effectLst/>
                          <a:latin typeface="Calibri" panose="020F0502020204030204" pitchFamily="34" charset="0"/>
                        </a:rPr>
                        <a:t>ID220A Prima </a:t>
                      </a:r>
                      <a:r>
                        <a:rPr lang="en-US" sz="800" b="0" i="0" u="none" strike="noStrike" dirty="0" err="1">
                          <a:solidFill>
                            <a:srgbClr val="000000"/>
                          </a:solidFill>
                          <a:effectLst/>
                          <a:latin typeface="Calibri" panose="020F0502020204030204" pitchFamily="34" charset="0"/>
                        </a:rPr>
                        <a:t>Soglia</a:t>
                      </a:r>
                      <a:endParaRPr lang="en-US" sz="800" b="0" i="0" u="none" strike="noStrike" dirty="0">
                        <a:solidFill>
                          <a:srgbClr val="000000"/>
                        </a:solidFill>
                        <a:effectLst/>
                        <a:latin typeface="Calibri" panose="020F0502020204030204" pitchFamily="34" charset="0"/>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rowSpan="3">
                  <a:txBody>
                    <a:bodyPr/>
                    <a:lstStyle/>
                    <a:p>
                      <a:pPr algn="ctr" rtl="0" fontAlgn="ctr"/>
                      <a:r>
                        <a:rPr lang="it-IT" sz="800" b="0" i="0" u="none" strike="noStrike">
                          <a:solidFill>
                            <a:srgbClr val="000000"/>
                          </a:solidFill>
                          <a:effectLst/>
                          <a:latin typeface="Calibri" panose="020F0502020204030204" pitchFamily="34" charset="0"/>
                        </a:rPr>
                        <a:t>Tempi Massimi di Risposta API Disposizione Pagamento Fast</a:t>
                      </a: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rowSpan="3">
                  <a:txBody>
                    <a:bodyPr/>
                    <a:lstStyle/>
                    <a:p>
                      <a:pPr algn="ctr" rtl="0" fontAlgn="ctr"/>
                      <a:r>
                        <a:rPr lang="en-US" sz="800" b="0" i="0" u="none" strike="noStrike">
                          <a:solidFill>
                            <a:srgbClr val="000000"/>
                          </a:solidFill>
                          <a:effectLst/>
                          <a:latin typeface="Calibri" panose="020F0502020204030204" pitchFamily="34" charset="0"/>
                        </a:rPr>
                        <a:t>Mensile</a:t>
                      </a: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l" rtl="0" fontAlgn="ctr"/>
                      <a:endParaRPr lang="en-US" sz="800" b="0" i="0" u="none" strike="noStrike">
                        <a:solidFill>
                          <a:srgbClr val="000000"/>
                        </a:solidFill>
                        <a:effectLst/>
                        <a:latin typeface="Calibri" panose="020F0502020204030204" pitchFamily="34" charset="0"/>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l" rtl="0" fontAlgn="ctr"/>
                      <a:r>
                        <a:rPr lang="en-US" sz="800" b="0" i="0" u="none" strike="noStrike">
                          <a:solidFill>
                            <a:srgbClr val="000000"/>
                          </a:solidFill>
                          <a:effectLst/>
                          <a:latin typeface="Calibri" panose="020F0502020204030204" pitchFamily="34" charset="0"/>
                        </a:rPr>
                        <a:t>4 secondi</a:t>
                      </a: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l" rtl="0" fontAlgn="ctr"/>
                      <a:endParaRPr lang="en-US" sz="800" b="0" i="0" u="none" strike="noStrike">
                        <a:solidFill>
                          <a:srgbClr val="000000"/>
                        </a:solidFill>
                        <a:effectLst/>
                        <a:latin typeface="Calibri" panose="020F0502020204030204" pitchFamily="34" charset="0"/>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l" rtl="0" fontAlgn="ctr"/>
                      <a:endParaRPr lang="en-US" sz="800" b="0" i="0" u="none" strike="noStrike">
                        <a:solidFill>
                          <a:srgbClr val="000000"/>
                        </a:solidFill>
                        <a:effectLst/>
                        <a:latin typeface="Calibri" panose="020F0502020204030204" pitchFamily="34" charset="0"/>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rowSpan="3">
                  <a:txBody>
                    <a:bodyPr/>
                    <a:lstStyle/>
                    <a:p>
                      <a:pPr algn="ctr" rtl="0" fontAlgn="ctr"/>
                      <a:r>
                        <a:rPr lang="en-US" sz="800" b="0" i="0" u="none" strike="noStrike">
                          <a:solidFill>
                            <a:srgbClr val="000000"/>
                          </a:solidFill>
                          <a:effectLst/>
                          <a:latin typeface="Calibri" panose="020F0502020204030204" pitchFamily="34" charset="0"/>
                        </a:rPr>
                        <a:t>95%</a:t>
                      </a: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21828544"/>
                  </a:ext>
                </a:extLst>
              </a:tr>
              <a:tr h="93763">
                <a:tc>
                  <a:txBody>
                    <a:bodyPr/>
                    <a:lstStyle/>
                    <a:p>
                      <a:pPr algn="l" rtl="0" fontAlgn="ctr"/>
                      <a:r>
                        <a:rPr lang="en-US" sz="800" b="0" i="0" u="none" strike="noStrike" dirty="0">
                          <a:solidFill>
                            <a:srgbClr val="000000"/>
                          </a:solidFill>
                          <a:effectLst/>
                          <a:latin typeface="Calibri" panose="020F0502020204030204" pitchFamily="34" charset="0"/>
                        </a:rPr>
                        <a:t>ID220A …</a:t>
                      </a: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vMerge="1">
                  <a:txBody>
                    <a:bodyPr/>
                    <a:lstStyle/>
                    <a:p>
                      <a:endParaRPr lang="en-US"/>
                    </a:p>
                  </a:txBody>
                  <a:tcPr/>
                </a:tc>
                <a:tc vMerge="1">
                  <a:txBody>
                    <a:bodyPr/>
                    <a:lstStyle/>
                    <a:p>
                      <a:endParaRPr lang="en-US"/>
                    </a:p>
                  </a:txBody>
                  <a:tcPr/>
                </a:tc>
                <a:tc>
                  <a:txBody>
                    <a:bodyPr/>
                    <a:lstStyle/>
                    <a:p>
                      <a:pPr algn="l" rtl="0" fontAlgn="ctr"/>
                      <a:endParaRPr lang="en-US" sz="800" b="0" i="0" u="none" strike="noStrike">
                        <a:solidFill>
                          <a:srgbClr val="000000"/>
                        </a:solidFill>
                        <a:effectLst/>
                        <a:latin typeface="Calibri" panose="020F0502020204030204" pitchFamily="34" charset="0"/>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l" rtl="0" fontAlgn="ctr"/>
                      <a:r>
                        <a:rPr lang="en-US" sz="800" b="0" i="0" u="none" strike="noStrike">
                          <a:solidFill>
                            <a:srgbClr val="000000"/>
                          </a:solidFill>
                          <a:effectLst/>
                          <a:latin typeface="Calibri" panose="020F0502020204030204" pitchFamily="34" charset="0"/>
                        </a:rPr>
                        <a:t>…</a:t>
                      </a: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l" rtl="0" fontAlgn="ctr"/>
                      <a:endParaRPr lang="en-US" sz="800" b="0" i="0" u="none" strike="noStrike">
                        <a:solidFill>
                          <a:srgbClr val="000000"/>
                        </a:solidFill>
                        <a:effectLst/>
                        <a:latin typeface="Calibri" panose="020F0502020204030204" pitchFamily="34" charset="0"/>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l" rtl="0" fontAlgn="ctr"/>
                      <a:endParaRPr lang="en-US" sz="800" b="0" i="0" u="none" strike="noStrike">
                        <a:solidFill>
                          <a:srgbClr val="000000"/>
                        </a:solidFill>
                        <a:effectLst/>
                        <a:latin typeface="Calibri" panose="020F0502020204030204" pitchFamily="34" charset="0"/>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vMerge="1">
                  <a:txBody>
                    <a:bodyPr/>
                    <a:lstStyle/>
                    <a:p>
                      <a:endParaRPr lang="en-US"/>
                    </a:p>
                  </a:txBody>
                  <a:tcPr/>
                </a:tc>
                <a:extLst>
                  <a:ext uri="{0D108BD9-81ED-4DB2-BD59-A6C34878D82A}">
                    <a16:rowId xmlns:a16="http://schemas.microsoft.com/office/drawing/2014/main" val="2985623102"/>
                  </a:ext>
                </a:extLst>
              </a:tr>
              <a:tr h="142262">
                <a:tc>
                  <a:txBody>
                    <a:bodyPr/>
                    <a:lstStyle/>
                    <a:p>
                      <a:pPr algn="l" rtl="0" fontAlgn="ctr"/>
                      <a:r>
                        <a:rPr lang="en-US" sz="800" b="0" i="0" u="none" strike="noStrike" dirty="0">
                          <a:solidFill>
                            <a:srgbClr val="000000"/>
                          </a:solidFill>
                          <a:effectLst/>
                          <a:latin typeface="Calibri" panose="020F0502020204030204" pitchFamily="34" charset="0"/>
                        </a:rPr>
                        <a:t>ID 220A </a:t>
                      </a:r>
                      <a:r>
                        <a:rPr lang="en-US" sz="800" b="0" i="0" u="none" strike="noStrike" dirty="0" err="1">
                          <a:solidFill>
                            <a:srgbClr val="000000"/>
                          </a:solidFill>
                          <a:effectLst/>
                          <a:latin typeface="Calibri" panose="020F0502020204030204" pitchFamily="34" charset="0"/>
                        </a:rPr>
                        <a:t>Totale</a:t>
                      </a:r>
                      <a:endParaRPr lang="en-US" sz="800" b="0" i="0" u="none" strike="noStrike" dirty="0">
                        <a:solidFill>
                          <a:srgbClr val="000000"/>
                        </a:solidFill>
                        <a:effectLst/>
                        <a:latin typeface="Calibri" panose="020F0502020204030204" pitchFamily="34" charset="0"/>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vMerge="1">
                  <a:txBody>
                    <a:bodyPr/>
                    <a:lstStyle/>
                    <a:p>
                      <a:endParaRPr lang="en-US"/>
                    </a:p>
                  </a:txBody>
                  <a:tcPr/>
                </a:tc>
                <a:tc vMerge="1">
                  <a:txBody>
                    <a:bodyPr/>
                    <a:lstStyle/>
                    <a:p>
                      <a:endParaRPr lang="en-US"/>
                    </a:p>
                  </a:txBody>
                  <a:tcPr/>
                </a:tc>
                <a:tc>
                  <a:txBody>
                    <a:bodyPr/>
                    <a:lstStyle/>
                    <a:p>
                      <a:pPr algn="l" rtl="0" fontAlgn="ctr"/>
                      <a:endParaRPr lang="en-US" sz="800" b="0" i="0" u="none" strike="noStrike" dirty="0">
                        <a:solidFill>
                          <a:srgbClr val="000000"/>
                        </a:solidFill>
                        <a:effectLst/>
                        <a:latin typeface="Calibri" panose="020F0502020204030204" pitchFamily="34" charset="0"/>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en-US" sz="800" b="0" i="0" u="none" strike="noStrike" dirty="0">
                          <a:solidFill>
                            <a:srgbClr val="000000"/>
                          </a:solidFill>
                          <a:effectLst/>
                          <a:latin typeface="Calibri" panose="020F0502020204030204" pitchFamily="34" charset="0"/>
                        </a:rPr>
                        <a:t>NA</a:t>
                      </a: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endParaRPr lang="en-US" sz="800" b="0" i="0" u="none" strike="noStrike" dirty="0">
                        <a:solidFill>
                          <a:srgbClr val="000000"/>
                        </a:solidFill>
                        <a:effectLst/>
                        <a:latin typeface="Calibri" panose="020F0502020204030204" pitchFamily="34" charset="0"/>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endParaRPr lang="en-US" sz="800" b="0" i="0" u="none" strike="noStrike" dirty="0">
                        <a:solidFill>
                          <a:srgbClr val="000000"/>
                        </a:solidFill>
                        <a:effectLst/>
                        <a:latin typeface="Calibri" panose="020F0502020204030204" pitchFamily="34" charset="0"/>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lang="en-US"/>
                    </a:p>
                  </a:txBody>
                  <a:tcPr/>
                </a:tc>
                <a:extLst>
                  <a:ext uri="{0D108BD9-81ED-4DB2-BD59-A6C34878D82A}">
                    <a16:rowId xmlns:a16="http://schemas.microsoft.com/office/drawing/2014/main" val="1793956195"/>
                  </a:ext>
                </a:extLst>
              </a:tr>
              <a:tr h="171361">
                <a:tc>
                  <a:txBody>
                    <a:bodyPr/>
                    <a:lstStyle/>
                    <a:p>
                      <a:pPr algn="l" rtl="0" fontAlgn="ctr"/>
                      <a:r>
                        <a:rPr lang="en-US" sz="800" b="0" i="0" u="none" strike="noStrike">
                          <a:solidFill>
                            <a:srgbClr val="000000"/>
                          </a:solidFill>
                          <a:effectLst/>
                          <a:latin typeface="Calibri" panose="020F0502020204030204" pitchFamily="34" charset="0"/>
                        </a:rPr>
                        <a:t>ID220B Prima Soglia</a:t>
                      </a: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rowSpan="3">
                  <a:txBody>
                    <a:bodyPr/>
                    <a:lstStyle/>
                    <a:p>
                      <a:pPr algn="ctr" rtl="0" fontAlgn="ctr"/>
                      <a:r>
                        <a:rPr lang="it-IT" sz="800" b="0" i="0" u="none" strike="noStrike" dirty="0">
                          <a:solidFill>
                            <a:srgbClr val="000000"/>
                          </a:solidFill>
                          <a:effectLst/>
                          <a:latin typeface="Calibri" panose="020F0502020204030204" pitchFamily="34" charset="0"/>
                        </a:rPr>
                        <a:t>Tempi Massimi di Risposta API Disposizione Pagamento </a:t>
                      </a:r>
                      <a:r>
                        <a:rPr lang="it-IT" sz="800" b="0" i="0" u="none" strike="noStrike" dirty="0" err="1">
                          <a:solidFill>
                            <a:srgbClr val="000000"/>
                          </a:solidFill>
                          <a:effectLst/>
                          <a:latin typeface="Calibri" panose="020F0502020204030204" pitchFamily="34" charset="0"/>
                        </a:rPr>
                        <a:t>Urg</a:t>
                      </a:r>
                      <a:endParaRPr lang="it-IT" sz="800" b="0" i="0" u="none" strike="noStrike" dirty="0">
                        <a:solidFill>
                          <a:srgbClr val="000000"/>
                        </a:solidFill>
                        <a:effectLst/>
                        <a:latin typeface="Calibri" panose="020F0502020204030204" pitchFamily="34" charset="0"/>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rowSpan="3">
                  <a:txBody>
                    <a:bodyPr/>
                    <a:lstStyle/>
                    <a:p>
                      <a:pPr algn="ctr" rtl="0" fontAlgn="ctr"/>
                      <a:r>
                        <a:rPr lang="en-US" sz="800" b="0" i="0" u="none" strike="noStrike">
                          <a:solidFill>
                            <a:srgbClr val="000000"/>
                          </a:solidFill>
                          <a:effectLst/>
                          <a:latin typeface="Calibri" panose="020F0502020204030204" pitchFamily="34" charset="0"/>
                        </a:rPr>
                        <a:t>Mensile</a:t>
                      </a: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l" rtl="0" fontAlgn="ctr"/>
                      <a:endParaRPr lang="en-US" sz="800" b="0" i="0" u="none" strike="noStrike">
                        <a:solidFill>
                          <a:srgbClr val="000000"/>
                        </a:solidFill>
                        <a:effectLst/>
                        <a:latin typeface="Calibri" panose="020F0502020204030204" pitchFamily="34" charset="0"/>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l" rtl="0" fontAlgn="ctr"/>
                      <a:r>
                        <a:rPr lang="en-US" sz="800" b="0" i="0" u="none" strike="noStrike">
                          <a:solidFill>
                            <a:srgbClr val="000000"/>
                          </a:solidFill>
                          <a:effectLst/>
                          <a:latin typeface="Calibri" panose="020F0502020204030204" pitchFamily="34" charset="0"/>
                        </a:rPr>
                        <a:t>4 secondi</a:t>
                      </a: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l" rtl="0" fontAlgn="ctr"/>
                      <a:endParaRPr lang="en-US" sz="800" b="0" i="0" u="none" strike="noStrike" dirty="0">
                        <a:solidFill>
                          <a:srgbClr val="000000"/>
                        </a:solidFill>
                        <a:effectLst/>
                        <a:latin typeface="Calibri" panose="020F0502020204030204" pitchFamily="34" charset="0"/>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l" rtl="0" fontAlgn="ctr"/>
                      <a:endParaRPr lang="en-US" sz="800" b="0" i="0" u="none" strike="noStrike" dirty="0">
                        <a:solidFill>
                          <a:srgbClr val="000000"/>
                        </a:solidFill>
                        <a:effectLst/>
                        <a:latin typeface="Calibri" panose="020F0502020204030204" pitchFamily="34" charset="0"/>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rowSpan="3">
                  <a:txBody>
                    <a:bodyPr/>
                    <a:lstStyle/>
                    <a:p>
                      <a:pPr algn="ctr" rtl="0" fontAlgn="ctr"/>
                      <a:r>
                        <a:rPr lang="en-US" sz="800" b="0" i="0" u="none" strike="noStrike">
                          <a:solidFill>
                            <a:srgbClr val="000000"/>
                          </a:solidFill>
                          <a:effectLst/>
                          <a:latin typeface="Calibri" panose="020F0502020204030204" pitchFamily="34" charset="0"/>
                        </a:rPr>
                        <a:t>95%</a:t>
                      </a: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219462296"/>
                  </a:ext>
                </a:extLst>
              </a:tr>
              <a:tr h="93763">
                <a:tc>
                  <a:txBody>
                    <a:bodyPr/>
                    <a:lstStyle/>
                    <a:p>
                      <a:pPr algn="l" rtl="0" fontAlgn="ctr"/>
                      <a:r>
                        <a:rPr lang="en-US" sz="800" b="0" i="0" u="none" strike="noStrike" dirty="0">
                          <a:solidFill>
                            <a:srgbClr val="000000"/>
                          </a:solidFill>
                          <a:effectLst/>
                          <a:latin typeface="Calibri" panose="020F0502020204030204" pitchFamily="34" charset="0"/>
                        </a:rPr>
                        <a:t>ID220B …</a:t>
                      </a: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vMerge="1">
                  <a:txBody>
                    <a:bodyPr/>
                    <a:lstStyle/>
                    <a:p>
                      <a:endParaRPr lang="en-US"/>
                    </a:p>
                  </a:txBody>
                  <a:tcPr/>
                </a:tc>
                <a:tc vMerge="1">
                  <a:txBody>
                    <a:bodyPr/>
                    <a:lstStyle/>
                    <a:p>
                      <a:endParaRPr lang="en-US"/>
                    </a:p>
                  </a:txBody>
                  <a:tcPr/>
                </a:tc>
                <a:tc>
                  <a:txBody>
                    <a:bodyPr/>
                    <a:lstStyle/>
                    <a:p>
                      <a:pPr algn="l" rtl="0" fontAlgn="ctr"/>
                      <a:endParaRPr lang="en-US" sz="800" b="0" i="0" u="none" strike="noStrike">
                        <a:solidFill>
                          <a:srgbClr val="000000"/>
                        </a:solidFill>
                        <a:effectLst/>
                        <a:latin typeface="Calibri" panose="020F0502020204030204" pitchFamily="34" charset="0"/>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l" rtl="0" fontAlgn="ctr"/>
                      <a:r>
                        <a:rPr lang="en-US" sz="800" b="0" i="0" u="none" strike="noStrike">
                          <a:solidFill>
                            <a:srgbClr val="000000"/>
                          </a:solidFill>
                          <a:effectLst/>
                          <a:latin typeface="Calibri" panose="020F0502020204030204" pitchFamily="34" charset="0"/>
                        </a:rPr>
                        <a:t>…</a:t>
                      </a: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l" rtl="0" fontAlgn="ctr"/>
                      <a:endParaRPr lang="en-US" sz="800" b="0" i="0" u="none" strike="noStrike">
                        <a:solidFill>
                          <a:srgbClr val="000000"/>
                        </a:solidFill>
                        <a:effectLst/>
                        <a:latin typeface="Calibri" panose="020F0502020204030204" pitchFamily="34" charset="0"/>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l" rtl="0" fontAlgn="ctr"/>
                      <a:endParaRPr lang="en-US" sz="800" b="0" i="0" u="none" strike="noStrike">
                        <a:solidFill>
                          <a:srgbClr val="000000"/>
                        </a:solidFill>
                        <a:effectLst/>
                        <a:latin typeface="Calibri" panose="020F0502020204030204" pitchFamily="34" charset="0"/>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vMerge="1">
                  <a:txBody>
                    <a:bodyPr/>
                    <a:lstStyle/>
                    <a:p>
                      <a:endParaRPr lang="en-US"/>
                    </a:p>
                  </a:txBody>
                  <a:tcPr/>
                </a:tc>
                <a:extLst>
                  <a:ext uri="{0D108BD9-81ED-4DB2-BD59-A6C34878D82A}">
                    <a16:rowId xmlns:a16="http://schemas.microsoft.com/office/drawing/2014/main" val="3226056030"/>
                  </a:ext>
                </a:extLst>
              </a:tr>
              <a:tr h="93763">
                <a:tc>
                  <a:txBody>
                    <a:bodyPr/>
                    <a:lstStyle/>
                    <a:p>
                      <a:pPr algn="l" rtl="0" fontAlgn="ctr"/>
                      <a:r>
                        <a:rPr lang="en-US" sz="800" b="0" i="0" u="none" strike="noStrike" dirty="0">
                          <a:solidFill>
                            <a:srgbClr val="000000"/>
                          </a:solidFill>
                          <a:effectLst/>
                          <a:latin typeface="Calibri" panose="020F0502020204030204" pitchFamily="34" charset="0"/>
                        </a:rPr>
                        <a:t>ID 220B </a:t>
                      </a:r>
                      <a:r>
                        <a:rPr lang="en-US" sz="800" b="0" i="0" u="none" strike="noStrike" dirty="0" err="1">
                          <a:solidFill>
                            <a:srgbClr val="000000"/>
                          </a:solidFill>
                          <a:effectLst/>
                          <a:latin typeface="Calibri" panose="020F0502020204030204" pitchFamily="34" charset="0"/>
                        </a:rPr>
                        <a:t>Totale</a:t>
                      </a:r>
                      <a:endParaRPr lang="en-US" sz="800" b="0" i="0" u="none" strike="noStrike" dirty="0">
                        <a:solidFill>
                          <a:srgbClr val="000000"/>
                        </a:solidFill>
                        <a:effectLst/>
                        <a:latin typeface="Calibri" panose="020F0502020204030204" pitchFamily="34" charset="0"/>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vMerge="1">
                  <a:txBody>
                    <a:bodyPr/>
                    <a:lstStyle/>
                    <a:p>
                      <a:endParaRPr lang="en-US"/>
                    </a:p>
                  </a:txBody>
                  <a:tcPr/>
                </a:tc>
                <a:tc vMerge="1">
                  <a:txBody>
                    <a:bodyPr/>
                    <a:lstStyle/>
                    <a:p>
                      <a:endParaRPr lang="en-US"/>
                    </a:p>
                  </a:txBody>
                  <a:tcPr/>
                </a:tc>
                <a:tc>
                  <a:txBody>
                    <a:bodyPr/>
                    <a:lstStyle/>
                    <a:p>
                      <a:pPr marL="0" algn="l" defTabSz="914400" rtl="0" eaLnBrk="1" fontAlgn="ctr" latinLnBrk="0" hangingPunct="1"/>
                      <a:endParaRPr lang="en-US" sz="800" b="0" i="0" u="none" strike="noStrike" kern="1200" dirty="0">
                        <a:solidFill>
                          <a:srgbClr val="000000"/>
                        </a:solidFill>
                        <a:effectLst/>
                        <a:latin typeface="Calibri" panose="020F0502020204030204" pitchFamily="34" charset="0"/>
                        <a:ea typeface="+mn-ea"/>
                        <a:cs typeface="+mn-cs"/>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marL="0" algn="l" defTabSz="914400" rtl="0" eaLnBrk="1" fontAlgn="ctr" latinLnBrk="0" hangingPunct="1"/>
                      <a:r>
                        <a:rPr lang="en-US" sz="800" b="0" i="0" u="none" strike="noStrike" kern="1200" dirty="0">
                          <a:solidFill>
                            <a:srgbClr val="000000"/>
                          </a:solidFill>
                          <a:effectLst/>
                          <a:latin typeface="Calibri" panose="020F0502020204030204" pitchFamily="34" charset="0"/>
                          <a:ea typeface="+mn-ea"/>
                          <a:cs typeface="+mn-cs"/>
                        </a:rPr>
                        <a:t>NA</a:t>
                      </a: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marL="0" algn="l" defTabSz="914400" rtl="0" eaLnBrk="1" fontAlgn="ctr" latinLnBrk="0" hangingPunct="1"/>
                      <a:endParaRPr lang="en-US" sz="800" b="0" i="0" u="none" strike="noStrike" kern="1200" dirty="0">
                        <a:solidFill>
                          <a:srgbClr val="000000"/>
                        </a:solidFill>
                        <a:effectLst/>
                        <a:latin typeface="Calibri" panose="020F0502020204030204" pitchFamily="34" charset="0"/>
                        <a:ea typeface="+mn-ea"/>
                        <a:cs typeface="+mn-cs"/>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marL="0" algn="l" defTabSz="914400" rtl="0" eaLnBrk="1" fontAlgn="ctr" latinLnBrk="0" hangingPunct="1"/>
                      <a:endParaRPr lang="en-US" sz="800" b="0" i="0" u="none" strike="noStrike" kern="1200" dirty="0">
                        <a:solidFill>
                          <a:srgbClr val="000000"/>
                        </a:solidFill>
                        <a:effectLst/>
                        <a:latin typeface="Calibri" panose="020F0502020204030204" pitchFamily="34" charset="0"/>
                        <a:ea typeface="+mn-ea"/>
                        <a:cs typeface="+mn-cs"/>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lang="en-US"/>
                    </a:p>
                  </a:txBody>
                  <a:tcPr/>
                </a:tc>
                <a:extLst>
                  <a:ext uri="{0D108BD9-81ED-4DB2-BD59-A6C34878D82A}">
                    <a16:rowId xmlns:a16="http://schemas.microsoft.com/office/drawing/2014/main" val="52550273"/>
                  </a:ext>
                </a:extLst>
              </a:tr>
              <a:tr h="135795">
                <a:tc>
                  <a:txBody>
                    <a:bodyPr/>
                    <a:lstStyle/>
                    <a:p>
                      <a:pPr algn="l" rtl="0" fontAlgn="ctr"/>
                      <a:r>
                        <a:rPr lang="en-US" sz="800" b="0" i="0" u="none" strike="noStrike">
                          <a:solidFill>
                            <a:srgbClr val="000000"/>
                          </a:solidFill>
                          <a:effectLst/>
                          <a:latin typeface="Calibri" panose="020F0502020204030204" pitchFamily="34" charset="0"/>
                        </a:rPr>
                        <a:t>ID220C …</a:t>
                      </a: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rowSpan="2">
                  <a:txBody>
                    <a:bodyPr/>
                    <a:lstStyle/>
                    <a:p>
                      <a:pPr algn="ctr" rtl="0" fontAlgn="ctr"/>
                      <a:r>
                        <a:rPr lang="it-IT" sz="800" b="0" i="0" u="none" strike="noStrike">
                          <a:solidFill>
                            <a:srgbClr val="000000"/>
                          </a:solidFill>
                          <a:effectLst/>
                          <a:latin typeface="Calibri" panose="020F0502020204030204" pitchFamily="34" charset="0"/>
                        </a:rPr>
                        <a:t>Tempi Massimi di Risposta API Disposizione Pagamento SCT</a:t>
                      </a: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rowSpan="2">
                  <a:txBody>
                    <a:bodyPr/>
                    <a:lstStyle/>
                    <a:p>
                      <a:pPr algn="ctr" rtl="0" fontAlgn="ctr"/>
                      <a:r>
                        <a:rPr lang="en-US" sz="800" b="0" i="0" u="none" strike="noStrike">
                          <a:solidFill>
                            <a:srgbClr val="000000"/>
                          </a:solidFill>
                          <a:effectLst/>
                          <a:latin typeface="Calibri" panose="020F0502020204030204" pitchFamily="34" charset="0"/>
                        </a:rPr>
                        <a:t>Mensile</a:t>
                      </a: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l" rtl="0" fontAlgn="ctr"/>
                      <a:endParaRPr lang="en-US" sz="800" b="0" i="0" u="none" strike="noStrike">
                        <a:solidFill>
                          <a:srgbClr val="000000"/>
                        </a:solidFill>
                        <a:effectLst/>
                        <a:latin typeface="Calibri" panose="020F0502020204030204" pitchFamily="34" charset="0"/>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l" rtl="0" fontAlgn="ctr"/>
                      <a:r>
                        <a:rPr lang="en-US" sz="800" b="0" i="0" u="none" strike="noStrike" dirty="0">
                          <a:solidFill>
                            <a:srgbClr val="000000"/>
                          </a:solidFill>
                          <a:effectLst/>
                          <a:latin typeface="Calibri" panose="020F0502020204030204" pitchFamily="34" charset="0"/>
                        </a:rPr>
                        <a:t>…</a:t>
                      </a: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l" rtl="0" fontAlgn="ctr"/>
                      <a:endParaRPr lang="en-US" sz="800" b="0" i="0" u="none" strike="noStrike" dirty="0">
                        <a:solidFill>
                          <a:srgbClr val="000000"/>
                        </a:solidFill>
                        <a:effectLst/>
                        <a:latin typeface="Calibri" panose="020F0502020204030204" pitchFamily="34" charset="0"/>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l" rtl="0" fontAlgn="ctr"/>
                      <a:endParaRPr lang="en-US" sz="800" b="0" i="0" u="none" strike="noStrike" dirty="0">
                        <a:solidFill>
                          <a:srgbClr val="000000"/>
                        </a:solidFill>
                        <a:effectLst/>
                        <a:latin typeface="Calibri" panose="020F0502020204030204" pitchFamily="34" charset="0"/>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rowSpan="2">
                  <a:txBody>
                    <a:bodyPr/>
                    <a:lstStyle/>
                    <a:p>
                      <a:pPr algn="ctr" rtl="0" fontAlgn="ctr"/>
                      <a:r>
                        <a:rPr lang="en-US" sz="800" b="0" i="0" u="none" strike="noStrike">
                          <a:solidFill>
                            <a:srgbClr val="000000"/>
                          </a:solidFill>
                          <a:effectLst/>
                          <a:latin typeface="Calibri" panose="020F0502020204030204" pitchFamily="34" charset="0"/>
                        </a:rPr>
                        <a:t>95%</a:t>
                      </a: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61727822"/>
                  </a:ext>
                </a:extLst>
              </a:tr>
              <a:tr h="93763">
                <a:tc>
                  <a:txBody>
                    <a:bodyPr/>
                    <a:lstStyle/>
                    <a:p>
                      <a:pPr algn="l" rtl="0" fontAlgn="ctr"/>
                      <a:r>
                        <a:rPr lang="en-US" sz="800" b="0" i="0" u="none" strike="noStrike">
                          <a:solidFill>
                            <a:srgbClr val="000000"/>
                          </a:solidFill>
                          <a:effectLst/>
                          <a:latin typeface="Calibri" panose="020F0502020204030204" pitchFamily="34" charset="0"/>
                        </a:rPr>
                        <a:t>ID 220C Totale</a:t>
                      </a: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vMerge="1">
                  <a:txBody>
                    <a:bodyPr/>
                    <a:lstStyle/>
                    <a:p>
                      <a:endParaRPr lang="en-US"/>
                    </a:p>
                  </a:txBody>
                  <a:tcPr/>
                </a:tc>
                <a:tc vMerge="1">
                  <a:txBody>
                    <a:bodyPr/>
                    <a:lstStyle/>
                    <a:p>
                      <a:endParaRPr lang="en-US"/>
                    </a:p>
                  </a:txBody>
                  <a:tcPr/>
                </a:tc>
                <a:tc>
                  <a:txBody>
                    <a:bodyPr/>
                    <a:lstStyle/>
                    <a:p>
                      <a:pPr algn="l" rtl="0" fontAlgn="ctr"/>
                      <a:endParaRPr lang="en-US" sz="800" b="0" i="0" u="none" strike="noStrike" dirty="0">
                        <a:solidFill>
                          <a:srgbClr val="000000"/>
                        </a:solidFill>
                        <a:effectLst/>
                        <a:latin typeface="Calibri" panose="020F0502020204030204" pitchFamily="34" charset="0"/>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en-US" sz="800" b="0" i="0" u="none" strike="noStrike">
                          <a:solidFill>
                            <a:srgbClr val="000000"/>
                          </a:solidFill>
                          <a:effectLst/>
                          <a:latin typeface="Calibri" panose="020F0502020204030204" pitchFamily="34" charset="0"/>
                        </a:rPr>
                        <a:t>NA</a:t>
                      </a: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endParaRPr lang="en-US" sz="800" b="0" i="0" u="none" strike="noStrike">
                        <a:solidFill>
                          <a:srgbClr val="000000"/>
                        </a:solidFill>
                        <a:effectLst/>
                        <a:latin typeface="Calibri" panose="020F0502020204030204" pitchFamily="34" charset="0"/>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endParaRPr lang="en-US" sz="800" b="0" i="0" u="none" strike="noStrike" dirty="0">
                        <a:solidFill>
                          <a:srgbClr val="000000"/>
                        </a:solidFill>
                        <a:effectLst/>
                        <a:latin typeface="Calibri" panose="020F0502020204030204" pitchFamily="34" charset="0"/>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lang="en-US"/>
                    </a:p>
                  </a:txBody>
                  <a:tcPr/>
                </a:tc>
                <a:extLst>
                  <a:ext uri="{0D108BD9-81ED-4DB2-BD59-A6C34878D82A}">
                    <a16:rowId xmlns:a16="http://schemas.microsoft.com/office/drawing/2014/main" val="2796511653"/>
                  </a:ext>
                </a:extLst>
              </a:tr>
              <a:tr h="135795">
                <a:tc>
                  <a:txBody>
                    <a:bodyPr/>
                    <a:lstStyle/>
                    <a:p>
                      <a:pPr algn="l" rtl="0" fontAlgn="ctr"/>
                      <a:r>
                        <a:rPr lang="en-US" sz="800" b="0" i="0" u="none" strike="noStrike">
                          <a:solidFill>
                            <a:srgbClr val="000000"/>
                          </a:solidFill>
                          <a:effectLst/>
                          <a:latin typeface="Calibri" panose="020F0502020204030204" pitchFamily="34" charset="0"/>
                        </a:rPr>
                        <a:t>ID220D …</a:t>
                      </a: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rowSpan="2">
                  <a:txBody>
                    <a:bodyPr/>
                    <a:lstStyle/>
                    <a:p>
                      <a:pPr algn="ctr" rtl="0" fontAlgn="ctr"/>
                      <a:r>
                        <a:rPr lang="it-IT" sz="800" b="0" i="0" u="none" strike="noStrike" dirty="0">
                          <a:solidFill>
                            <a:srgbClr val="000000"/>
                          </a:solidFill>
                          <a:effectLst/>
                          <a:latin typeface="Calibri" panose="020F0502020204030204" pitchFamily="34" charset="0"/>
                        </a:rPr>
                        <a:t>Tempi Massimi di Risposta API Disposizione Pagamento PA</a:t>
                      </a: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rowSpan="2">
                  <a:txBody>
                    <a:bodyPr/>
                    <a:lstStyle/>
                    <a:p>
                      <a:pPr algn="ctr" rtl="0" fontAlgn="ctr"/>
                      <a:r>
                        <a:rPr lang="en-US" sz="800" b="0" i="0" u="none" strike="noStrike">
                          <a:solidFill>
                            <a:srgbClr val="000000"/>
                          </a:solidFill>
                          <a:effectLst/>
                          <a:latin typeface="Calibri" panose="020F0502020204030204" pitchFamily="34" charset="0"/>
                        </a:rPr>
                        <a:t>Mensile</a:t>
                      </a: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l" rtl="0" fontAlgn="ctr"/>
                      <a:endParaRPr lang="en-US" sz="800" b="0" i="0" u="none" strike="noStrike" dirty="0">
                        <a:solidFill>
                          <a:srgbClr val="000000"/>
                        </a:solidFill>
                        <a:effectLst/>
                        <a:latin typeface="Calibri" panose="020F0502020204030204" pitchFamily="34" charset="0"/>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l" rtl="0" fontAlgn="ctr"/>
                      <a:r>
                        <a:rPr lang="en-US" sz="800" b="0" i="0" u="none" strike="noStrike" dirty="0">
                          <a:solidFill>
                            <a:srgbClr val="000000"/>
                          </a:solidFill>
                          <a:effectLst/>
                          <a:latin typeface="Calibri" panose="020F0502020204030204" pitchFamily="34" charset="0"/>
                        </a:rPr>
                        <a:t>…</a:t>
                      </a: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l" rtl="0" fontAlgn="ctr"/>
                      <a:endParaRPr lang="en-US" sz="800" b="0" i="0" u="none" strike="noStrike" dirty="0">
                        <a:solidFill>
                          <a:srgbClr val="000000"/>
                        </a:solidFill>
                        <a:effectLst/>
                        <a:latin typeface="Calibri" panose="020F0502020204030204" pitchFamily="34" charset="0"/>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l" rtl="0" fontAlgn="ctr"/>
                      <a:endParaRPr lang="en-US" sz="800" b="0" i="0" u="none" strike="noStrike" dirty="0">
                        <a:solidFill>
                          <a:srgbClr val="000000"/>
                        </a:solidFill>
                        <a:effectLst/>
                        <a:latin typeface="Calibri" panose="020F0502020204030204" pitchFamily="34" charset="0"/>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rowSpan="2">
                  <a:txBody>
                    <a:bodyPr/>
                    <a:lstStyle/>
                    <a:p>
                      <a:pPr algn="ctr" rtl="0" fontAlgn="ctr"/>
                      <a:r>
                        <a:rPr lang="en-US" sz="800" b="0" i="0" u="none" strike="noStrike">
                          <a:solidFill>
                            <a:srgbClr val="000000"/>
                          </a:solidFill>
                          <a:effectLst/>
                          <a:latin typeface="Calibri" panose="020F0502020204030204" pitchFamily="34" charset="0"/>
                        </a:rPr>
                        <a:t>95%</a:t>
                      </a: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121477769"/>
                  </a:ext>
                </a:extLst>
              </a:tr>
              <a:tr h="93763">
                <a:tc>
                  <a:txBody>
                    <a:bodyPr/>
                    <a:lstStyle/>
                    <a:p>
                      <a:pPr algn="l" rtl="0" fontAlgn="ctr"/>
                      <a:r>
                        <a:rPr lang="en-US" sz="800" b="0" i="0" u="none" strike="noStrike">
                          <a:solidFill>
                            <a:srgbClr val="000000"/>
                          </a:solidFill>
                          <a:effectLst/>
                          <a:latin typeface="Calibri" panose="020F0502020204030204" pitchFamily="34" charset="0"/>
                        </a:rPr>
                        <a:t>ID 220D Totale</a:t>
                      </a: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vMerge="1">
                  <a:txBody>
                    <a:bodyPr/>
                    <a:lstStyle/>
                    <a:p>
                      <a:endParaRPr lang="en-US"/>
                    </a:p>
                  </a:txBody>
                  <a:tcPr/>
                </a:tc>
                <a:tc vMerge="1">
                  <a:txBody>
                    <a:bodyPr/>
                    <a:lstStyle/>
                    <a:p>
                      <a:endParaRPr lang="en-US"/>
                    </a:p>
                  </a:txBody>
                  <a:tcPr/>
                </a:tc>
                <a:tc>
                  <a:txBody>
                    <a:bodyPr/>
                    <a:lstStyle/>
                    <a:p>
                      <a:pPr algn="l" rtl="0" fontAlgn="ctr"/>
                      <a:endParaRPr lang="en-US" sz="800" b="0" i="0" u="none" strike="noStrike" dirty="0">
                        <a:solidFill>
                          <a:srgbClr val="000000"/>
                        </a:solidFill>
                        <a:effectLst/>
                        <a:latin typeface="Calibri" panose="020F0502020204030204" pitchFamily="34" charset="0"/>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en-US" sz="800" b="0" i="0" u="none" strike="noStrike" dirty="0">
                          <a:solidFill>
                            <a:srgbClr val="000000"/>
                          </a:solidFill>
                          <a:effectLst/>
                          <a:latin typeface="Calibri" panose="020F0502020204030204" pitchFamily="34" charset="0"/>
                        </a:rPr>
                        <a:t>NA</a:t>
                      </a: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endParaRPr lang="en-US" sz="800" b="0" i="0" u="none" strike="noStrike">
                        <a:solidFill>
                          <a:srgbClr val="000000"/>
                        </a:solidFill>
                        <a:effectLst/>
                        <a:latin typeface="Calibri" panose="020F0502020204030204" pitchFamily="34" charset="0"/>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endParaRPr lang="en-US" sz="800" b="0" i="0" u="none" strike="noStrike" dirty="0">
                        <a:solidFill>
                          <a:srgbClr val="000000"/>
                        </a:solidFill>
                        <a:effectLst/>
                        <a:latin typeface="Calibri" panose="020F0502020204030204" pitchFamily="34" charset="0"/>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lang="en-US"/>
                    </a:p>
                  </a:txBody>
                  <a:tcPr/>
                </a:tc>
                <a:extLst>
                  <a:ext uri="{0D108BD9-81ED-4DB2-BD59-A6C34878D82A}">
                    <a16:rowId xmlns:a16="http://schemas.microsoft.com/office/drawing/2014/main" val="1400211270"/>
                  </a:ext>
                </a:extLst>
              </a:tr>
              <a:tr h="135795">
                <a:tc>
                  <a:txBody>
                    <a:bodyPr/>
                    <a:lstStyle/>
                    <a:p>
                      <a:pPr algn="l" rtl="0" fontAlgn="ctr"/>
                      <a:r>
                        <a:rPr lang="en-US" sz="800" b="0" i="0" u="none" strike="noStrike">
                          <a:solidFill>
                            <a:srgbClr val="000000"/>
                          </a:solidFill>
                          <a:effectLst/>
                          <a:latin typeface="Calibri" panose="020F0502020204030204" pitchFamily="34" charset="0"/>
                        </a:rPr>
                        <a:t>ID220E …</a:t>
                      </a: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rowSpan="2">
                  <a:txBody>
                    <a:bodyPr/>
                    <a:lstStyle/>
                    <a:p>
                      <a:pPr algn="ctr" rtl="0" fontAlgn="ctr"/>
                      <a:r>
                        <a:rPr lang="it-IT" sz="800" b="0" i="0" u="none" strike="noStrike" dirty="0">
                          <a:solidFill>
                            <a:srgbClr val="000000"/>
                          </a:solidFill>
                          <a:effectLst/>
                          <a:latin typeface="Calibri" panose="020F0502020204030204" pitchFamily="34" charset="0"/>
                        </a:rPr>
                        <a:t>Tempi Massimi di Risposta API Saldi</a:t>
                      </a: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rowSpan="2">
                  <a:txBody>
                    <a:bodyPr/>
                    <a:lstStyle/>
                    <a:p>
                      <a:pPr algn="ctr" rtl="0" fontAlgn="ctr"/>
                      <a:r>
                        <a:rPr lang="en-US" sz="800" b="0" i="0" u="none" strike="noStrike">
                          <a:solidFill>
                            <a:srgbClr val="000000"/>
                          </a:solidFill>
                          <a:effectLst/>
                          <a:latin typeface="Calibri" panose="020F0502020204030204" pitchFamily="34" charset="0"/>
                        </a:rPr>
                        <a:t>Mensile</a:t>
                      </a: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l" rtl="0" fontAlgn="ctr"/>
                      <a:endParaRPr lang="en-US" sz="800" b="0" i="0" u="none" strike="noStrike">
                        <a:solidFill>
                          <a:srgbClr val="000000"/>
                        </a:solidFill>
                        <a:effectLst/>
                        <a:latin typeface="Calibri" panose="020F0502020204030204" pitchFamily="34" charset="0"/>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l" rtl="0" fontAlgn="ctr"/>
                      <a:r>
                        <a:rPr lang="en-US" sz="800" b="0" i="0" u="none" strike="noStrike" dirty="0">
                          <a:solidFill>
                            <a:srgbClr val="000000"/>
                          </a:solidFill>
                          <a:effectLst/>
                          <a:latin typeface="Calibri" panose="020F0502020204030204" pitchFamily="34" charset="0"/>
                        </a:rPr>
                        <a:t>…</a:t>
                      </a: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l" rtl="0" fontAlgn="ctr"/>
                      <a:endParaRPr lang="en-US" sz="800" b="0" i="0" u="none" strike="noStrike" dirty="0">
                        <a:solidFill>
                          <a:srgbClr val="000000"/>
                        </a:solidFill>
                        <a:effectLst/>
                        <a:latin typeface="Calibri" panose="020F0502020204030204" pitchFamily="34" charset="0"/>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l" rtl="0" fontAlgn="ctr"/>
                      <a:endParaRPr lang="en-US" sz="800" b="0" i="0" u="none" strike="noStrike" dirty="0">
                        <a:solidFill>
                          <a:srgbClr val="000000"/>
                        </a:solidFill>
                        <a:effectLst/>
                        <a:latin typeface="Calibri" panose="020F0502020204030204" pitchFamily="34" charset="0"/>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rowSpan="2">
                  <a:txBody>
                    <a:bodyPr/>
                    <a:lstStyle/>
                    <a:p>
                      <a:pPr algn="ctr" rtl="0" fontAlgn="ctr"/>
                      <a:r>
                        <a:rPr lang="en-US" sz="800" b="0" i="0" u="none" strike="noStrike">
                          <a:solidFill>
                            <a:srgbClr val="000000"/>
                          </a:solidFill>
                          <a:effectLst/>
                          <a:latin typeface="Calibri" panose="020F0502020204030204" pitchFamily="34" charset="0"/>
                        </a:rPr>
                        <a:t>95%</a:t>
                      </a: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468392219"/>
                  </a:ext>
                </a:extLst>
              </a:tr>
              <a:tr h="93763">
                <a:tc>
                  <a:txBody>
                    <a:bodyPr/>
                    <a:lstStyle/>
                    <a:p>
                      <a:pPr algn="l" rtl="0" fontAlgn="ctr"/>
                      <a:r>
                        <a:rPr lang="en-US" sz="800" b="0" i="0" u="none" strike="noStrike" dirty="0">
                          <a:solidFill>
                            <a:srgbClr val="000000"/>
                          </a:solidFill>
                          <a:effectLst/>
                          <a:latin typeface="Calibri" panose="020F0502020204030204" pitchFamily="34" charset="0"/>
                        </a:rPr>
                        <a:t>ID 220E </a:t>
                      </a:r>
                      <a:r>
                        <a:rPr lang="en-US" sz="800" b="0" i="0" u="none" strike="noStrike" dirty="0" err="1">
                          <a:solidFill>
                            <a:srgbClr val="000000"/>
                          </a:solidFill>
                          <a:effectLst/>
                          <a:latin typeface="Calibri" panose="020F0502020204030204" pitchFamily="34" charset="0"/>
                        </a:rPr>
                        <a:t>Totale</a:t>
                      </a:r>
                      <a:endParaRPr lang="en-US" sz="800" b="0" i="0" u="none" strike="noStrike" dirty="0">
                        <a:solidFill>
                          <a:srgbClr val="000000"/>
                        </a:solidFill>
                        <a:effectLst/>
                        <a:latin typeface="Calibri" panose="020F0502020204030204" pitchFamily="34" charset="0"/>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vMerge="1">
                  <a:txBody>
                    <a:bodyPr/>
                    <a:lstStyle/>
                    <a:p>
                      <a:endParaRPr lang="en-US"/>
                    </a:p>
                  </a:txBody>
                  <a:tcPr/>
                </a:tc>
                <a:tc vMerge="1">
                  <a:txBody>
                    <a:bodyPr/>
                    <a:lstStyle/>
                    <a:p>
                      <a:endParaRPr lang="en-US"/>
                    </a:p>
                  </a:txBody>
                  <a:tcPr/>
                </a:tc>
                <a:tc>
                  <a:txBody>
                    <a:bodyPr/>
                    <a:lstStyle/>
                    <a:p>
                      <a:pPr algn="l" rtl="0" fontAlgn="ctr"/>
                      <a:endParaRPr lang="en-US" sz="800" b="0" i="0" u="none" strike="noStrike" dirty="0">
                        <a:solidFill>
                          <a:srgbClr val="000000"/>
                        </a:solidFill>
                        <a:effectLst/>
                        <a:latin typeface="Calibri" panose="020F0502020204030204" pitchFamily="34" charset="0"/>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en-US" sz="800" b="0" i="0" u="none" strike="noStrike">
                          <a:solidFill>
                            <a:srgbClr val="000000"/>
                          </a:solidFill>
                          <a:effectLst/>
                          <a:latin typeface="Calibri" panose="020F0502020204030204" pitchFamily="34" charset="0"/>
                        </a:rPr>
                        <a:t>NA</a:t>
                      </a: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endParaRPr lang="en-US" sz="800" b="0" i="0" u="none" strike="noStrike">
                        <a:solidFill>
                          <a:srgbClr val="000000"/>
                        </a:solidFill>
                        <a:effectLst/>
                        <a:latin typeface="Calibri" panose="020F0502020204030204" pitchFamily="34" charset="0"/>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endParaRPr lang="en-US" sz="800" b="0" i="0" u="none" strike="noStrike" dirty="0">
                        <a:solidFill>
                          <a:srgbClr val="000000"/>
                        </a:solidFill>
                        <a:effectLst/>
                        <a:latin typeface="Calibri" panose="020F0502020204030204" pitchFamily="34" charset="0"/>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lang="en-US"/>
                    </a:p>
                  </a:txBody>
                  <a:tcPr/>
                </a:tc>
                <a:extLst>
                  <a:ext uri="{0D108BD9-81ED-4DB2-BD59-A6C34878D82A}">
                    <a16:rowId xmlns:a16="http://schemas.microsoft.com/office/drawing/2014/main" val="3575642052"/>
                  </a:ext>
                </a:extLst>
              </a:tr>
              <a:tr h="135795">
                <a:tc>
                  <a:txBody>
                    <a:bodyPr/>
                    <a:lstStyle/>
                    <a:p>
                      <a:pPr algn="l" rtl="0" fontAlgn="ctr"/>
                      <a:r>
                        <a:rPr lang="en-US" sz="800" b="0" i="0" u="none" strike="noStrike">
                          <a:solidFill>
                            <a:srgbClr val="000000"/>
                          </a:solidFill>
                          <a:effectLst/>
                          <a:latin typeface="Calibri" panose="020F0502020204030204" pitchFamily="34" charset="0"/>
                        </a:rPr>
                        <a:t>ID220F …</a:t>
                      </a: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rowSpan="2">
                  <a:txBody>
                    <a:bodyPr/>
                    <a:lstStyle/>
                    <a:p>
                      <a:pPr algn="ctr" rtl="0" fontAlgn="ctr"/>
                      <a:r>
                        <a:rPr lang="it-IT" sz="800" b="0" i="0" u="none" strike="noStrike" dirty="0">
                          <a:solidFill>
                            <a:srgbClr val="000000"/>
                          </a:solidFill>
                          <a:effectLst/>
                          <a:latin typeface="Calibri" panose="020F0502020204030204" pitchFamily="34" charset="0"/>
                        </a:rPr>
                        <a:t>Tempi Massimi di Risposta API Movimenti</a:t>
                      </a: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rowSpan="2">
                  <a:txBody>
                    <a:bodyPr/>
                    <a:lstStyle/>
                    <a:p>
                      <a:pPr algn="ctr" rtl="0" fontAlgn="ctr"/>
                      <a:r>
                        <a:rPr lang="en-US" sz="800" b="0" i="0" u="none" strike="noStrike">
                          <a:solidFill>
                            <a:srgbClr val="000000"/>
                          </a:solidFill>
                          <a:effectLst/>
                          <a:latin typeface="Calibri" panose="020F0502020204030204" pitchFamily="34" charset="0"/>
                        </a:rPr>
                        <a:t>Mensile</a:t>
                      </a: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l" rtl="0" fontAlgn="ctr"/>
                      <a:endParaRPr lang="en-US" sz="800" b="0" i="0" u="none" strike="noStrike">
                        <a:solidFill>
                          <a:srgbClr val="000000"/>
                        </a:solidFill>
                        <a:effectLst/>
                        <a:latin typeface="Calibri" panose="020F0502020204030204" pitchFamily="34" charset="0"/>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l" rtl="0" fontAlgn="ctr"/>
                      <a:r>
                        <a:rPr lang="en-US" sz="800" b="0" i="0" u="none" strike="noStrike">
                          <a:solidFill>
                            <a:srgbClr val="000000"/>
                          </a:solidFill>
                          <a:effectLst/>
                          <a:latin typeface="Calibri" panose="020F0502020204030204" pitchFamily="34" charset="0"/>
                        </a:rPr>
                        <a:t>…</a:t>
                      </a: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l" rtl="0" fontAlgn="ctr"/>
                      <a:endParaRPr lang="en-US" sz="800" b="0" i="0" u="none" strike="noStrike" dirty="0">
                        <a:solidFill>
                          <a:srgbClr val="000000"/>
                        </a:solidFill>
                        <a:effectLst/>
                        <a:latin typeface="Calibri" panose="020F0502020204030204" pitchFamily="34" charset="0"/>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l" rtl="0" fontAlgn="ctr"/>
                      <a:endParaRPr lang="en-US" sz="800" b="0" i="0" u="none" strike="noStrike" dirty="0">
                        <a:solidFill>
                          <a:srgbClr val="000000"/>
                        </a:solidFill>
                        <a:effectLst/>
                        <a:latin typeface="Calibri" panose="020F0502020204030204" pitchFamily="34" charset="0"/>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rowSpan="2">
                  <a:txBody>
                    <a:bodyPr/>
                    <a:lstStyle/>
                    <a:p>
                      <a:pPr algn="ctr" rtl="0" fontAlgn="ctr"/>
                      <a:r>
                        <a:rPr lang="en-US" sz="800" b="0" i="0" u="none" strike="noStrike">
                          <a:solidFill>
                            <a:srgbClr val="000000"/>
                          </a:solidFill>
                          <a:effectLst/>
                          <a:latin typeface="Calibri" panose="020F0502020204030204" pitchFamily="34" charset="0"/>
                        </a:rPr>
                        <a:t>95%</a:t>
                      </a: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492715337"/>
                  </a:ext>
                </a:extLst>
              </a:tr>
              <a:tr h="93763">
                <a:tc>
                  <a:txBody>
                    <a:bodyPr/>
                    <a:lstStyle/>
                    <a:p>
                      <a:pPr algn="l" rtl="0" fontAlgn="ctr"/>
                      <a:r>
                        <a:rPr lang="en-US" sz="800" b="0" i="0" u="none" strike="noStrike">
                          <a:solidFill>
                            <a:srgbClr val="000000"/>
                          </a:solidFill>
                          <a:effectLst/>
                          <a:latin typeface="Calibri" panose="020F0502020204030204" pitchFamily="34" charset="0"/>
                        </a:rPr>
                        <a:t>ID 220F  Totale</a:t>
                      </a: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vMerge="1">
                  <a:txBody>
                    <a:bodyPr/>
                    <a:lstStyle/>
                    <a:p>
                      <a:endParaRPr lang="en-US"/>
                    </a:p>
                  </a:txBody>
                  <a:tcPr/>
                </a:tc>
                <a:tc vMerge="1">
                  <a:txBody>
                    <a:bodyPr/>
                    <a:lstStyle/>
                    <a:p>
                      <a:endParaRPr lang="en-US"/>
                    </a:p>
                  </a:txBody>
                  <a:tcPr/>
                </a:tc>
                <a:tc>
                  <a:txBody>
                    <a:bodyPr/>
                    <a:lstStyle/>
                    <a:p>
                      <a:pPr algn="l" rtl="0" fontAlgn="ctr"/>
                      <a:endParaRPr lang="en-US" sz="800" b="0" i="0" u="none" strike="noStrike" dirty="0">
                        <a:solidFill>
                          <a:srgbClr val="000000"/>
                        </a:solidFill>
                        <a:effectLst/>
                        <a:latin typeface="Calibri" panose="020F0502020204030204" pitchFamily="34" charset="0"/>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en-US" sz="800" b="0" i="0" u="none" strike="noStrike" dirty="0">
                          <a:solidFill>
                            <a:srgbClr val="000000"/>
                          </a:solidFill>
                          <a:effectLst/>
                          <a:latin typeface="Calibri" panose="020F0502020204030204" pitchFamily="34" charset="0"/>
                        </a:rPr>
                        <a:t>NA</a:t>
                      </a: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endParaRPr lang="en-US" sz="800" b="0" i="0" u="none" strike="noStrike" dirty="0">
                        <a:solidFill>
                          <a:srgbClr val="000000"/>
                        </a:solidFill>
                        <a:effectLst/>
                        <a:latin typeface="Calibri" panose="020F0502020204030204" pitchFamily="34" charset="0"/>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endParaRPr lang="en-US" sz="800" b="0" i="0" u="none" strike="noStrike" dirty="0">
                        <a:solidFill>
                          <a:srgbClr val="000000"/>
                        </a:solidFill>
                        <a:effectLst/>
                        <a:latin typeface="Calibri" panose="020F0502020204030204" pitchFamily="34" charset="0"/>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lang="en-US"/>
                    </a:p>
                  </a:txBody>
                  <a:tcPr/>
                </a:tc>
                <a:extLst>
                  <a:ext uri="{0D108BD9-81ED-4DB2-BD59-A6C34878D82A}">
                    <a16:rowId xmlns:a16="http://schemas.microsoft.com/office/drawing/2014/main" val="1970691784"/>
                  </a:ext>
                </a:extLst>
              </a:tr>
              <a:tr h="135795">
                <a:tc>
                  <a:txBody>
                    <a:bodyPr/>
                    <a:lstStyle/>
                    <a:p>
                      <a:pPr algn="l" rtl="0" fontAlgn="ctr"/>
                      <a:r>
                        <a:rPr lang="en-US" sz="800" b="0" i="0" u="none" strike="noStrike">
                          <a:solidFill>
                            <a:srgbClr val="000000"/>
                          </a:solidFill>
                          <a:effectLst/>
                          <a:latin typeface="Calibri" panose="020F0502020204030204" pitchFamily="34" charset="0"/>
                        </a:rPr>
                        <a:t>ID220G  …</a:t>
                      </a: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rowSpan="2">
                  <a:txBody>
                    <a:bodyPr/>
                    <a:lstStyle/>
                    <a:p>
                      <a:pPr algn="ctr" rtl="0" fontAlgn="ctr"/>
                      <a:r>
                        <a:rPr lang="it-IT" sz="800" b="0" i="0" u="none" strike="noStrike" dirty="0">
                          <a:solidFill>
                            <a:srgbClr val="000000"/>
                          </a:solidFill>
                          <a:effectLst/>
                          <a:latin typeface="Calibri" panose="020F0502020204030204" pitchFamily="34" charset="0"/>
                        </a:rPr>
                        <a:t>Tempi Massimi di Risposta API Notifiche Push</a:t>
                      </a: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rowSpan="2">
                  <a:txBody>
                    <a:bodyPr/>
                    <a:lstStyle/>
                    <a:p>
                      <a:pPr algn="ctr" rtl="0" fontAlgn="ctr"/>
                      <a:r>
                        <a:rPr lang="en-US" sz="800" b="0" i="0" u="none" strike="noStrike" dirty="0" err="1">
                          <a:solidFill>
                            <a:srgbClr val="000000"/>
                          </a:solidFill>
                          <a:effectLst/>
                          <a:latin typeface="Calibri" panose="020F0502020204030204" pitchFamily="34" charset="0"/>
                        </a:rPr>
                        <a:t>Mensile</a:t>
                      </a:r>
                      <a:endParaRPr lang="en-US" sz="800" b="0" i="0" u="none" strike="noStrike" dirty="0">
                        <a:solidFill>
                          <a:srgbClr val="000000"/>
                        </a:solidFill>
                        <a:effectLst/>
                        <a:latin typeface="Calibri" panose="020F0502020204030204" pitchFamily="34" charset="0"/>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l" rtl="0" fontAlgn="ctr"/>
                      <a:endParaRPr lang="en-US" sz="800" b="0" i="0" u="none" strike="noStrike">
                        <a:solidFill>
                          <a:srgbClr val="000000"/>
                        </a:solidFill>
                        <a:effectLst/>
                        <a:latin typeface="Calibri" panose="020F0502020204030204" pitchFamily="34" charset="0"/>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l" rtl="0" fontAlgn="ctr"/>
                      <a:r>
                        <a:rPr lang="en-US" sz="800" b="0" i="0" u="none" strike="noStrike">
                          <a:solidFill>
                            <a:srgbClr val="000000"/>
                          </a:solidFill>
                          <a:effectLst/>
                          <a:latin typeface="Calibri" panose="020F0502020204030204" pitchFamily="34" charset="0"/>
                        </a:rPr>
                        <a:t>…</a:t>
                      </a: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l" rtl="0" fontAlgn="ctr"/>
                      <a:endParaRPr lang="en-US" sz="800" b="0" i="0" u="none" strike="noStrike" dirty="0">
                        <a:solidFill>
                          <a:srgbClr val="000000"/>
                        </a:solidFill>
                        <a:effectLst/>
                        <a:latin typeface="Calibri" panose="020F0502020204030204" pitchFamily="34" charset="0"/>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l" rtl="0" fontAlgn="ctr"/>
                      <a:endParaRPr lang="en-US" sz="800" b="0" i="0" u="none" strike="noStrike" dirty="0">
                        <a:solidFill>
                          <a:srgbClr val="000000"/>
                        </a:solidFill>
                        <a:effectLst/>
                        <a:latin typeface="Calibri" panose="020F0502020204030204" pitchFamily="34" charset="0"/>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rowSpan="2">
                  <a:txBody>
                    <a:bodyPr/>
                    <a:lstStyle/>
                    <a:p>
                      <a:pPr algn="ctr" rtl="0" fontAlgn="ctr"/>
                      <a:r>
                        <a:rPr lang="en-US" sz="800" b="0" i="0" u="none" strike="noStrike">
                          <a:solidFill>
                            <a:srgbClr val="000000"/>
                          </a:solidFill>
                          <a:effectLst/>
                          <a:latin typeface="Calibri" panose="020F0502020204030204" pitchFamily="34" charset="0"/>
                        </a:rPr>
                        <a:t>95%</a:t>
                      </a: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128415184"/>
                  </a:ext>
                </a:extLst>
              </a:tr>
              <a:tr h="93763">
                <a:tc>
                  <a:txBody>
                    <a:bodyPr/>
                    <a:lstStyle/>
                    <a:p>
                      <a:pPr algn="l" rtl="0" fontAlgn="ctr"/>
                      <a:r>
                        <a:rPr lang="en-US" sz="800" b="0" i="0" u="none" strike="noStrike" dirty="0">
                          <a:solidFill>
                            <a:srgbClr val="000000"/>
                          </a:solidFill>
                          <a:effectLst/>
                          <a:latin typeface="Calibri" panose="020F0502020204030204" pitchFamily="34" charset="0"/>
                        </a:rPr>
                        <a:t>ID 220G </a:t>
                      </a:r>
                      <a:r>
                        <a:rPr lang="en-US" sz="800" b="0" i="0" u="none" strike="noStrike" dirty="0" err="1">
                          <a:solidFill>
                            <a:srgbClr val="000000"/>
                          </a:solidFill>
                          <a:effectLst/>
                          <a:latin typeface="Calibri" panose="020F0502020204030204" pitchFamily="34" charset="0"/>
                        </a:rPr>
                        <a:t>Totale</a:t>
                      </a:r>
                      <a:endParaRPr lang="en-US" sz="800" b="0" i="0" u="none" strike="noStrike" dirty="0">
                        <a:solidFill>
                          <a:srgbClr val="000000"/>
                        </a:solidFill>
                        <a:effectLst/>
                        <a:latin typeface="Calibri" panose="020F0502020204030204" pitchFamily="34" charset="0"/>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vMerge="1">
                  <a:txBody>
                    <a:bodyPr/>
                    <a:lstStyle/>
                    <a:p>
                      <a:endParaRPr lang="en-US"/>
                    </a:p>
                  </a:txBody>
                  <a:tcPr/>
                </a:tc>
                <a:tc vMerge="1">
                  <a:txBody>
                    <a:bodyPr/>
                    <a:lstStyle/>
                    <a:p>
                      <a:endParaRPr lang="en-US"/>
                    </a:p>
                  </a:txBody>
                  <a:tcPr/>
                </a:tc>
                <a:tc>
                  <a:txBody>
                    <a:bodyPr/>
                    <a:lstStyle/>
                    <a:p>
                      <a:pPr algn="l" rtl="0" fontAlgn="ctr"/>
                      <a:endParaRPr lang="en-US" sz="800" b="0" i="0" u="none" strike="noStrike" dirty="0">
                        <a:solidFill>
                          <a:srgbClr val="000000"/>
                        </a:solidFill>
                        <a:effectLst/>
                        <a:latin typeface="Calibri" panose="020F0502020204030204" pitchFamily="34" charset="0"/>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en-US" sz="800" b="0" i="0" u="none" strike="noStrike">
                          <a:solidFill>
                            <a:srgbClr val="000000"/>
                          </a:solidFill>
                          <a:effectLst/>
                          <a:latin typeface="Calibri" panose="020F0502020204030204" pitchFamily="34" charset="0"/>
                        </a:rPr>
                        <a:t>NA</a:t>
                      </a: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endParaRPr lang="en-US" sz="800" b="0" i="0" u="none" strike="noStrike" dirty="0">
                        <a:solidFill>
                          <a:srgbClr val="000000"/>
                        </a:solidFill>
                        <a:effectLst/>
                        <a:latin typeface="Calibri" panose="020F0502020204030204" pitchFamily="34" charset="0"/>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endParaRPr lang="en-US" sz="800" b="0" i="0" u="none" strike="noStrike" dirty="0">
                        <a:solidFill>
                          <a:srgbClr val="000000"/>
                        </a:solidFill>
                        <a:effectLst/>
                        <a:latin typeface="Calibri" panose="020F0502020204030204" pitchFamily="34" charset="0"/>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lang="en-US"/>
                    </a:p>
                  </a:txBody>
                  <a:tcPr/>
                </a:tc>
                <a:extLst>
                  <a:ext uri="{0D108BD9-81ED-4DB2-BD59-A6C34878D82A}">
                    <a16:rowId xmlns:a16="http://schemas.microsoft.com/office/drawing/2014/main" val="531659647"/>
                  </a:ext>
                </a:extLst>
              </a:tr>
              <a:tr h="135795">
                <a:tc>
                  <a:txBody>
                    <a:bodyPr/>
                    <a:lstStyle/>
                    <a:p>
                      <a:pPr algn="l" rtl="0" fontAlgn="ctr"/>
                      <a:r>
                        <a:rPr lang="en-US" sz="800" b="0" i="0" u="none" strike="noStrike">
                          <a:solidFill>
                            <a:srgbClr val="000000"/>
                          </a:solidFill>
                          <a:effectLst/>
                          <a:latin typeface="Calibri" panose="020F0502020204030204" pitchFamily="34" charset="0"/>
                        </a:rPr>
                        <a:t>ID220H …</a:t>
                      </a: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rowSpan="2">
                  <a:txBody>
                    <a:bodyPr/>
                    <a:lstStyle/>
                    <a:p>
                      <a:pPr algn="ctr" rtl="0" fontAlgn="ctr"/>
                      <a:r>
                        <a:rPr lang="it-IT" sz="800" b="0" i="0" u="none" strike="noStrike">
                          <a:solidFill>
                            <a:srgbClr val="000000"/>
                          </a:solidFill>
                          <a:effectLst/>
                          <a:latin typeface="Calibri" panose="020F0502020204030204" pitchFamily="34" charset="0"/>
                        </a:rPr>
                        <a:t>Tempi Massimi di Risposta API Notifiche Pull</a:t>
                      </a: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rowSpan="2">
                  <a:txBody>
                    <a:bodyPr/>
                    <a:lstStyle/>
                    <a:p>
                      <a:pPr algn="ctr" rtl="0" fontAlgn="ctr"/>
                      <a:r>
                        <a:rPr lang="en-US" sz="800" b="0" i="0" u="none" strike="noStrike">
                          <a:solidFill>
                            <a:srgbClr val="000000"/>
                          </a:solidFill>
                          <a:effectLst/>
                          <a:latin typeface="Calibri" panose="020F0502020204030204" pitchFamily="34" charset="0"/>
                        </a:rPr>
                        <a:t>Mensile</a:t>
                      </a: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l" rtl="0" fontAlgn="ctr"/>
                      <a:endParaRPr lang="en-US" sz="800" b="0" i="0" u="none" strike="noStrike" dirty="0">
                        <a:solidFill>
                          <a:srgbClr val="000000"/>
                        </a:solidFill>
                        <a:effectLst/>
                        <a:latin typeface="Calibri" panose="020F0502020204030204" pitchFamily="34" charset="0"/>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l" rtl="0" fontAlgn="ctr"/>
                      <a:r>
                        <a:rPr lang="en-US" sz="800" b="0" i="0" u="none" strike="noStrike" dirty="0">
                          <a:solidFill>
                            <a:srgbClr val="000000"/>
                          </a:solidFill>
                          <a:effectLst/>
                          <a:latin typeface="Calibri" panose="020F0502020204030204" pitchFamily="34" charset="0"/>
                        </a:rPr>
                        <a:t>…</a:t>
                      </a: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l" rtl="0" fontAlgn="ctr"/>
                      <a:endParaRPr lang="en-US" sz="800" b="0" i="0" u="none" strike="noStrike" dirty="0">
                        <a:solidFill>
                          <a:srgbClr val="000000"/>
                        </a:solidFill>
                        <a:effectLst/>
                        <a:latin typeface="Calibri" panose="020F0502020204030204" pitchFamily="34" charset="0"/>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l" rtl="0" fontAlgn="ctr"/>
                      <a:endParaRPr lang="en-US" sz="800" b="0" i="0" u="none" strike="noStrike" dirty="0">
                        <a:solidFill>
                          <a:srgbClr val="000000"/>
                        </a:solidFill>
                        <a:effectLst/>
                        <a:latin typeface="Calibri" panose="020F0502020204030204" pitchFamily="34" charset="0"/>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rowSpan="2">
                  <a:txBody>
                    <a:bodyPr/>
                    <a:lstStyle/>
                    <a:p>
                      <a:pPr algn="ctr" rtl="0" fontAlgn="ctr"/>
                      <a:r>
                        <a:rPr lang="en-US" sz="800" b="0" i="0" u="none" strike="noStrike" dirty="0">
                          <a:solidFill>
                            <a:srgbClr val="000000"/>
                          </a:solidFill>
                          <a:effectLst/>
                          <a:latin typeface="Calibri" panose="020F0502020204030204" pitchFamily="34" charset="0"/>
                        </a:rPr>
                        <a:t>95%</a:t>
                      </a: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36502051"/>
                  </a:ext>
                </a:extLst>
              </a:tr>
              <a:tr h="93763">
                <a:tc>
                  <a:txBody>
                    <a:bodyPr/>
                    <a:lstStyle/>
                    <a:p>
                      <a:pPr algn="l" rtl="0" fontAlgn="ctr"/>
                      <a:r>
                        <a:rPr lang="en-US" sz="800" b="0" i="0" u="none" strike="noStrike">
                          <a:solidFill>
                            <a:srgbClr val="000000"/>
                          </a:solidFill>
                          <a:effectLst/>
                          <a:latin typeface="Calibri" panose="020F0502020204030204" pitchFamily="34" charset="0"/>
                        </a:rPr>
                        <a:t>ID 220H Totale</a:t>
                      </a: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vMerge="1">
                  <a:txBody>
                    <a:bodyPr/>
                    <a:lstStyle/>
                    <a:p>
                      <a:endParaRPr lang="en-US"/>
                    </a:p>
                  </a:txBody>
                  <a:tcPr/>
                </a:tc>
                <a:tc vMerge="1">
                  <a:txBody>
                    <a:bodyPr/>
                    <a:lstStyle/>
                    <a:p>
                      <a:endParaRPr lang="en-US"/>
                    </a:p>
                  </a:txBody>
                  <a:tcPr/>
                </a:tc>
                <a:tc>
                  <a:txBody>
                    <a:bodyPr/>
                    <a:lstStyle/>
                    <a:p>
                      <a:pPr algn="l" rtl="0" fontAlgn="ctr"/>
                      <a:endParaRPr lang="en-US" sz="800" b="0" i="0" u="none" strike="noStrike" dirty="0">
                        <a:solidFill>
                          <a:srgbClr val="000000"/>
                        </a:solidFill>
                        <a:effectLst/>
                        <a:latin typeface="Calibri" panose="020F0502020204030204" pitchFamily="34" charset="0"/>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en-US" sz="800" b="0" i="0" u="none" strike="noStrike" dirty="0">
                          <a:solidFill>
                            <a:srgbClr val="000000"/>
                          </a:solidFill>
                          <a:effectLst/>
                          <a:latin typeface="Calibri" panose="020F0502020204030204" pitchFamily="34" charset="0"/>
                        </a:rPr>
                        <a:t>NA</a:t>
                      </a: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endParaRPr lang="en-US" sz="800" b="0" i="0" u="none" strike="noStrike" dirty="0">
                        <a:solidFill>
                          <a:srgbClr val="000000"/>
                        </a:solidFill>
                        <a:effectLst/>
                        <a:latin typeface="Calibri" panose="020F0502020204030204" pitchFamily="34" charset="0"/>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endParaRPr lang="en-US" sz="800" b="0" i="0" u="none" strike="noStrike" dirty="0">
                        <a:solidFill>
                          <a:srgbClr val="000000"/>
                        </a:solidFill>
                        <a:effectLst/>
                        <a:latin typeface="Calibri" panose="020F0502020204030204" pitchFamily="34" charset="0"/>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lang="en-US"/>
                    </a:p>
                  </a:txBody>
                  <a:tcPr/>
                </a:tc>
                <a:extLst>
                  <a:ext uri="{0D108BD9-81ED-4DB2-BD59-A6C34878D82A}">
                    <a16:rowId xmlns:a16="http://schemas.microsoft.com/office/drawing/2014/main" val="1365540095"/>
                  </a:ext>
                </a:extLst>
              </a:tr>
              <a:tr h="239258">
                <a:tc>
                  <a:txBody>
                    <a:bodyPr/>
                    <a:lstStyle/>
                    <a:p>
                      <a:pPr algn="l" rtl="0" fontAlgn="ctr"/>
                      <a:r>
                        <a:rPr lang="en-US" sz="800" b="0" i="0" u="none" strike="noStrike" dirty="0">
                          <a:solidFill>
                            <a:srgbClr val="000000"/>
                          </a:solidFill>
                          <a:effectLst/>
                          <a:latin typeface="Calibri" panose="020F0502020204030204" pitchFamily="34" charset="0"/>
                        </a:rPr>
                        <a:t>ID221a Prima </a:t>
                      </a:r>
                      <a:r>
                        <a:rPr lang="en-US" sz="800" b="0" i="0" u="none" strike="noStrike" dirty="0" err="1">
                          <a:solidFill>
                            <a:srgbClr val="000000"/>
                          </a:solidFill>
                          <a:effectLst/>
                          <a:latin typeface="Calibri" panose="020F0502020204030204" pitchFamily="34" charset="0"/>
                        </a:rPr>
                        <a:t>Soglia</a:t>
                      </a:r>
                      <a:endParaRPr lang="en-US" sz="800" b="0" i="0" u="none" strike="noStrike" dirty="0">
                        <a:solidFill>
                          <a:srgbClr val="000000"/>
                        </a:solidFill>
                        <a:effectLst/>
                        <a:latin typeface="Calibri" panose="020F0502020204030204" pitchFamily="34" charset="0"/>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rowSpan="3">
                  <a:txBody>
                    <a:bodyPr/>
                    <a:lstStyle/>
                    <a:p>
                      <a:pPr algn="ctr" rtl="0" fontAlgn="ctr"/>
                      <a:r>
                        <a:rPr lang="it-IT" sz="800" b="0" i="0" u="none" strike="noStrike">
                          <a:solidFill>
                            <a:srgbClr val="000000"/>
                          </a:solidFill>
                          <a:effectLst/>
                          <a:latin typeface="Calibri" panose="020F0502020204030204" pitchFamily="34" charset="0"/>
                        </a:rPr>
                        <a:t>Tempi Medi di Risposta API Disposizione di Pagamento Fast</a:t>
                      </a: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rowSpan="3">
                  <a:txBody>
                    <a:bodyPr/>
                    <a:lstStyle/>
                    <a:p>
                      <a:pPr algn="ctr" rtl="0" fontAlgn="ctr"/>
                      <a:r>
                        <a:rPr lang="en-US" sz="800" b="0" i="0" u="none" strike="noStrike">
                          <a:solidFill>
                            <a:srgbClr val="000000"/>
                          </a:solidFill>
                          <a:effectLst/>
                          <a:latin typeface="Calibri" panose="020F0502020204030204" pitchFamily="34" charset="0"/>
                        </a:rPr>
                        <a:t>Mensile</a:t>
                      </a: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l" rtl="0" fontAlgn="ctr"/>
                      <a:endParaRPr lang="en-US" sz="800" b="0" i="0" u="none" strike="noStrike" dirty="0">
                        <a:solidFill>
                          <a:srgbClr val="000000"/>
                        </a:solidFill>
                        <a:effectLst/>
                        <a:latin typeface="Calibri" panose="020F0502020204030204" pitchFamily="34" charset="0"/>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l" rtl="0" fontAlgn="ctr"/>
                      <a:r>
                        <a:rPr lang="en-US" sz="800" b="0" i="0" u="none" strike="noStrike">
                          <a:solidFill>
                            <a:srgbClr val="000000"/>
                          </a:solidFill>
                          <a:effectLst/>
                          <a:latin typeface="Calibri" panose="020F0502020204030204" pitchFamily="34" charset="0"/>
                        </a:rPr>
                        <a:t>2,5 secondi</a:t>
                      </a: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l" rtl="0" fontAlgn="ctr"/>
                      <a:endParaRPr lang="en-US" sz="800" b="0" i="0" u="none" strike="noStrike">
                        <a:solidFill>
                          <a:srgbClr val="000000"/>
                        </a:solidFill>
                        <a:effectLst/>
                        <a:latin typeface="Calibri" panose="020F0502020204030204" pitchFamily="34" charset="0"/>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l" rtl="0" fontAlgn="ctr"/>
                      <a:endParaRPr lang="en-US" sz="800" b="0" i="0" u="none" strike="noStrike">
                        <a:solidFill>
                          <a:srgbClr val="000000"/>
                        </a:solidFill>
                        <a:effectLst/>
                        <a:latin typeface="Calibri" panose="020F0502020204030204" pitchFamily="34" charset="0"/>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rowSpan="3">
                  <a:txBody>
                    <a:bodyPr/>
                    <a:lstStyle/>
                    <a:p>
                      <a:pPr algn="ctr" rtl="0" fontAlgn="ctr"/>
                      <a:r>
                        <a:rPr lang="en-US" sz="800" b="0" i="0" u="none" strike="noStrike">
                          <a:solidFill>
                            <a:srgbClr val="000000"/>
                          </a:solidFill>
                          <a:effectLst/>
                          <a:latin typeface="Calibri" panose="020F0502020204030204" pitchFamily="34" charset="0"/>
                        </a:rPr>
                        <a:t>100%</a:t>
                      </a: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949152598"/>
                  </a:ext>
                </a:extLst>
              </a:tr>
              <a:tr h="93763">
                <a:tc>
                  <a:txBody>
                    <a:bodyPr/>
                    <a:lstStyle/>
                    <a:p>
                      <a:pPr algn="l" rtl="0" fontAlgn="ctr"/>
                      <a:r>
                        <a:rPr lang="en-US" sz="800" b="0" i="0" u="none" strike="noStrike">
                          <a:solidFill>
                            <a:srgbClr val="000000"/>
                          </a:solidFill>
                          <a:effectLst/>
                          <a:latin typeface="Calibri" panose="020F0502020204030204" pitchFamily="34" charset="0"/>
                        </a:rPr>
                        <a:t>ID221a …</a:t>
                      </a: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vMerge="1">
                  <a:txBody>
                    <a:bodyPr/>
                    <a:lstStyle/>
                    <a:p>
                      <a:endParaRPr lang="en-US"/>
                    </a:p>
                  </a:txBody>
                  <a:tcPr/>
                </a:tc>
                <a:tc vMerge="1">
                  <a:txBody>
                    <a:bodyPr/>
                    <a:lstStyle/>
                    <a:p>
                      <a:endParaRPr lang="en-US"/>
                    </a:p>
                  </a:txBody>
                  <a:tcPr/>
                </a:tc>
                <a:tc>
                  <a:txBody>
                    <a:bodyPr/>
                    <a:lstStyle/>
                    <a:p>
                      <a:pPr algn="l" rtl="0" fontAlgn="ctr"/>
                      <a:endParaRPr lang="en-US" sz="800" b="0" i="0" u="none" strike="noStrike">
                        <a:solidFill>
                          <a:srgbClr val="000000"/>
                        </a:solidFill>
                        <a:effectLst/>
                        <a:latin typeface="Calibri" panose="020F0502020204030204" pitchFamily="34" charset="0"/>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l" rtl="0" fontAlgn="ctr"/>
                      <a:r>
                        <a:rPr lang="en-US" sz="800" b="0" i="0" u="none" strike="noStrike">
                          <a:solidFill>
                            <a:srgbClr val="000000"/>
                          </a:solidFill>
                          <a:effectLst/>
                          <a:latin typeface="Calibri" panose="020F0502020204030204" pitchFamily="34" charset="0"/>
                        </a:rPr>
                        <a:t>…</a:t>
                      </a: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l" rtl="0" fontAlgn="ctr"/>
                      <a:endParaRPr lang="en-US" sz="800" b="0" i="0" u="none" strike="noStrike">
                        <a:solidFill>
                          <a:srgbClr val="000000"/>
                        </a:solidFill>
                        <a:effectLst/>
                        <a:latin typeface="Calibri" panose="020F0502020204030204" pitchFamily="34" charset="0"/>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l" rtl="0" fontAlgn="ctr"/>
                      <a:endParaRPr lang="en-US" sz="800" b="0" i="0" u="none" strike="noStrike">
                        <a:solidFill>
                          <a:srgbClr val="000000"/>
                        </a:solidFill>
                        <a:effectLst/>
                        <a:latin typeface="Calibri" panose="020F0502020204030204" pitchFamily="34" charset="0"/>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vMerge="1">
                  <a:txBody>
                    <a:bodyPr/>
                    <a:lstStyle/>
                    <a:p>
                      <a:endParaRPr lang="en-US"/>
                    </a:p>
                  </a:txBody>
                  <a:tcPr/>
                </a:tc>
                <a:extLst>
                  <a:ext uri="{0D108BD9-81ED-4DB2-BD59-A6C34878D82A}">
                    <a16:rowId xmlns:a16="http://schemas.microsoft.com/office/drawing/2014/main" val="2274726"/>
                  </a:ext>
                </a:extLst>
              </a:tr>
              <a:tr h="93763">
                <a:tc>
                  <a:txBody>
                    <a:bodyPr/>
                    <a:lstStyle/>
                    <a:p>
                      <a:pPr algn="l" rtl="0" fontAlgn="ctr"/>
                      <a:r>
                        <a:rPr lang="en-US" sz="800" b="0" i="0" u="none" strike="noStrike" dirty="0">
                          <a:solidFill>
                            <a:srgbClr val="000000"/>
                          </a:solidFill>
                          <a:effectLst/>
                          <a:latin typeface="Calibri" panose="020F0502020204030204" pitchFamily="34" charset="0"/>
                        </a:rPr>
                        <a:t>ID 221a </a:t>
                      </a:r>
                      <a:r>
                        <a:rPr lang="en-US" sz="800" b="0" i="0" u="none" strike="noStrike" dirty="0" err="1">
                          <a:solidFill>
                            <a:srgbClr val="000000"/>
                          </a:solidFill>
                          <a:effectLst/>
                          <a:latin typeface="Calibri" panose="020F0502020204030204" pitchFamily="34" charset="0"/>
                        </a:rPr>
                        <a:t>Totale</a:t>
                      </a:r>
                      <a:endParaRPr lang="en-US" sz="800" b="0" i="0" u="none" strike="noStrike" dirty="0">
                        <a:solidFill>
                          <a:srgbClr val="000000"/>
                        </a:solidFill>
                        <a:effectLst/>
                        <a:latin typeface="Calibri" panose="020F0502020204030204" pitchFamily="34" charset="0"/>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vMerge="1">
                  <a:txBody>
                    <a:bodyPr/>
                    <a:lstStyle/>
                    <a:p>
                      <a:endParaRPr lang="en-US"/>
                    </a:p>
                  </a:txBody>
                  <a:tcPr>
                    <a:lnL w="12700" cap="flat" cmpd="sng" algn="ctr">
                      <a:solidFill>
                        <a:schemeClr val="bg1">
                          <a:lumMod val="65000"/>
                        </a:schemeClr>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lang="en-US"/>
                    </a:p>
                  </a:txBody>
                  <a:tcPr>
                    <a:lnT w="12700" cap="flat" cmpd="sng" algn="ctr">
                      <a:solidFill>
                        <a:schemeClr val="bg1">
                          <a:lumMod val="65000"/>
                        </a:schemeClr>
                      </a:solidFill>
                      <a:prstDash val="solid"/>
                      <a:round/>
                      <a:headEnd type="none" w="med" len="med"/>
                      <a:tailEnd type="none" w="med" len="med"/>
                    </a:lnT>
                  </a:tcPr>
                </a:tc>
                <a:tc>
                  <a:txBody>
                    <a:bodyPr/>
                    <a:lstStyle/>
                    <a:p>
                      <a:pPr algn="l" rtl="0" fontAlgn="ctr"/>
                      <a:endParaRPr lang="en-US" sz="800" b="0" i="0" u="none" strike="noStrike" dirty="0">
                        <a:solidFill>
                          <a:srgbClr val="000000"/>
                        </a:solidFill>
                        <a:effectLst/>
                        <a:latin typeface="Calibri" panose="020F0502020204030204" pitchFamily="34" charset="0"/>
                      </a:endParaRPr>
                    </a:p>
                  </a:txBody>
                  <a:tcPr marL="3240" marR="3240" marT="3240" marB="0" anchor="ctr">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en-US" sz="800" b="0" i="0" u="none" strike="noStrike" dirty="0">
                          <a:solidFill>
                            <a:srgbClr val="000000"/>
                          </a:solidFill>
                          <a:effectLst/>
                          <a:latin typeface="Calibri" panose="020F0502020204030204" pitchFamily="34" charset="0"/>
                        </a:rPr>
                        <a:t>NA</a:t>
                      </a: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endParaRPr lang="en-US" sz="800" b="0" i="0" u="none" strike="noStrike" dirty="0">
                        <a:solidFill>
                          <a:srgbClr val="000000"/>
                        </a:solidFill>
                        <a:effectLst/>
                        <a:latin typeface="Calibri" panose="020F0502020204030204" pitchFamily="34" charset="0"/>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endParaRPr lang="en-US" sz="800" b="0" i="0" u="none" strike="noStrike" dirty="0">
                        <a:solidFill>
                          <a:srgbClr val="000000"/>
                        </a:solidFill>
                        <a:effectLst/>
                        <a:latin typeface="Calibri" panose="020F0502020204030204" pitchFamily="34" charset="0"/>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lang="en-US"/>
                    </a:p>
                  </a:txBody>
                  <a:tcPr>
                    <a:lnL w="12700" cap="flat" cmpd="sng" algn="ctr">
                      <a:solidFill>
                        <a:schemeClr val="bg1">
                          <a:lumMod val="65000"/>
                        </a:schemeClr>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extLst>
                  <a:ext uri="{0D108BD9-81ED-4DB2-BD59-A6C34878D82A}">
                    <a16:rowId xmlns:a16="http://schemas.microsoft.com/office/drawing/2014/main" val="3326513599"/>
                  </a:ext>
                </a:extLst>
              </a:tr>
              <a:tr h="239258">
                <a:tc>
                  <a:txBody>
                    <a:bodyPr/>
                    <a:lstStyle/>
                    <a:p>
                      <a:pPr algn="l" rtl="0" fontAlgn="ctr"/>
                      <a:r>
                        <a:rPr lang="en-US" sz="800" b="0" i="0" u="none" strike="noStrike">
                          <a:solidFill>
                            <a:srgbClr val="000000"/>
                          </a:solidFill>
                          <a:effectLst/>
                          <a:latin typeface="Calibri" panose="020F0502020204030204" pitchFamily="34" charset="0"/>
                        </a:rPr>
                        <a:t>ID221b Prima Soglia</a:t>
                      </a: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rowSpan="3">
                  <a:txBody>
                    <a:bodyPr/>
                    <a:lstStyle/>
                    <a:p>
                      <a:pPr algn="ctr" rtl="0" fontAlgn="ctr"/>
                      <a:r>
                        <a:rPr lang="it-IT" sz="800" b="0" i="0" u="none" strike="noStrike">
                          <a:solidFill>
                            <a:srgbClr val="000000"/>
                          </a:solidFill>
                          <a:effectLst/>
                          <a:latin typeface="Calibri" panose="020F0502020204030204" pitchFamily="34" charset="0"/>
                        </a:rPr>
                        <a:t>Tempi Medi di Risposta API Disposizione di Pagamento URG</a:t>
                      </a: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rowSpan="3">
                  <a:txBody>
                    <a:bodyPr/>
                    <a:lstStyle/>
                    <a:p>
                      <a:pPr algn="ctr" rtl="0" fontAlgn="ctr"/>
                      <a:r>
                        <a:rPr lang="en-US" sz="800" b="0" i="0" u="none" strike="noStrike">
                          <a:solidFill>
                            <a:srgbClr val="000000"/>
                          </a:solidFill>
                          <a:effectLst/>
                          <a:latin typeface="Calibri" panose="020F0502020204030204" pitchFamily="34" charset="0"/>
                        </a:rPr>
                        <a:t>Mensile</a:t>
                      </a: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l" rtl="0" fontAlgn="ctr"/>
                      <a:endParaRPr lang="en-US" sz="800" b="0" i="0" u="none" strike="noStrike">
                        <a:solidFill>
                          <a:srgbClr val="000000"/>
                        </a:solidFill>
                        <a:effectLst/>
                        <a:latin typeface="Calibri" panose="020F0502020204030204" pitchFamily="34" charset="0"/>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l" rtl="0" fontAlgn="ctr"/>
                      <a:r>
                        <a:rPr lang="en-US" sz="800" b="0" i="0" u="none" strike="noStrike">
                          <a:solidFill>
                            <a:srgbClr val="000000"/>
                          </a:solidFill>
                          <a:effectLst/>
                          <a:latin typeface="Calibri" panose="020F0502020204030204" pitchFamily="34" charset="0"/>
                        </a:rPr>
                        <a:t>2,5 secondi</a:t>
                      </a: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l" rtl="0" fontAlgn="ctr"/>
                      <a:endParaRPr lang="en-US" sz="800" b="0" i="0" u="none" strike="noStrike" dirty="0">
                        <a:solidFill>
                          <a:srgbClr val="000000"/>
                        </a:solidFill>
                        <a:effectLst/>
                        <a:latin typeface="Calibri" panose="020F0502020204030204" pitchFamily="34" charset="0"/>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l" rtl="0" fontAlgn="ctr"/>
                      <a:endParaRPr lang="en-US" sz="800" b="0" i="0" u="none" strike="noStrike">
                        <a:solidFill>
                          <a:srgbClr val="000000"/>
                        </a:solidFill>
                        <a:effectLst/>
                        <a:latin typeface="Calibri" panose="020F0502020204030204" pitchFamily="34" charset="0"/>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rowSpan="3">
                  <a:txBody>
                    <a:bodyPr/>
                    <a:lstStyle/>
                    <a:p>
                      <a:pPr algn="ctr" rtl="0" fontAlgn="ctr"/>
                      <a:r>
                        <a:rPr lang="en-US" sz="800" b="0" i="0" u="none" strike="noStrike">
                          <a:solidFill>
                            <a:srgbClr val="000000"/>
                          </a:solidFill>
                          <a:effectLst/>
                          <a:latin typeface="Calibri" panose="020F0502020204030204" pitchFamily="34" charset="0"/>
                        </a:rPr>
                        <a:t>100%</a:t>
                      </a: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373287780"/>
                  </a:ext>
                </a:extLst>
              </a:tr>
              <a:tr h="93763">
                <a:tc>
                  <a:txBody>
                    <a:bodyPr/>
                    <a:lstStyle/>
                    <a:p>
                      <a:pPr algn="l" rtl="0" fontAlgn="ctr"/>
                      <a:r>
                        <a:rPr lang="en-US" sz="800" b="0" i="0" u="none" strike="noStrike">
                          <a:solidFill>
                            <a:srgbClr val="000000"/>
                          </a:solidFill>
                          <a:effectLst/>
                          <a:latin typeface="Calibri" panose="020F0502020204030204" pitchFamily="34" charset="0"/>
                        </a:rPr>
                        <a:t>ID221b …</a:t>
                      </a: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vMerge="1">
                  <a:txBody>
                    <a:bodyPr/>
                    <a:lstStyle/>
                    <a:p>
                      <a:endParaRPr lang="en-US"/>
                    </a:p>
                  </a:txBody>
                  <a:tcPr/>
                </a:tc>
                <a:tc vMerge="1">
                  <a:txBody>
                    <a:bodyPr/>
                    <a:lstStyle/>
                    <a:p>
                      <a:endParaRPr lang="en-US"/>
                    </a:p>
                  </a:txBody>
                  <a:tcPr/>
                </a:tc>
                <a:tc>
                  <a:txBody>
                    <a:bodyPr/>
                    <a:lstStyle/>
                    <a:p>
                      <a:pPr algn="l" rtl="0" fontAlgn="ctr"/>
                      <a:endParaRPr lang="en-US" sz="800" b="0" i="0" u="none" strike="noStrike">
                        <a:solidFill>
                          <a:srgbClr val="000000"/>
                        </a:solidFill>
                        <a:effectLst/>
                        <a:latin typeface="Calibri" panose="020F0502020204030204" pitchFamily="34" charset="0"/>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l" rtl="0" fontAlgn="ctr"/>
                      <a:r>
                        <a:rPr lang="en-US" sz="800" b="0" i="0" u="none" strike="noStrike" dirty="0">
                          <a:solidFill>
                            <a:srgbClr val="000000"/>
                          </a:solidFill>
                          <a:effectLst/>
                          <a:latin typeface="Calibri" panose="020F0502020204030204" pitchFamily="34" charset="0"/>
                        </a:rPr>
                        <a:t>…</a:t>
                      </a: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l" rtl="0" fontAlgn="ctr"/>
                      <a:endParaRPr lang="en-US" sz="800" b="0" i="0" u="none" strike="noStrike">
                        <a:solidFill>
                          <a:srgbClr val="000000"/>
                        </a:solidFill>
                        <a:effectLst/>
                        <a:latin typeface="Calibri" panose="020F0502020204030204" pitchFamily="34" charset="0"/>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l" rtl="0" fontAlgn="ctr"/>
                      <a:endParaRPr lang="en-US" sz="800" b="0" i="0" u="none" strike="noStrike">
                        <a:solidFill>
                          <a:srgbClr val="000000"/>
                        </a:solidFill>
                        <a:effectLst/>
                        <a:latin typeface="Calibri" panose="020F0502020204030204" pitchFamily="34" charset="0"/>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vMerge="1">
                  <a:txBody>
                    <a:bodyPr/>
                    <a:lstStyle/>
                    <a:p>
                      <a:endParaRPr lang="en-US"/>
                    </a:p>
                  </a:txBody>
                  <a:tcPr/>
                </a:tc>
                <a:extLst>
                  <a:ext uri="{0D108BD9-81ED-4DB2-BD59-A6C34878D82A}">
                    <a16:rowId xmlns:a16="http://schemas.microsoft.com/office/drawing/2014/main" val="2891033967"/>
                  </a:ext>
                </a:extLst>
              </a:tr>
              <a:tr h="93763">
                <a:tc>
                  <a:txBody>
                    <a:bodyPr/>
                    <a:lstStyle/>
                    <a:p>
                      <a:pPr algn="l" rtl="0" fontAlgn="ctr"/>
                      <a:r>
                        <a:rPr lang="en-US" sz="800" b="0" i="0" u="none" strike="noStrike">
                          <a:solidFill>
                            <a:srgbClr val="000000"/>
                          </a:solidFill>
                          <a:effectLst/>
                          <a:latin typeface="Calibri" panose="020F0502020204030204" pitchFamily="34" charset="0"/>
                        </a:rPr>
                        <a:t>ID 221b Totale</a:t>
                      </a: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vMerge="1">
                  <a:txBody>
                    <a:bodyPr/>
                    <a:lstStyle/>
                    <a:p>
                      <a:endParaRPr lang="en-US"/>
                    </a:p>
                  </a:txBody>
                  <a:tcPr/>
                </a:tc>
                <a:tc vMerge="1">
                  <a:txBody>
                    <a:bodyPr/>
                    <a:lstStyle/>
                    <a:p>
                      <a:endParaRPr lang="en-US"/>
                    </a:p>
                  </a:txBody>
                  <a:tcPr/>
                </a:tc>
                <a:tc>
                  <a:txBody>
                    <a:bodyPr/>
                    <a:lstStyle/>
                    <a:p>
                      <a:pPr algn="l" rtl="0" fontAlgn="ctr"/>
                      <a:endParaRPr lang="en-US" sz="800" b="0" i="0" u="none" strike="noStrike" dirty="0">
                        <a:solidFill>
                          <a:srgbClr val="000000"/>
                        </a:solidFill>
                        <a:effectLst/>
                        <a:latin typeface="Calibri" panose="020F0502020204030204" pitchFamily="34" charset="0"/>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en-US" sz="800" b="0" i="0" u="none" strike="noStrike" dirty="0">
                          <a:solidFill>
                            <a:srgbClr val="000000"/>
                          </a:solidFill>
                          <a:effectLst/>
                          <a:latin typeface="Calibri" panose="020F0502020204030204" pitchFamily="34" charset="0"/>
                        </a:rPr>
                        <a:t>NA</a:t>
                      </a: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endParaRPr lang="en-US" sz="800" b="0" i="0" u="none" strike="noStrike" dirty="0">
                        <a:solidFill>
                          <a:srgbClr val="000000"/>
                        </a:solidFill>
                        <a:effectLst/>
                        <a:latin typeface="Calibri" panose="020F0502020204030204" pitchFamily="34" charset="0"/>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endParaRPr lang="en-US" sz="800" b="0" i="0" u="none" strike="noStrike" dirty="0">
                        <a:solidFill>
                          <a:srgbClr val="000000"/>
                        </a:solidFill>
                        <a:effectLst/>
                        <a:latin typeface="Calibri" panose="020F0502020204030204" pitchFamily="34" charset="0"/>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lang="en-US"/>
                    </a:p>
                  </a:txBody>
                  <a:tcPr/>
                </a:tc>
                <a:extLst>
                  <a:ext uri="{0D108BD9-81ED-4DB2-BD59-A6C34878D82A}">
                    <a16:rowId xmlns:a16="http://schemas.microsoft.com/office/drawing/2014/main" val="3304985877"/>
                  </a:ext>
                </a:extLst>
              </a:tr>
              <a:tr h="135795">
                <a:tc>
                  <a:txBody>
                    <a:bodyPr/>
                    <a:lstStyle/>
                    <a:p>
                      <a:pPr algn="l" rtl="0" fontAlgn="ctr"/>
                      <a:r>
                        <a:rPr lang="en-US" sz="800" b="0" i="0" u="none" strike="noStrike">
                          <a:solidFill>
                            <a:srgbClr val="000000"/>
                          </a:solidFill>
                          <a:effectLst/>
                          <a:latin typeface="Calibri" panose="020F0502020204030204" pitchFamily="34" charset="0"/>
                        </a:rPr>
                        <a:t>ID221c …</a:t>
                      </a: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rowSpan="2">
                  <a:txBody>
                    <a:bodyPr/>
                    <a:lstStyle/>
                    <a:p>
                      <a:pPr algn="ctr" rtl="0" fontAlgn="ctr"/>
                      <a:r>
                        <a:rPr lang="it-IT" sz="800" b="0" i="0" u="none" strike="noStrike">
                          <a:solidFill>
                            <a:srgbClr val="000000"/>
                          </a:solidFill>
                          <a:effectLst/>
                          <a:latin typeface="Calibri" panose="020F0502020204030204" pitchFamily="34" charset="0"/>
                        </a:rPr>
                        <a:t>Tempi Medi di Risposta API Disposizione di Pagamento SCT</a:t>
                      </a: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rowSpan="2">
                  <a:txBody>
                    <a:bodyPr/>
                    <a:lstStyle/>
                    <a:p>
                      <a:pPr algn="ctr" rtl="0" fontAlgn="ctr"/>
                      <a:r>
                        <a:rPr lang="en-US" sz="800" b="0" i="0" u="none" strike="noStrike">
                          <a:solidFill>
                            <a:srgbClr val="000000"/>
                          </a:solidFill>
                          <a:effectLst/>
                          <a:latin typeface="Calibri" panose="020F0502020204030204" pitchFamily="34" charset="0"/>
                        </a:rPr>
                        <a:t>Mensile</a:t>
                      </a: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l" rtl="0" fontAlgn="ctr"/>
                      <a:endParaRPr lang="en-US" sz="800" b="0" i="0" u="none" strike="noStrike">
                        <a:solidFill>
                          <a:srgbClr val="000000"/>
                        </a:solidFill>
                        <a:effectLst/>
                        <a:latin typeface="Calibri" panose="020F0502020204030204" pitchFamily="34" charset="0"/>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l" rtl="0" fontAlgn="ctr"/>
                      <a:r>
                        <a:rPr lang="en-US" sz="800" b="0" i="0" u="none" strike="noStrike">
                          <a:solidFill>
                            <a:srgbClr val="000000"/>
                          </a:solidFill>
                          <a:effectLst/>
                          <a:latin typeface="Calibri" panose="020F0502020204030204" pitchFamily="34" charset="0"/>
                        </a:rPr>
                        <a:t>…</a:t>
                      </a: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l" rtl="0" fontAlgn="ctr"/>
                      <a:endParaRPr lang="en-US" sz="800" b="0" i="0" u="none" strike="noStrike" dirty="0">
                        <a:solidFill>
                          <a:srgbClr val="000000"/>
                        </a:solidFill>
                        <a:effectLst/>
                        <a:latin typeface="Calibri" panose="020F0502020204030204" pitchFamily="34" charset="0"/>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l" rtl="0" fontAlgn="ctr"/>
                      <a:endParaRPr lang="en-US" sz="800" b="0" i="0" u="none" strike="noStrike" dirty="0">
                        <a:solidFill>
                          <a:srgbClr val="000000"/>
                        </a:solidFill>
                        <a:effectLst/>
                        <a:latin typeface="Calibri" panose="020F0502020204030204" pitchFamily="34" charset="0"/>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rowSpan="2">
                  <a:txBody>
                    <a:bodyPr/>
                    <a:lstStyle/>
                    <a:p>
                      <a:pPr algn="ctr" rtl="0" fontAlgn="ctr"/>
                      <a:r>
                        <a:rPr lang="en-US" sz="800" b="0" i="0" u="none" strike="noStrike">
                          <a:solidFill>
                            <a:srgbClr val="000000"/>
                          </a:solidFill>
                          <a:effectLst/>
                          <a:latin typeface="Calibri" panose="020F0502020204030204" pitchFamily="34" charset="0"/>
                        </a:rPr>
                        <a:t>100%</a:t>
                      </a: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85564371"/>
                  </a:ext>
                </a:extLst>
              </a:tr>
              <a:tr h="93763">
                <a:tc>
                  <a:txBody>
                    <a:bodyPr/>
                    <a:lstStyle/>
                    <a:p>
                      <a:pPr algn="l" rtl="0" fontAlgn="ctr"/>
                      <a:r>
                        <a:rPr lang="en-US" sz="800" b="0" i="0" u="none" strike="noStrike">
                          <a:solidFill>
                            <a:srgbClr val="000000"/>
                          </a:solidFill>
                          <a:effectLst/>
                          <a:latin typeface="Calibri" panose="020F0502020204030204" pitchFamily="34" charset="0"/>
                        </a:rPr>
                        <a:t>ID 221c Totale</a:t>
                      </a: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vMerge="1">
                  <a:txBody>
                    <a:bodyPr/>
                    <a:lstStyle/>
                    <a:p>
                      <a:endParaRPr lang="en-US"/>
                    </a:p>
                  </a:txBody>
                  <a:tcPr/>
                </a:tc>
                <a:tc vMerge="1">
                  <a:txBody>
                    <a:bodyPr/>
                    <a:lstStyle/>
                    <a:p>
                      <a:endParaRPr lang="en-US"/>
                    </a:p>
                  </a:txBody>
                  <a:tcPr/>
                </a:tc>
                <a:tc>
                  <a:txBody>
                    <a:bodyPr/>
                    <a:lstStyle/>
                    <a:p>
                      <a:pPr algn="l" rtl="0" fontAlgn="ctr"/>
                      <a:endParaRPr lang="en-US" sz="800" b="0" i="0" u="none" strike="noStrike" dirty="0">
                        <a:solidFill>
                          <a:srgbClr val="000000"/>
                        </a:solidFill>
                        <a:effectLst/>
                        <a:latin typeface="Calibri" panose="020F0502020204030204" pitchFamily="34" charset="0"/>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en-US" sz="800" b="0" i="0" u="none" strike="noStrike" dirty="0">
                          <a:solidFill>
                            <a:srgbClr val="000000"/>
                          </a:solidFill>
                          <a:effectLst/>
                          <a:latin typeface="Calibri" panose="020F0502020204030204" pitchFamily="34" charset="0"/>
                        </a:rPr>
                        <a:t>NA</a:t>
                      </a: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endParaRPr lang="en-US" sz="800" b="0" i="0" u="none" strike="noStrike" dirty="0">
                        <a:solidFill>
                          <a:srgbClr val="000000"/>
                        </a:solidFill>
                        <a:effectLst/>
                        <a:latin typeface="Calibri" panose="020F0502020204030204" pitchFamily="34" charset="0"/>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endParaRPr lang="en-US" sz="800" b="0" i="0" u="none" strike="noStrike" dirty="0">
                        <a:solidFill>
                          <a:srgbClr val="000000"/>
                        </a:solidFill>
                        <a:effectLst/>
                        <a:latin typeface="Calibri" panose="020F0502020204030204" pitchFamily="34" charset="0"/>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lang="en-US"/>
                    </a:p>
                  </a:txBody>
                  <a:tcPr/>
                </a:tc>
                <a:extLst>
                  <a:ext uri="{0D108BD9-81ED-4DB2-BD59-A6C34878D82A}">
                    <a16:rowId xmlns:a16="http://schemas.microsoft.com/office/drawing/2014/main" val="2055566407"/>
                  </a:ext>
                </a:extLst>
              </a:tr>
              <a:tr h="135795">
                <a:tc>
                  <a:txBody>
                    <a:bodyPr/>
                    <a:lstStyle/>
                    <a:p>
                      <a:pPr algn="l" rtl="0" fontAlgn="ctr"/>
                      <a:r>
                        <a:rPr lang="en-US" sz="800" b="0" i="0" u="none" strike="noStrike">
                          <a:solidFill>
                            <a:srgbClr val="000000"/>
                          </a:solidFill>
                          <a:effectLst/>
                          <a:latin typeface="Calibri" panose="020F0502020204030204" pitchFamily="34" charset="0"/>
                        </a:rPr>
                        <a:t>ID221d …</a:t>
                      </a: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rowSpan="2">
                  <a:txBody>
                    <a:bodyPr/>
                    <a:lstStyle/>
                    <a:p>
                      <a:pPr algn="ctr" rtl="0" fontAlgn="ctr"/>
                      <a:r>
                        <a:rPr lang="it-IT" sz="800" b="0" i="0" u="none" strike="noStrike">
                          <a:solidFill>
                            <a:srgbClr val="000000"/>
                          </a:solidFill>
                          <a:effectLst/>
                          <a:latin typeface="Calibri" panose="020F0502020204030204" pitchFamily="34" charset="0"/>
                        </a:rPr>
                        <a:t>Tempi Medi di Risposta API Disposizione di Pagamento PA</a:t>
                      </a: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rowSpan="2">
                  <a:txBody>
                    <a:bodyPr/>
                    <a:lstStyle/>
                    <a:p>
                      <a:pPr algn="ctr" rtl="0" fontAlgn="ctr"/>
                      <a:r>
                        <a:rPr lang="en-US" sz="800" b="0" i="0" u="none" strike="noStrike">
                          <a:solidFill>
                            <a:srgbClr val="000000"/>
                          </a:solidFill>
                          <a:effectLst/>
                          <a:latin typeface="Calibri" panose="020F0502020204030204" pitchFamily="34" charset="0"/>
                        </a:rPr>
                        <a:t>Mensile</a:t>
                      </a: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l" rtl="0" fontAlgn="ctr"/>
                      <a:endParaRPr lang="en-US" sz="800" b="0" i="0" u="none" strike="noStrike">
                        <a:solidFill>
                          <a:srgbClr val="000000"/>
                        </a:solidFill>
                        <a:effectLst/>
                        <a:latin typeface="Calibri" panose="020F0502020204030204" pitchFamily="34" charset="0"/>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l" rtl="0" fontAlgn="ctr"/>
                      <a:r>
                        <a:rPr lang="en-US" sz="800" b="0" i="0" u="none" strike="noStrike">
                          <a:solidFill>
                            <a:srgbClr val="000000"/>
                          </a:solidFill>
                          <a:effectLst/>
                          <a:latin typeface="Calibri" panose="020F0502020204030204" pitchFamily="34" charset="0"/>
                        </a:rPr>
                        <a:t>…</a:t>
                      </a: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l" rtl="0" fontAlgn="ctr"/>
                      <a:endParaRPr lang="en-US" sz="800" b="0" i="0" u="none" strike="noStrike">
                        <a:solidFill>
                          <a:srgbClr val="000000"/>
                        </a:solidFill>
                        <a:effectLst/>
                        <a:latin typeface="Calibri" panose="020F0502020204030204" pitchFamily="34" charset="0"/>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l" rtl="0" fontAlgn="ctr"/>
                      <a:endParaRPr lang="en-US" sz="800" b="0" i="0" u="none" strike="noStrike">
                        <a:solidFill>
                          <a:srgbClr val="000000"/>
                        </a:solidFill>
                        <a:effectLst/>
                        <a:latin typeface="Calibri" panose="020F0502020204030204" pitchFamily="34" charset="0"/>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rowSpan="2">
                  <a:txBody>
                    <a:bodyPr/>
                    <a:lstStyle/>
                    <a:p>
                      <a:pPr algn="ctr" rtl="0" fontAlgn="ctr"/>
                      <a:r>
                        <a:rPr lang="en-US" sz="800" b="0" i="0" u="none" strike="noStrike">
                          <a:solidFill>
                            <a:srgbClr val="000000"/>
                          </a:solidFill>
                          <a:effectLst/>
                          <a:latin typeface="Calibri" panose="020F0502020204030204" pitchFamily="34" charset="0"/>
                        </a:rPr>
                        <a:t>100%</a:t>
                      </a: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79241088"/>
                  </a:ext>
                </a:extLst>
              </a:tr>
              <a:tr h="93763">
                <a:tc>
                  <a:txBody>
                    <a:bodyPr/>
                    <a:lstStyle/>
                    <a:p>
                      <a:pPr algn="l" rtl="0" fontAlgn="ctr"/>
                      <a:r>
                        <a:rPr lang="en-US" sz="800" b="0" i="0" u="none" strike="noStrike">
                          <a:solidFill>
                            <a:srgbClr val="000000"/>
                          </a:solidFill>
                          <a:effectLst/>
                          <a:latin typeface="Calibri" panose="020F0502020204030204" pitchFamily="34" charset="0"/>
                        </a:rPr>
                        <a:t>ID 221d Totale</a:t>
                      </a: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vMerge="1">
                  <a:txBody>
                    <a:bodyPr/>
                    <a:lstStyle/>
                    <a:p>
                      <a:endParaRPr lang="en-US"/>
                    </a:p>
                  </a:txBody>
                  <a:tcPr/>
                </a:tc>
                <a:tc vMerge="1">
                  <a:txBody>
                    <a:bodyPr/>
                    <a:lstStyle/>
                    <a:p>
                      <a:endParaRPr lang="en-US"/>
                    </a:p>
                  </a:txBody>
                  <a:tcPr/>
                </a:tc>
                <a:tc>
                  <a:txBody>
                    <a:bodyPr/>
                    <a:lstStyle/>
                    <a:p>
                      <a:pPr algn="l" rtl="0" fontAlgn="ctr"/>
                      <a:endParaRPr lang="en-US" sz="800" b="0" i="0" u="none" strike="noStrike" dirty="0">
                        <a:solidFill>
                          <a:srgbClr val="000000"/>
                        </a:solidFill>
                        <a:effectLst/>
                        <a:latin typeface="Calibri" panose="020F0502020204030204" pitchFamily="34" charset="0"/>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en-US" sz="800" b="0" i="0" u="none" strike="noStrike" dirty="0">
                          <a:solidFill>
                            <a:srgbClr val="000000"/>
                          </a:solidFill>
                          <a:effectLst/>
                          <a:latin typeface="Calibri" panose="020F0502020204030204" pitchFamily="34" charset="0"/>
                        </a:rPr>
                        <a:t>NA</a:t>
                      </a: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endParaRPr lang="en-US" sz="800" b="0" i="0" u="none" strike="noStrike" dirty="0">
                        <a:solidFill>
                          <a:srgbClr val="000000"/>
                        </a:solidFill>
                        <a:effectLst/>
                        <a:latin typeface="Calibri" panose="020F0502020204030204" pitchFamily="34" charset="0"/>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endParaRPr lang="en-US" sz="800" b="0" i="0" u="none" strike="noStrike" dirty="0">
                        <a:solidFill>
                          <a:srgbClr val="000000"/>
                        </a:solidFill>
                        <a:effectLst/>
                        <a:latin typeface="Calibri" panose="020F0502020204030204" pitchFamily="34" charset="0"/>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lang="en-US"/>
                    </a:p>
                  </a:txBody>
                  <a:tcPr/>
                </a:tc>
                <a:extLst>
                  <a:ext uri="{0D108BD9-81ED-4DB2-BD59-A6C34878D82A}">
                    <a16:rowId xmlns:a16="http://schemas.microsoft.com/office/drawing/2014/main" val="2568635933"/>
                  </a:ext>
                </a:extLst>
              </a:tr>
              <a:tr h="93763">
                <a:tc>
                  <a:txBody>
                    <a:bodyPr/>
                    <a:lstStyle/>
                    <a:p>
                      <a:pPr algn="l" rtl="0" fontAlgn="ctr"/>
                      <a:r>
                        <a:rPr lang="en-US" sz="800" b="0" i="0" u="none" strike="noStrike">
                          <a:solidFill>
                            <a:srgbClr val="000000"/>
                          </a:solidFill>
                          <a:effectLst/>
                          <a:latin typeface="Calibri" panose="020F0502020204030204" pitchFamily="34" charset="0"/>
                        </a:rPr>
                        <a:t>ID221e …</a:t>
                      </a: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rowSpan="2">
                  <a:txBody>
                    <a:bodyPr/>
                    <a:lstStyle/>
                    <a:p>
                      <a:pPr algn="ctr" rtl="0" fontAlgn="ctr"/>
                      <a:r>
                        <a:rPr lang="it-IT" sz="800" b="0" i="0" u="none" strike="noStrike">
                          <a:solidFill>
                            <a:srgbClr val="000000"/>
                          </a:solidFill>
                          <a:effectLst/>
                          <a:latin typeface="Calibri" panose="020F0502020204030204" pitchFamily="34" charset="0"/>
                        </a:rPr>
                        <a:t>Tempi Medi di Risposta API Saldi</a:t>
                      </a: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rowSpan="2">
                  <a:txBody>
                    <a:bodyPr/>
                    <a:lstStyle/>
                    <a:p>
                      <a:pPr algn="ctr" rtl="0" fontAlgn="ctr"/>
                      <a:r>
                        <a:rPr lang="en-US" sz="800" b="0" i="0" u="none" strike="noStrike">
                          <a:solidFill>
                            <a:srgbClr val="000000"/>
                          </a:solidFill>
                          <a:effectLst/>
                          <a:latin typeface="Calibri" panose="020F0502020204030204" pitchFamily="34" charset="0"/>
                        </a:rPr>
                        <a:t>Mensile</a:t>
                      </a: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l" rtl="0" fontAlgn="ctr"/>
                      <a:endParaRPr lang="en-US" sz="800" b="0" i="0" u="none" strike="noStrike">
                        <a:solidFill>
                          <a:srgbClr val="000000"/>
                        </a:solidFill>
                        <a:effectLst/>
                        <a:latin typeface="Calibri" panose="020F0502020204030204" pitchFamily="34" charset="0"/>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l" rtl="0" fontAlgn="ctr"/>
                      <a:r>
                        <a:rPr lang="en-US" sz="800" b="0" i="0" u="none" strike="noStrike">
                          <a:solidFill>
                            <a:srgbClr val="000000"/>
                          </a:solidFill>
                          <a:effectLst/>
                          <a:latin typeface="Calibri" panose="020F0502020204030204" pitchFamily="34" charset="0"/>
                        </a:rPr>
                        <a:t>…</a:t>
                      </a: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l" rtl="0" fontAlgn="ctr"/>
                      <a:endParaRPr lang="en-US" sz="800" b="0" i="0" u="none" strike="noStrike" dirty="0">
                        <a:solidFill>
                          <a:srgbClr val="000000"/>
                        </a:solidFill>
                        <a:effectLst/>
                        <a:latin typeface="Calibri" panose="020F0502020204030204" pitchFamily="34" charset="0"/>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l" rtl="0" fontAlgn="ctr"/>
                      <a:endParaRPr lang="en-US" sz="800" b="0" i="0" u="none" strike="noStrike" dirty="0">
                        <a:solidFill>
                          <a:srgbClr val="000000"/>
                        </a:solidFill>
                        <a:effectLst/>
                        <a:latin typeface="Calibri" panose="020F0502020204030204" pitchFamily="34" charset="0"/>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rowSpan="2">
                  <a:txBody>
                    <a:bodyPr/>
                    <a:lstStyle/>
                    <a:p>
                      <a:pPr algn="ctr" rtl="0" fontAlgn="ctr"/>
                      <a:r>
                        <a:rPr lang="en-US" sz="800" b="0" i="0" u="none" strike="noStrike">
                          <a:solidFill>
                            <a:srgbClr val="000000"/>
                          </a:solidFill>
                          <a:effectLst/>
                          <a:latin typeface="Calibri" panose="020F0502020204030204" pitchFamily="34" charset="0"/>
                        </a:rPr>
                        <a:t>100%</a:t>
                      </a: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625511955"/>
                  </a:ext>
                </a:extLst>
              </a:tr>
              <a:tr h="93763">
                <a:tc>
                  <a:txBody>
                    <a:bodyPr/>
                    <a:lstStyle/>
                    <a:p>
                      <a:pPr algn="l" rtl="0" fontAlgn="ctr"/>
                      <a:r>
                        <a:rPr lang="en-US" sz="800" b="0" i="0" u="none" strike="noStrike">
                          <a:solidFill>
                            <a:srgbClr val="000000"/>
                          </a:solidFill>
                          <a:effectLst/>
                          <a:latin typeface="Calibri" panose="020F0502020204030204" pitchFamily="34" charset="0"/>
                        </a:rPr>
                        <a:t>ID 221e Totale</a:t>
                      </a: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vMerge="1">
                  <a:txBody>
                    <a:bodyPr/>
                    <a:lstStyle/>
                    <a:p>
                      <a:endParaRPr lang="en-US"/>
                    </a:p>
                  </a:txBody>
                  <a:tcPr/>
                </a:tc>
                <a:tc vMerge="1">
                  <a:txBody>
                    <a:bodyPr/>
                    <a:lstStyle/>
                    <a:p>
                      <a:endParaRPr lang="en-US"/>
                    </a:p>
                  </a:txBody>
                  <a:tcPr/>
                </a:tc>
                <a:tc>
                  <a:txBody>
                    <a:bodyPr/>
                    <a:lstStyle/>
                    <a:p>
                      <a:pPr algn="l" rtl="0" fontAlgn="ctr"/>
                      <a:endParaRPr lang="en-US" sz="800" b="0" i="0" u="none" strike="noStrike" dirty="0">
                        <a:solidFill>
                          <a:srgbClr val="000000"/>
                        </a:solidFill>
                        <a:effectLst/>
                        <a:latin typeface="Calibri" panose="020F0502020204030204" pitchFamily="34" charset="0"/>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en-US" sz="800" b="0" i="0" u="none" strike="noStrike" dirty="0">
                          <a:solidFill>
                            <a:srgbClr val="000000"/>
                          </a:solidFill>
                          <a:effectLst/>
                          <a:latin typeface="Calibri" panose="020F0502020204030204" pitchFamily="34" charset="0"/>
                        </a:rPr>
                        <a:t>NA</a:t>
                      </a: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endParaRPr lang="en-US" sz="800" b="0" i="0" u="none" strike="noStrike" dirty="0">
                        <a:solidFill>
                          <a:srgbClr val="000000"/>
                        </a:solidFill>
                        <a:effectLst/>
                        <a:latin typeface="Calibri" panose="020F0502020204030204" pitchFamily="34" charset="0"/>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endParaRPr lang="en-US" sz="800" b="0" i="0" u="none" strike="noStrike" dirty="0">
                        <a:solidFill>
                          <a:srgbClr val="000000"/>
                        </a:solidFill>
                        <a:effectLst/>
                        <a:latin typeface="Calibri" panose="020F0502020204030204" pitchFamily="34" charset="0"/>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lang="en-US"/>
                    </a:p>
                  </a:txBody>
                  <a:tcPr/>
                </a:tc>
                <a:extLst>
                  <a:ext uri="{0D108BD9-81ED-4DB2-BD59-A6C34878D82A}">
                    <a16:rowId xmlns:a16="http://schemas.microsoft.com/office/drawing/2014/main" val="2587864848"/>
                  </a:ext>
                </a:extLst>
              </a:tr>
              <a:tr h="93763">
                <a:tc>
                  <a:txBody>
                    <a:bodyPr/>
                    <a:lstStyle/>
                    <a:p>
                      <a:pPr algn="l" rtl="0" fontAlgn="ctr"/>
                      <a:r>
                        <a:rPr lang="en-US" sz="800" b="0" i="0" u="none" strike="noStrike">
                          <a:solidFill>
                            <a:srgbClr val="000000"/>
                          </a:solidFill>
                          <a:effectLst/>
                          <a:latin typeface="Calibri" panose="020F0502020204030204" pitchFamily="34" charset="0"/>
                        </a:rPr>
                        <a:t>ID221f …</a:t>
                      </a: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rowSpan="2">
                  <a:txBody>
                    <a:bodyPr/>
                    <a:lstStyle/>
                    <a:p>
                      <a:pPr algn="ctr" rtl="0" fontAlgn="ctr"/>
                      <a:r>
                        <a:rPr lang="it-IT" sz="800" b="0" i="0" u="none" strike="noStrike">
                          <a:solidFill>
                            <a:srgbClr val="000000"/>
                          </a:solidFill>
                          <a:effectLst/>
                          <a:latin typeface="Calibri" panose="020F0502020204030204" pitchFamily="34" charset="0"/>
                        </a:rPr>
                        <a:t>Tempi Medi di Risposta API Movimenti</a:t>
                      </a: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rowSpan="2">
                  <a:txBody>
                    <a:bodyPr/>
                    <a:lstStyle/>
                    <a:p>
                      <a:pPr algn="ctr" rtl="0" fontAlgn="ctr"/>
                      <a:r>
                        <a:rPr lang="en-US" sz="800" b="0" i="0" u="none" strike="noStrike">
                          <a:solidFill>
                            <a:srgbClr val="000000"/>
                          </a:solidFill>
                          <a:effectLst/>
                          <a:latin typeface="Calibri" panose="020F0502020204030204" pitchFamily="34" charset="0"/>
                        </a:rPr>
                        <a:t>Mensile</a:t>
                      </a: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l" rtl="0" fontAlgn="ctr"/>
                      <a:endParaRPr lang="en-US" sz="800" b="0" i="0" u="none" strike="noStrike">
                        <a:solidFill>
                          <a:srgbClr val="000000"/>
                        </a:solidFill>
                        <a:effectLst/>
                        <a:latin typeface="Calibri" panose="020F0502020204030204" pitchFamily="34" charset="0"/>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l" rtl="0" fontAlgn="ctr"/>
                      <a:r>
                        <a:rPr lang="en-US" sz="800" b="0" i="0" u="none" strike="noStrike">
                          <a:solidFill>
                            <a:srgbClr val="000000"/>
                          </a:solidFill>
                          <a:effectLst/>
                          <a:latin typeface="Calibri" panose="020F0502020204030204" pitchFamily="34" charset="0"/>
                        </a:rPr>
                        <a:t>…</a:t>
                      </a: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l" rtl="0" fontAlgn="ctr"/>
                      <a:endParaRPr lang="en-US" sz="800" b="0" i="0" u="none" strike="noStrike">
                        <a:solidFill>
                          <a:srgbClr val="000000"/>
                        </a:solidFill>
                        <a:effectLst/>
                        <a:latin typeface="Calibri" panose="020F0502020204030204" pitchFamily="34" charset="0"/>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l" rtl="0" fontAlgn="ctr"/>
                      <a:endParaRPr lang="en-US" sz="800" b="0" i="0" u="none" strike="noStrike">
                        <a:solidFill>
                          <a:srgbClr val="000000"/>
                        </a:solidFill>
                        <a:effectLst/>
                        <a:latin typeface="Calibri" panose="020F0502020204030204" pitchFamily="34" charset="0"/>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rowSpan="2">
                  <a:txBody>
                    <a:bodyPr/>
                    <a:lstStyle/>
                    <a:p>
                      <a:pPr algn="ctr" rtl="0" fontAlgn="ctr"/>
                      <a:r>
                        <a:rPr lang="en-US" sz="800" b="0" i="0" u="none" strike="noStrike" dirty="0">
                          <a:solidFill>
                            <a:srgbClr val="000000"/>
                          </a:solidFill>
                          <a:effectLst/>
                          <a:latin typeface="Calibri" panose="020F0502020204030204" pitchFamily="34" charset="0"/>
                        </a:rPr>
                        <a:t>100%</a:t>
                      </a: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367906835"/>
                  </a:ext>
                </a:extLst>
              </a:tr>
              <a:tr h="93763">
                <a:tc>
                  <a:txBody>
                    <a:bodyPr/>
                    <a:lstStyle/>
                    <a:p>
                      <a:pPr algn="l" rtl="0" fontAlgn="ctr"/>
                      <a:r>
                        <a:rPr lang="en-US" sz="800" b="0" i="0" u="none" strike="noStrike">
                          <a:solidFill>
                            <a:srgbClr val="000000"/>
                          </a:solidFill>
                          <a:effectLst/>
                          <a:latin typeface="Calibri" panose="020F0502020204030204" pitchFamily="34" charset="0"/>
                        </a:rPr>
                        <a:t>ID 221f Totale</a:t>
                      </a: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vMerge="1">
                  <a:txBody>
                    <a:bodyPr/>
                    <a:lstStyle/>
                    <a:p>
                      <a:endParaRPr lang="en-US"/>
                    </a:p>
                  </a:txBody>
                  <a:tcPr/>
                </a:tc>
                <a:tc vMerge="1">
                  <a:txBody>
                    <a:bodyPr/>
                    <a:lstStyle/>
                    <a:p>
                      <a:endParaRPr lang="en-US"/>
                    </a:p>
                  </a:txBody>
                  <a:tcPr/>
                </a:tc>
                <a:tc>
                  <a:txBody>
                    <a:bodyPr/>
                    <a:lstStyle/>
                    <a:p>
                      <a:pPr algn="l" rtl="0" fontAlgn="ctr"/>
                      <a:endParaRPr lang="en-US" sz="800" b="0" i="0" u="none" strike="noStrike" dirty="0">
                        <a:solidFill>
                          <a:srgbClr val="000000"/>
                        </a:solidFill>
                        <a:effectLst/>
                        <a:latin typeface="Calibri" panose="020F0502020204030204" pitchFamily="34" charset="0"/>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en-US" sz="800" b="0" i="0" u="none" strike="noStrike">
                          <a:solidFill>
                            <a:srgbClr val="000000"/>
                          </a:solidFill>
                          <a:effectLst/>
                          <a:latin typeface="Calibri" panose="020F0502020204030204" pitchFamily="34" charset="0"/>
                        </a:rPr>
                        <a:t>NA</a:t>
                      </a: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endParaRPr lang="en-US" sz="800" b="0" i="0" u="none" strike="noStrike" dirty="0">
                        <a:solidFill>
                          <a:srgbClr val="000000"/>
                        </a:solidFill>
                        <a:effectLst/>
                        <a:latin typeface="Calibri" panose="020F0502020204030204" pitchFamily="34" charset="0"/>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endParaRPr lang="en-US" sz="800" b="0" i="0" u="none" strike="noStrike" dirty="0">
                        <a:solidFill>
                          <a:srgbClr val="000000"/>
                        </a:solidFill>
                        <a:effectLst/>
                        <a:latin typeface="Calibri" panose="020F0502020204030204" pitchFamily="34" charset="0"/>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lang="en-US"/>
                    </a:p>
                  </a:txBody>
                  <a:tcPr/>
                </a:tc>
                <a:extLst>
                  <a:ext uri="{0D108BD9-81ED-4DB2-BD59-A6C34878D82A}">
                    <a16:rowId xmlns:a16="http://schemas.microsoft.com/office/drawing/2014/main" val="4159432590"/>
                  </a:ext>
                </a:extLst>
              </a:tr>
              <a:tr h="93763">
                <a:tc>
                  <a:txBody>
                    <a:bodyPr/>
                    <a:lstStyle/>
                    <a:p>
                      <a:pPr algn="l" rtl="0" fontAlgn="ctr"/>
                      <a:r>
                        <a:rPr lang="en-US" sz="800" b="0" i="0" u="none" strike="noStrike">
                          <a:solidFill>
                            <a:srgbClr val="000000"/>
                          </a:solidFill>
                          <a:effectLst/>
                          <a:latin typeface="Calibri" panose="020F0502020204030204" pitchFamily="34" charset="0"/>
                        </a:rPr>
                        <a:t>ID221g …</a:t>
                      </a: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rowSpan="2">
                  <a:txBody>
                    <a:bodyPr/>
                    <a:lstStyle/>
                    <a:p>
                      <a:pPr algn="ctr" rtl="0" fontAlgn="ctr"/>
                      <a:r>
                        <a:rPr lang="it-IT" sz="800" b="0" i="0" u="none" strike="noStrike">
                          <a:solidFill>
                            <a:srgbClr val="000000"/>
                          </a:solidFill>
                          <a:effectLst/>
                          <a:latin typeface="Calibri" panose="020F0502020204030204" pitchFamily="34" charset="0"/>
                        </a:rPr>
                        <a:t>Tempi Medi di Risposta API Notifiche Push</a:t>
                      </a: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rowSpan="2">
                  <a:txBody>
                    <a:bodyPr/>
                    <a:lstStyle/>
                    <a:p>
                      <a:pPr algn="ctr" rtl="0" fontAlgn="ctr"/>
                      <a:r>
                        <a:rPr lang="en-US" sz="800" b="0" i="0" u="none" strike="noStrike">
                          <a:solidFill>
                            <a:srgbClr val="000000"/>
                          </a:solidFill>
                          <a:effectLst/>
                          <a:latin typeface="Calibri" panose="020F0502020204030204" pitchFamily="34" charset="0"/>
                        </a:rPr>
                        <a:t>Mensile</a:t>
                      </a: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l" rtl="0" fontAlgn="ctr"/>
                      <a:endParaRPr lang="en-US" sz="800" b="0" i="0" u="none" strike="noStrike" dirty="0">
                        <a:solidFill>
                          <a:srgbClr val="000000"/>
                        </a:solidFill>
                        <a:effectLst/>
                        <a:latin typeface="Calibri" panose="020F0502020204030204" pitchFamily="34" charset="0"/>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l" rtl="0" fontAlgn="ctr"/>
                      <a:r>
                        <a:rPr lang="en-US" sz="800" b="0" i="0" u="none" strike="noStrike" dirty="0">
                          <a:solidFill>
                            <a:srgbClr val="000000"/>
                          </a:solidFill>
                          <a:effectLst/>
                          <a:latin typeface="Calibri" panose="020F0502020204030204" pitchFamily="34" charset="0"/>
                        </a:rPr>
                        <a:t>…</a:t>
                      </a: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l" rtl="0" fontAlgn="ctr"/>
                      <a:endParaRPr lang="en-US" sz="800" b="0" i="0" u="none" strike="noStrike" dirty="0">
                        <a:solidFill>
                          <a:srgbClr val="000000"/>
                        </a:solidFill>
                        <a:effectLst/>
                        <a:latin typeface="Calibri" panose="020F0502020204030204" pitchFamily="34" charset="0"/>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l" rtl="0" fontAlgn="ctr"/>
                      <a:endParaRPr lang="en-US" sz="800" b="0" i="0" u="none" strike="noStrike">
                        <a:solidFill>
                          <a:srgbClr val="000000"/>
                        </a:solidFill>
                        <a:effectLst/>
                        <a:latin typeface="Calibri" panose="020F0502020204030204" pitchFamily="34" charset="0"/>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rowSpan="2">
                  <a:txBody>
                    <a:bodyPr/>
                    <a:lstStyle/>
                    <a:p>
                      <a:pPr algn="ctr" rtl="0" fontAlgn="ctr"/>
                      <a:r>
                        <a:rPr lang="en-US" sz="800" b="0" i="0" u="none" strike="noStrike" dirty="0">
                          <a:solidFill>
                            <a:srgbClr val="000000"/>
                          </a:solidFill>
                          <a:effectLst/>
                          <a:latin typeface="Calibri" panose="020F0502020204030204" pitchFamily="34" charset="0"/>
                        </a:rPr>
                        <a:t>100%</a:t>
                      </a: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524037136"/>
                  </a:ext>
                </a:extLst>
              </a:tr>
              <a:tr h="93763">
                <a:tc>
                  <a:txBody>
                    <a:bodyPr/>
                    <a:lstStyle/>
                    <a:p>
                      <a:pPr algn="l" rtl="0" fontAlgn="ctr"/>
                      <a:r>
                        <a:rPr lang="en-US" sz="800" b="0" i="0" u="none" strike="noStrike" dirty="0">
                          <a:solidFill>
                            <a:srgbClr val="000000"/>
                          </a:solidFill>
                          <a:effectLst/>
                          <a:latin typeface="Calibri" panose="020F0502020204030204" pitchFamily="34" charset="0"/>
                        </a:rPr>
                        <a:t>ID 221g </a:t>
                      </a:r>
                      <a:r>
                        <a:rPr lang="en-US" sz="800" b="0" i="0" u="none" strike="noStrike" dirty="0" err="1">
                          <a:solidFill>
                            <a:srgbClr val="000000"/>
                          </a:solidFill>
                          <a:effectLst/>
                          <a:latin typeface="Calibri" panose="020F0502020204030204" pitchFamily="34" charset="0"/>
                        </a:rPr>
                        <a:t>Totale</a:t>
                      </a:r>
                      <a:endParaRPr lang="en-US" sz="800" b="0" i="0" u="none" strike="noStrike" dirty="0">
                        <a:solidFill>
                          <a:srgbClr val="000000"/>
                        </a:solidFill>
                        <a:effectLst/>
                        <a:latin typeface="Calibri" panose="020F0502020204030204" pitchFamily="34" charset="0"/>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vMerge="1">
                  <a:txBody>
                    <a:bodyPr/>
                    <a:lstStyle/>
                    <a:p>
                      <a:endParaRPr lang="en-US"/>
                    </a:p>
                  </a:txBody>
                  <a:tcPr/>
                </a:tc>
                <a:tc vMerge="1">
                  <a:txBody>
                    <a:bodyPr/>
                    <a:lstStyle/>
                    <a:p>
                      <a:endParaRPr lang="en-US"/>
                    </a:p>
                  </a:txBody>
                  <a:tcPr/>
                </a:tc>
                <a:tc>
                  <a:txBody>
                    <a:bodyPr/>
                    <a:lstStyle/>
                    <a:p>
                      <a:pPr algn="l" rtl="0" fontAlgn="ctr"/>
                      <a:endParaRPr lang="en-US" sz="800" b="0" i="0" u="none" strike="noStrike" dirty="0">
                        <a:solidFill>
                          <a:srgbClr val="000000"/>
                        </a:solidFill>
                        <a:effectLst/>
                        <a:latin typeface="Calibri" panose="020F0502020204030204" pitchFamily="34" charset="0"/>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en-US" sz="800" b="0" i="0" u="none" strike="noStrike" dirty="0">
                          <a:solidFill>
                            <a:srgbClr val="000000"/>
                          </a:solidFill>
                          <a:effectLst/>
                          <a:latin typeface="Calibri" panose="020F0502020204030204" pitchFamily="34" charset="0"/>
                        </a:rPr>
                        <a:t>NA</a:t>
                      </a: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endParaRPr lang="en-US" sz="800" b="0" i="0" u="none" strike="noStrike" dirty="0">
                        <a:solidFill>
                          <a:srgbClr val="000000"/>
                        </a:solidFill>
                        <a:effectLst/>
                        <a:latin typeface="Calibri" panose="020F0502020204030204" pitchFamily="34" charset="0"/>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endParaRPr lang="en-US" sz="800" b="0" i="0" u="none" strike="noStrike" dirty="0">
                        <a:solidFill>
                          <a:srgbClr val="000000"/>
                        </a:solidFill>
                        <a:effectLst/>
                        <a:latin typeface="Calibri" panose="020F0502020204030204" pitchFamily="34" charset="0"/>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lang="en-US"/>
                    </a:p>
                  </a:txBody>
                  <a:tcPr/>
                </a:tc>
                <a:extLst>
                  <a:ext uri="{0D108BD9-81ED-4DB2-BD59-A6C34878D82A}">
                    <a16:rowId xmlns:a16="http://schemas.microsoft.com/office/drawing/2014/main" val="4066675427"/>
                  </a:ext>
                </a:extLst>
              </a:tr>
              <a:tr h="93763">
                <a:tc>
                  <a:txBody>
                    <a:bodyPr/>
                    <a:lstStyle/>
                    <a:p>
                      <a:pPr algn="l" rtl="0" fontAlgn="ctr"/>
                      <a:r>
                        <a:rPr lang="en-US" sz="800" b="0" i="0" u="none" strike="noStrike">
                          <a:solidFill>
                            <a:srgbClr val="000000"/>
                          </a:solidFill>
                          <a:effectLst/>
                          <a:latin typeface="Calibri" panose="020F0502020204030204" pitchFamily="34" charset="0"/>
                        </a:rPr>
                        <a:t>ID221h …</a:t>
                      </a: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rowSpan="2">
                  <a:txBody>
                    <a:bodyPr/>
                    <a:lstStyle/>
                    <a:p>
                      <a:pPr algn="ctr" rtl="0" fontAlgn="ctr"/>
                      <a:r>
                        <a:rPr lang="it-IT" sz="800" b="0" i="0" u="none" strike="noStrike">
                          <a:solidFill>
                            <a:srgbClr val="000000"/>
                          </a:solidFill>
                          <a:effectLst/>
                          <a:latin typeface="Calibri" panose="020F0502020204030204" pitchFamily="34" charset="0"/>
                        </a:rPr>
                        <a:t>Tempi Medi di Risposta API Notifiche Pull</a:t>
                      </a: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rowSpan="2">
                  <a:txBody>
                    <a:bodyPr/>
                    <a:lstStyle/>
                    <a:p>
                      <a:pPr algn="ctr" rtl="0" fontAlgn="ctr"/>
                      <a:r>
                        <a:rPr lang="en-US" sz="800" b="0" i="0" u="none" strike="noStrike" dirty="0" err="1">
                          <a:solidFill>
                            <a:srgbClr val="000000"/>
                          </a:solidFill>
                          <a:effectLst/>
                          <a:latin typeface="Calibri" panose="020F0502020204030204" pitchFamily="34" charset="0"/>
                        </a:rPr>
                        <a:t>Mensile</a:t>
                      </a:r>
                      <a:endParaRPr lang="en-US" sz="800" b="0" i="0" u="none" strike="noStrike" dirty="0">
                        <a:solidFill>
                          <a:srgbClr val="000000"/>
                        </a:solidFill>
                        <a:effectLst/>
                        <a:latin typeface="Calibri" panose="020F0502020204030204" pitchFamily="34" charset="0"/>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l" rtl="0" fontAlgn="ctr"/>
                      <a:endParaRPr lang="en-US" sz="800" b="0" i="0" u="none" strike="noStrike">
                        <a:solidFill>
                          <a:srgbClr val="000000"/>
                        </a:solidFill>
                        <a:effectLst/>
                        <a:latin typeface="Calibri" panose="020F0502020204030204" pitchFamily="34" charset="0"/>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l" rtl="0" fontAlgn="ctr"/>
                      <a:r>
                        <a:rPr lang="en-US" sz="800" b="0" i="0" u="none" strike="noStrike">
                          <a:solidFill>
                            <a:srgbClr val="000000"/>
                          </a:solidFill>
                          <a:effectLst/>
                          <a:latin typeface="Calibri" panose="020F0502020204030204" pitchFamily="34" charset="0"/>
                        </a:rPr>
                        <a:t>…</a:t>
                      </a: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l" rtl="0" fontAlgn="ctr"/>
                      <a:endParaRPr lang="en-US" sz="800" b="0" i="0" u="none" strike="noStrike" dirty="0">
                        <a:solidFill>
                          <a:srgbClr val="000000"/>
                        </a:solidFill>
                        <a:effectLst/>
                        <a:latin typeface="Calibri" panose="020F0502020204030204" pitchFamily="34" charset="0"/>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l" rtl="0" fontAlgn="ctr"/>
                      <a:endParaRPr lang="en-US" sz="800" b="0" i="0" u="none" strike="noStrike" dirty="0">
                        <a:solidFill>
                          <a:srgbClr val="000000"/>
                        </a:solidFill>
                        <a:effectLst/>
                        <a:latin typeface="Calibri" panose="020F0502020204030204" pitchFamily="34" charset="0"/>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rowSpan="2">
                  <a:txBody>
                    <a:bodyPr/>
                    <a:lstStyle/>
                    <a:p>
                      <a:pPr algn="ctr" rtl="0" fontAlgn="ctr"/>
                      <a:r>
                        <a:rPr lang="en-US" sz="800" b="0" i="0" u="none" strike="noStrike" dirty="0">
                          <a:solidFill>
                            <a:srgbClr val="000000"/>
                          </a:solidFill>
                          <a:effectLst/>
                          <a:latin typeface="Calibri" panose="020F0502020204030204" pitchFamily="34" charset="0"/>
                        </a:rPr>
                        <a:t>100%</a:t>
                      </a: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69292803"/>
                  </a:ext>
                </a:extLst>
              </a:tr>
              <a:tr h="93763">
                <a:tc>
                  <a:txBody>
                    <a:bodyPr/>
                    <a:lstStyle/>
                    <a:p>
                      <a:pPr algn="l" rtl="0" fontAlgn="ctr"/>
                      <a:r>
                        <a:rPr lang="en-US" sz="800" b="0" i="0" u="none" strike="noStrike">
                          <a:solidFill>
                            <a:srgbClr val="000000"/>
                          </a:solidFill>
                          <a:effectLst/>
                          <a:latin typeface="Calibri" panose="020F0502020204030204" pitchFamily="34" charset="0"/>
                        </a:rPr>
                        <a:t>ID 221h Totale</a:t>
                      </a: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vMerge="1">
                  <a:txBody>
                    <a:bodyPr/>
                    <a:lstStyle/>
                    <a:p>
                      <a:endParaRPr lang="en-US"/>
                    </a:p>
                  </a:txBody>
                  <a:tcPr/>
                </a:tc>
                <a:tc vMerge="1">
                  <a:txBody>
                    <a:bodyPr/>
                    <a:lstStyle/>
                    <a:p>
                      <a:endParaRPr lang="en-US"/>
                    </a:p>
                  </a:txBody>
                  <a:tcPr/>
                </a:tc>
                <a:tc>
                  <a:txBody>
                    <a:bodyPr/>
                    <a:lstStyle/>
                    <a:p>
                      <a:pPr algn="l" rtl="0" fontAlgn="ctr"/>
                      <a:endParaRPr lang="en-US" sz="800" b="0" i="0" u="none" strike="noStrike" dirty="0">
                        <a:solidFill>
                          <a:srgbClr val="000000"/>
                        </a:solidFill>
                        <a:effectLst/>
                        <a:latin typeface="Calibri" panose="020F0502020204030204" pitchFamily="34" charset="0"/>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en-US" sz="800" b="0" i="0" u="none" strike="noStrike" dirty="0">
                          <a:solidFill>
                            <a:srgbClr val="000000"/>
                          </a:solidFill>
                          <a:effectLst/>
                          <a:latin typeface="Calibri" panose="020F0502020204030204" pitchFamily="34" charset="0"/>
                        </a:rPr>
                        <a:t>NA</a:t>
                      </a: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endParaRPr lang="en-US" sz="800" b="0" i="0" u="none" strike="noStrike" dirty="0">
                        <a:solidFill>
                          <a:srgbClr val="000000"/>
                        </a:solidFill>
                        <a:effectLst/>
                        <a:latin typeface="Calibri" panose="020F0502020204030204" pitchFamily="34" charset="0"/>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endParaRPr lang="en-US" sz="800" b="0" i="0" u="none" strike="noStrike" dirty="0">
                        <a:solidFill>
                          <a:srgbClr val="000000"/>
                        </a:solidFill>
                        <a:effectLst/>
                        <a:latin typeface="Calibri" panose="020F0502020204030204" pitchFamily="34" charset="0"/>
                      </a:endParaRPr>
                    </a:p>
                  </a:txBody>
                  <a:tcPr marL="3240" marR="3240" marT="324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lang="en-US"/>
                    </a:p>
                  </a:txBody>
                  <a:tcPr/>
                </a:tc>
                <a:extLst>
                  <a:ext uri="{0D108BD9-81ED-4DB2-BD59-A6C34878D82A}">
                    <a16:rowId xmlns:a16="http://schemas.microsoft.com/office/drawing/2014/main" val="3288787049"/>
                  </a:ext>
                </a:extLst>
              </a:tr>
            </a:tbl>
          </a:graphicData>
        </a:graphic>
      </p:graphicFrame>
      <p:sp>
        <p:nvSpPr>
          <p:cNvPr id="7" name="CasellaDiTesto 9">
            <a:extLst>
              <a:ext uri="{FF2B5EF4-FFF2-40B4-BE49-F238E27FC236}">
                <a16:creationId xmlns:a16="http://schemas.microsoft.com/office/drawing/2014/main" id="{70C03FA0-5013-48AC-B413-F6F3B9CF0F19}"/>
              </a:ext>
            </a:extLst>
          </p:cNvPr>
          <p:cNvSpPr txBox="1"/>
          <p:nvPr/>
        </p:nvSpPr>
        <p:spPr>
          <a:xfrm flipH="1" flipV="1">
            <a:off x="12192000" y="6858000"/>
            <a:ext cx="532598" cy="18928259"/>
          </a:xfrm>
          <a:prstGeom prst="rect">
            <a:avLst/>
          </a:prstGeom>
          <a:solidFill>
            <a:schemeClr val="bg1">
              <a:lumMod val="95000"/>
            </a:schemeClr>
          </a:solidFill>
          <a:ln>
            <a:solidFill>
              <a:schemeClr val="tx2"/>
            </a:solidFill>
          </a:ln>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900" i="0" u="none" kern="0" cap="none" spc="0" normalizeH="0" baseline="0" noProof="0" dirty="0">
                <a:ln>
                  <a:noFill/>
                </a:ln>
                <a:solidFill>
                  <a:schemeClr val="tx2"/>
                </a:solidFill>
                <a:effectLst/>
                <a:uLnTx/>
                <a:uFillTx/>
                <a:ea typeface="Verdana" panose="020B0604030504040204" pitchFamily="34" charset="0"/>
                <a:cs typeface="+mn-cs"/>
              </a:rPr>
              <a:t>*Tempi massimi:</a:t>
            </a: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it-IT" sz="900" i="0" u="none" kern="0" cap="none" spc="0" normalizeH="0" baseline="0" noProof="0" dirty="0">
                <a:ln>
                  <a:noFill/>
                </a:ln>
                <a:solidFill>
                  <a:schemeClr val="tx2"/>
                </a:solidFill>
                <a:effectLst/>
                <a:uLnTx/>
                <a:uFillTx/>
                <a:ea typeface="Verdana" panose="020B0604030504040204" pitchFamily="34" charset="0"/>
                <a:cs typeface="+mn-cs"/>
              </a:rPr>
              <a:t>95% entro 4 sec </a:t>
            </a:r>
            <a:r>
              <a:rPr kumimoji="0" lang="it-IT" sz="900" i="0" u="none" kern="0" cap="none" spc="0" normalizeH="0" baseline="0" noProof="0" dirty="0" err="1">
                <a:ln>
                  <a:noFill/>
                </a:ln>
                <a:solidFill>
                  <a:schemeClr val="tx2"/>
                </a:solidFill>
                <a:effectLst/>
                <a:uLnTx/>
                <a:uFillTx/>
                <a:ea typeface="Verdana" panose="020B0604030504040204" pitchFamily="34" charset="0"/>
                <a:cs typeface="+mn-cs"/>
              </a:rPr>
              <a:t>monodistinte</a:t>
            </a:r>
            <a:endParaRPr kumimoji="0" lang="it-IT" sz="900" i="0" u="none" kern="0" cap="none" spc="0" normalizeH="0" baseline="0" noProof="0" dirty="0">
              <a:ln>
                <a:noFill/>
              </a:ln>
              <a:solidFill>
                <a:schemeClr val="tx2"/>
              </a:solidFill>
              <a:effectLst/>
              <a:uLnTx/>
              <a:uFillTx/>
              <a:ea typeface="Verdana" panose="020B0604030504040204" pitchFamily="34" charset="0"/>
              <a:cs typeface="+mn-cs"/>
            </a:endParaRP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it-IT" sz="900" i="0" u="none" kern="0" cap="none" spc="0" normalizeH="0" baseline="0" noProof="0" dirty="0">
                <a:ln>
                  <a:noFill/>
                </a:ln>
                <a:solidFill>
                  <a:schemeClr val="tx2"/>
                </a:solidFill>
                <a:effectLst/>
                <a:uLnTx/>
                <a:uFillTx/>
                <a:ea typeface="Verdana" panose="020B0604030504040204" pitchFamily="34" charset="0"/>
                <a:cs typeface="+mn-cs"/>
              </a:rPr>
              <a:t>95% entro 10 sec </a:t>
            </a:r>
            <a:r>
              <a:rPr kumimoji="0" lang="it-IT" sz="900" i="0" u="none" kern="0" cap="none" spc="0" normalizeH="0" baseline="0" noProof="0" dirty="0" err="1">
                <a:ln>
                  <a:noFill/>
                </a:ln>
                <a:solidFill>
                  <a:schemeClr val="tx2"/>
                </a:solidFill>
                <a:effectLst/>
                <a:uLnTx/>
                <a:uFillTx/>
                <a:ea typeface="Verdana" panose="020B0604030504040204" pitchFamily="34" charset="0"/>
                <a:cs typeface="+mn-cs"/>
              </a:rPr>
              <a:t>multidistinte</a:t>
            </a:r>
            <a:r>
              <a:rPr kumimoji="0" lang="it-IT" sz="900" i="0" u="none" kern="0" cap="none" spc="0" normalizeH="0" baseline="0" noProof="0" dirty="0">
                <a:ln>
                  <a:noFill/>
                </a:ln>
                <a:solidFill>
                  <a:schemeClr val="tx2"/>
                </a:solidFill>
                <a:effectLst/>
                <a:uLnTx/>
                <a:uFillTx/>
                <a:ea typeface="Verdana" panose="020B0604030504040204" pitchFamily="34" charset="0"/>
                <a:cs typeface="+mn-cs"/>
              </a:rPr>
              <a:t> fino a 100 disposizioni</a:t>
            </a: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it-IT" sz="900" i="0" u="none" kern="0" cap="none" spc="0" normalizeH="0" baseline="0" noProof="0" dirty="0">
                <a:ln>
                  <a:noFill/>
                </a:ln>
                <a:solidFill>
                  <a:schemeClr val="tx2"/>
                </a:solidFill>
                <a:effectLst/>
                <a:uLnTx/>
                <a:uFillTx/>
                <a:ea typeface="Verdana" panose="020B0604030504040204" pitchFamily="34" charset="0"/>
                <a:cs typeface="+mn-cs"/>
              </a:rPr>
              <a:t>Per distinte maggiori di 100 </a:t>
            </a:r>
            <a:r>
              <a:rPr kumimoji="0" lang="it-IT" sz="900" i="0" u="none" kern="0" cap="none" spc="0" normalizeH="0" baseline="0" noProof="0" dirty="0" err="1">
                <a:ln>
                  <a:noFill/>
                </a:ln>
                <a:solidFill>
                  <a:schemeClr val="tx2"/>
                </a:solidFill>
                <a:effectLst/>
                <a:uLnTx/>
                <a:uFillTx/>
                <a:ea typeface="Verdana" panose="020B0604030504040204" pitchFamily="34" charset="0"/>
                <a:cs typeface="+mn-cs"/>
              </a:rPr>
              <a:t>dispo</a:t>
            </a:r>
            <a:r>
              <a:rPr kumimoji="0" lang="it-IT" sz="900" i="0" u="none" kern="0" cap="none" spc="0" normalizeH="0" baseline="0" noProof="0" dirty="0">
                <a:ln>
                  <a:noFill/>
                </a:ln>
                <a:solidFill>
                  <a:schemeClr val="tx2"/>
                </a:solidFill>
                <a:effectLst/>
                <a:uLnTx/>
                <a:uFillTx/>
                <a:ea typeface="Verdana" panose="020B0604030504040204" pitchFamily="34" charset="0"/>
                <a:cs typeface="+mn-cs"/>
              </a:rPr>
              <a:t>: per ogni lotto di ulteriori 100 </a:t>
            </a:r>
            <a:r>
              <a:rPr kumimoji="0" lang="it-IT" sz="900" i="0" u="none" kern="0" cap="none" spc="0" normalizeH="0" baseline="0" noProof="0" dirty="0" err="1">
                <a:ln>
                  <a:noFill/>
                </a:ln>
                <a:solidFill>
                  <a:schemeClr val="tx2"/>
                </a:solidFill>
                <a:effectLst/>
                <a:uLnTx/>
                <a:uFillTx/>
                <a:ea typeface="Verdana" panose="020B0604030504040204" pitchFamily="34" charset="0"/>
                <a:cs typeface="+mn-cs"/>
              </a:rPr>
              <a:t>dispo</a:t>
            </a:r>
            <a:r>
              <a:rPr kumimoji="0" lang="it-IT" sz="900" i="0" u="none" kern="0" cap="none" spc="0" normalizeH="0" baseline="0" noProof="0" dirty="0">
                <a:ln>
                  <a:noFill/>
                </a:ln>
                <a:solidFill>
                  <a:schemeClr val="tx2"/>
                </a:solidFill>
                <a:effectLst/>
                <a:uLnTx/>
                <a:uFillTx/>
                <a:ea typeface="Verdana" panose="020B0604030504040204" pitchFamily="34" charset="0"/>
                <a:cs typeface="+mn-cs"/>
              </a:rPr>
              <a:t> 5 sec aggiuntivi nel 95% dei casi</a:t>
            </a:r>
          </a:p>
          <a:p>
            <a:pPr marL="0" marR="0" lvl="0" indent="0" defTabSz="914400" eaLnBrk="1" fontAlgn="auto" latinLnBrk="0" hangingPunct="1">
              <a:lnSpc>
                <a:spcPct val="100000"/>
              </a:lnSpc>
              <a:spcBef>
                <a:spcPts val="0"/>
              </a:spcBef>
              <a:spcAft>
                <a:spcPts val="0"/>
              </a:spcAft>
              <a:buClrTx/>
              <a:buSzTx/>
              <a:buFontTx/>
              <a:buNone/>
              <a:tabLst/>
              <a:defRPr/>
            </a:pPr>
            <a:endParaRPr kumimoji="0" lang="it-IT" sz="900" i="0" u="none" kern="0" cap="none" spc="0" normalizeH="0" baseline="0" noProof="0" dirty="0">
              <a:ln>
                <a:noFill/>
              </a:ln>
              <a:solidFill>
                <a:schemeClr val="tx2"/>
              </a:solidFill>
              <a:effectLst/>
              <a:uLnTx/>
              <a:uFillTx/>
              <a:ea typeface="Verdana" panose="020B0604030504040204" pitchFamily="34" charset="0"/>
              <a:cs typeface="+mn-c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it-IT" sz="900" i="0" u="none" kern="0" cap="none" spc="0" normalizeH="0" baseline="0" noProof="0" dirty="0">
                <a:ln>
                  <a:noFill/>
                </a:ln>
                <a:solidFill>
                  <a:schemeClr val="tx2"/>
                </a:solidFill>
                <a:effectLst/>
                <a:uLnTx/>
                <a:uFillTx/>
                <a:ea typeface="Verdana" panose="020B0604030504040204" pitchFamily="34" charset="0"/>
                <a:cs typeface="+mn-cs"/>
              </a:rPr>
              <a:t>Tempi medi:</a:t>
            </a:r>
          </a:p>
          <a:p>
            <a:pPr marL="171450" lvl="0" indent="-171450">
              <a:buFont typeface="Arial" panose="020B0604020202020204" pitchFamily="34" charset="0"/>
              <a:buChar char="•"/>
              <a:defRPr/>
            </a:pPr>
            <a:r>
              <a:rPr lang="it-IT" sz="900" kern="0" dirty="0">
                <a:solidFill>
                  <a:schemeClr val="tx2"/>
                </a:solidFill>
                <a:ea typeface="Verdana" panose="020B0604030504040204" pitchFamily="34" charset="0"/>
              </a:rPr>
              <a:t>2,5 secondi nel 100% dei casi per le </a:t>
            </a:r>
            <a:r>
              <a:rPr lang="it-IT" sz="900" kern="0" dirty="0" err="1">
                <a:solidFill>
                  <a:schemeClr val="tx2"/>
                </a:solidFill>
                <a:ea typeface="Verdana" panose="020B0604030504040204" pitchFamily="34" charset="0"/>
              </a:rPr>
              <a:t>monodistinta</a:t>
            </a:r>
            <a:endParaRPr lang="it-IT" sz="900" kern="0" dirty="0">
              <a:solidFill>
                <a:schemeClr val="tx2"/>
              </a:solidFill>
              <a:ea typeface="Verdana" panose="020B0604030504040204" pitchFamily="34" charset="0"/>
            </a:endParaRPr>
          </a:p>
          <a:p>
            <a:pPr marL="171450" lvl="0" indent="-171450">
              <a:buFont typeface="Arial" panose="020B0604020202020204" pitchFamily="34" charset="0"/>
              <a:buChar char="•"/>
              <a:defRPr/>
            </a:pPr>
            <a:r>
              <a:rPr lang="it-IT" sz="900" kern="0" dirty="0">
                <a:solidFill>
                  <a:schemeClr val="tx2"/>
                </a:solidFill>
                <a:ea typeface="Verdana" panose="020B0604030504040204" pitchFamily="34" charset="0"/>
              </a:rPr>
              <a:t>6 </a:t>
            </a:r>
            <a:r>
              <a:rPr kumimoji="0" lang="it-IT" sz="900" i="0" u="none" kern="0" cap="none" spc="0" normalizeH="0" baseline="0" noProof="0" dirty="0">
                <a:ln>
                  <a:noFill/>
                </a:ln>
                <a:solidFill>
                  <a:schemeClr val="tx2"/>
                </a:solidFill>
                <a:effectLst/>
                <a:uLnTx/>
                <a:uFillTx/>
                <a:ea typeface="Verdana" panose="020B0604030504040204" pitchFamily="34" charset="0"/>
                <a:cs typeface="+mn-cs"/>
              </a:rPr>
              <a:t>secondi nel 100% dei casi per la </a:t>
            </a:r>
            <a:r>
              <a:rPr kumimoji="0" lang="it-IT" sz="900" i="0" u="none" kern="0" cap="none" spc="0" normalizeH="0" baseline="0" noProof="0" dirty="0" err="1">
                <a:ln>
                  <a:noFill/>
                </a:ln>
                <a:solidFill>
                  <a:schemeClr val="tx2"/>
                </a:solidFill>
                <a:effectLst/>
                <a:uLnTx/>
                <a:uFillTx/>
                <a:ea typeface="Verdana" panose="020B0604030504040204" pitchFamily="34" charset="0"/>
                <a:cs typeface="+mn-cs"/>
              </a:rPr>
              <a:t>multidistinta</a:t>
            </a:r>
            <a:r>
              <a:rPr kumimoji="0" lang="it-IT" sz="900" i="0" u="none" kern="0" cap="none" spc="0" normalizeH="0" baseline="0" noProof="0" dirty="0">
                <a:ln>
                  <a:noFill/>
                </a:ln>
                <a:solidFill>
                  <a:schemeClr val="tx2"/>
                </a:solidFill>
                <a:effectLst/>
                <a:uLnTx/>
                <a:uFillTx/>
                <a:ea typeface="Verdana" panose="020B0604030504040204" pitchFamily="34" charset="0"/>
                <a:cs typeface="+mn-cs"/>
              </a:rPr>
              <a:t> fino a 100 disposizioni</a:t>
            </a:r>
          </a:p>
          <a:p>
            <a:pPr marL="171450" lvl="0" indent="-171450">
              <a:buFont typeface="Arial" panose="020B0604020202020204" pitchFamily="34" charset="0"/>
              <a:buChar char="•"/>
              <a:defRPr/>
            </a:pPr>
            <a:r>
              <a:rPr lang="it-IT" sz="900" kern="0" dirty="0">
                <a:solidFill>
                  <a:schemeClr val="tx2"/>
                </a:solidFill>
                <a:ea typeface="Verdana" panose="020B0604030504040204" pitchFamily="34" charset="0"/>
              </a:rPr>
              <a:t>P</a:t>
            </a:r>
            <a:r>
              <a:rPr kumimoji="0" lang="it-IT" sz="900" i="0" u="none" kern="0" cap="none" spc="0" normalizeH="0" baseline="0" noProof="0" dirty="0" err="1">
                <a:ln>
                  <a:noFill/>
                </a:ln>
                <a:solidFill>
                  <a:schemeClr val="tx2"/>
                </a:solidFill>
                <a:effectLst/>
                <a:uLnTx/>
                <a:uFillTx/>
                <a:ea typeface="Verdana" panose="020B0604030504040204" pitchFamily="34" charset="0"/>
                <a:cs typeface="+mn-cs"/>
              </a:rPr>
              <a:t>er</a:t>
            </a:r>
            <a:r>
              <a:rPr kumimoji="0" lang="it-IT" sz="900" i="0" u="none" kern="0" cap="none" spc="0" normalizeH="0" baseline="0" noProof="0" dirty="0">
                <a:ln>
                  <a:noFill/>
                </a:ln>
                <a:solidFill>
                  <a:schemeClr val="tx2"/>
                </a:solidFill>
                <a:effectLst/>
                <a:uLnTx/>
                <a:uFillTx/>
                <a:ea typeface="Verdana" panose="020B0604030504040204" pitchFamily="34" charset="0"/>
                <a:cs typeface="+mn-cs"/>
              </a:rPr>
              <a:t> distinte maggiori di 100 </a:t>
            </a:r>
            <a:r>
              <a:rPr kumimoji="0" lang="it-IT" sz="900" i="0" u="none" kern="0" cap="none" spc="0" normalizeH="0" baseline="0" noProof="0" dirty="0" err="1">
                <a:ln>
                  <a:noFill/>
                </a:ln>
                <a:solidFill>
                  <a:schemeClr val="tx2"/>
                </a:solidFill>
                <a:effectLst/>
                <a:uLnTx/>
                <a:uFillTx/>
                <a:ea typeface="Verdana" panose="020B0604030504040204" pitchFamily="34" charset="0"/>
                <a:cs typeface="+mn-cs"/>
              </a:rPr>
              <a:t>dispo</a:t>
            </a:r>
            <a:r>
              <a:rPr kumimoji="0" lang="it-IT" sz="900" i="0" u="none" kern="0" cap="none" spc="0" normalizeH="0" baseline="0" noProof="0" dirty="0">
                <a:ln>
                  <a:noFill/>
                </a:ln>
                <a:solidFill>
                  <a:schemeClr val="tx2"/>
                </a:solidFill>
                <a:effectLst/>
                <a:uLnTx/>
                <a:uFillTx/>
                <a:ea typeface="Verdana" panose="020B0604030504040204" pitchFamily="34" charset="0"/>
                <a:cs typeface="+mn-cs"/>
              </a:rPr>
              <a:t>: per ogni lotto di ulteriori 100 </a:t>
            </a:r>
            <a:r>
              <a:rPr kumimoji="0" lang="it-IT" sz="900" i="0" u="none" kern="0" cap="none" spc="0" normalizeH="0" baseline="0" noProof="0" dirty="0" err="1">
                <a:ln>
                  <a:noFill/>
                </a:ln>
                <a:solidFill>
                  <a:schemeClr val="tx2"/>
                </a:solidFill>
                <a:effectLst/>
                <a:uLnTx/>
                <a:uFillTx/>
                <a:ea typeface="Verdana" panose="020B0604030504040204" pitchFamily="34" charset="0"/>
                <a:cs typeface="+mn-cs"/>
              </a:rPr>
              <a:t>dispo</a:t>
            </a:r>
            <a:r>
              <a:rPr kumimoji="0" lang="it-IT" sz="900" i="0" u="none" kern="0" cap="none" spc="0" normalizeH="0" baseline="0" noProof="0" dirty="0">
                <a:ln>
                  <a:noFill/>
                </a:ln>
                <a:solidFill>
                  <a:schemeClr val="tx2"/>
                </a:solidFill>
                <a:effectLst/>
                <a:uLnTx/>
                <a:uFillTx/>
                <a:ea typeface="Verdana" panose="020B0604030504040204" pitchFamily="34" charset="0"/>
                <a:cs typeface="+mn-cs"/>
              </a:rPr>
              <a:t>, 3 sec aggiuntivi nel 100% dei casi</a:t>
            </a:r>
          </a:p>
        </p:txBody>
      </p:sp>
    </p:spTree>
    <p:extLst>
      <p:ext uri="{BB962C8B-B14F-4D97-AF65-F5344CB8AC3E}">
        <p14:creationId xmlns:p14="http://schemas.microsoft.com/office/powerpoint/2010/main" val="21734025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testo 1">
            <a:extLst>
              <a:ext uri="{FF2B5EF4-FFF2-40B4-BE49-F238E27FC236}">
                <a16:creationId xmlns:a16="http://schemas.microsoft.com/office/drawing/2014/main" id="{C1FC055D-BC62-C270-6669-7320F79D9E8A}"/>
              </a:ext>
            </a:extLst>
          </p:cNvPr>
          <p:cNvSpPr>
            <a:spLocks noGrp="1"/>
          </p:cNvSpPr>
          <p:nvPr>
            <p:ph type="body" sz="quarter" idx="10"/>
          </p:nvPr>
        </p:nvSpPr>
        <p:spPr/>
        <p:txBody>
          <a:bodyPr/>
          <a:lstStyle/>
          <a:p>
            <a:r>
              <a:rPr lang="it-IT" dirty="0"/>
              <a:t>Template SLA – T4b</a:t>
            </a:r>
          </a:p>
          <a:p>
            <a:r>
              <a:rPr lang="it-IT" dirty="0"/>
              <a:t>MM/AAAA - Report mensile performance altri servizi online</a:t>
            </a:r>
          </a:p>
        </p:txBody>
      </p:sp>
      <p:sp>
        <p:nvSpPr>
          <p:cNvPr id="6" name="CasellaDiTesto 5">
            <a:extLst>
              <a:ext uri="{FF2B5EF4-FFF2-40B4-BE49-F238E27FC236}">
                <a16:creationId xmlns:a16="http://schemas.microsoft.com/office/drawing/2014/main" id="{3492011C-4B6C-BD8C-6465-442E8F4D89F6}"/>
              </a:ext>
            </a:extLst>
          </p:cNvPr>
          <p:cNvSpPr txBox="1"/>
          <p:nvPr/>
        </p:nvSpPr>
        <p:spPr>
          <a:xfrm>
            <a:off x="371474" y="1540855"/>
            <a:ext cx="2296225" cy="369332"/>
          </a:xfrm>
          <a:prstGeom prst="rect">
            <a:avLst/>
          </a:prstGeom>
          <a:noFill/>
        </p:spPr>
        <p:txBody>
          <a:bodyPr wrap="square" rtlCol="0">
            <a:spAutoFit/>
          </a:bodyPr>
          <a:lstStyle/>
          <a:p>
            <a:r>
              <a:rPr lang="it-IT" dirty="0"/>
              <a:t>TAB 1</a:t>
            </a:r>
          </a:p>
        </p:txBody>
      </p:sp>
      <p:sp>
        <p:nvSpPr>
          <p:cNvPr id="8" name="Rectangle: Rounded Corners 7">
            <a:extLst>
              <a:ext uri="{FF2B5EF4-FFF2-40B4-BE49-F238E27FC236}">
                <a16:creationId xmlns:a16="http://schemas.microsoft.com/office/drawing/2014/main" id="{AF5D8961-EC75-4841-BA62-26791F905173}"/>
              </a:ext>
            </a:extLst>
          </p:cNvPr>
          <p:cNvSpPr/>
          <p:nvPr/>
        </p:nvSpPr>
        <p:spPr>
          <a:xfrm>
            <a:off x="8651885" y="884071"/>
            <a:ext cx="3168640" cy="557727"/>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i="1" dirty="0">
                <a:solidFill>
                  <a:schemeClr val="tx2"/>
                </a:solidFill>
                <a:sym typeface="Wingdings" panose="05000000000000000000" pitchFamily="2" charset="2"/>
              </a:rPr>
              <a:t>Art. 24.4”: le </a:t>
            </a:r>
            <a:r>
              <a:rPr lang="en-US" sz="1200" b="1" i="1" dirty="0" err="1">
                <a:solidFill>
                  <a:schemeClr val="tx2"/>
                </a:solidFill>
                <a:sym typeface="Wingdings" panose="05000000000000000000" pitchFamily="2" charset="2"/>
              </a:rPr>
              <a:t>soglie</a:t>
            </a:r>
            <a:r>
              <a:rPr lang="en-US" sz="1200" b="1" i="1" dirty="0">
                <a:solidFill>
                  <a:schemeClr val="tx2"/>
                </a:solidFill>
                <a:sym typeface="Wingdings" panose="05000000000000000000" pitchFamily="2" charset="2"/>
              </a:rPr>
              <a:t> </a:t>
            </a:r>
            <a:r>
              <a:rPr lang="en-US" sz="1200" b="1" i="1" dirty="0" err="1">
                <a:solidFill>
                  <a:schemeClr val="tx2"/>
                </a:solidFill>
                <a:sym typeface="Wingdings" panose="05000000000000000000" pitchFamily="2" charset="2"/>
              </a:rPr>
              <a:t>verranno</a:t>
            </a:r>
            <a:r>
              <a:rPr lang="en-US" sz="1200" b="1" i="1" dirty="0">
                <a:solidFill>
                  <a:schemeClr val="tx2"/>
                </a:solidFill>
                <a:sym typeface="Wingdings" panose="05000000000000000000" pitchFamily="2" charset="2"/>
              </a:rPr>
              <a:t> </a:t>
            </a:r>
            <a:r>
              <a:rPr lang="en-US" sz="1200" b="1" i="1" dirty="0" err="1">
                <a:solidFill>
                  <a:schemeClr val="tx2"/>
                </a:solidFill>
                <a:sym typeface="Wingdings" panose="05000000000000000000" pitchFamily="2" charset="2"/>
              </a:rPr>
              <a:t>ricalcolate</a:t>
            </a:r>
            <a:r>
              <a:rPr lang="en-US" sz="1200" b="1" i="1" dirty="0">
                <a:solidFill>
                  <a:schemeClr val="tx2"/>
                </a:solidFill>
                <a:sym typeface="Wingdings" panose="05000000000000000000" pitchFamily="2" charset="2"/>
              </a:rPr>
              <a:t> a </a:t>
            </a:r>
            <a:r>
              <a:rPr lang="en-US" sz="1200" b="1" i="1" dirty="0" err="1">
                <a:solidFill>
                  <a:schemeClr val="tx2"/>
                </a:solidFill>
                <a:sym typeface="Wingdings" panose="05000000000000000000" pitchFamily="2" charset="2"/>
              </a:rPr>
              <a:t>fronte</a:t>
            </a:r>
            <a:r>
              <a:rPr lang="en-US" sz="1200" b="1" i="1" dirty="0">
                <a:solidFill>
                  <a:schemeClr val="tx2"/>
                </a:solidFill>
                <a:sym typeface="Wingdings" panose="05000000000000000000" pitchFamily="2" charset="2"/>
              </a:rPr>
              <a:t> </a:t>
            </a:r>
            <a:r>
              <a:rPr lang="en-US" sz="1200" b="1" i="1" dirty="0" err="1">
                <a:solidFill>
                  <a:schemeClr val="tx2"/>
                </a:solidFill>
                <a:sym typeface="Wingdings" panose="05000000000000000000" pitchFamily="2" charset="2"/>
              </a:rPr>
              <a:t>della</a:t>
            </a:r>
            <a:r>
              <a:rPr lang="en-US" sz="1200" b="1" i="1" dirty="0">
                <a:solidFill>
                  <a:schemeClr val="tx2"/>
                </a:solidFill>
                <a:sym typeface="Wingdings" panose="05000000000000000000" pitchFamily="2" charset="2"/>
              </a:rPr>
              <a:t> </a:t>
            </a:r>
            <a:r>
              <a:rPr lang="en-US" sz="1200" b="1" i="1" dirty="0" err="1">
                <a:solidFill>
                  <a:schemeClr val="tx2"/>
                </a:solidFill>
                <a:sym typeface="Wingdings" panose="05000000000000000000" pitchFamily="2" charset="2"/>
              </a:rPr>
              <a:t>presenza</a:t>
            </a:r>
            <a:r>
              <a:rPr lang="en-US" sz="1200" b="1" i="1" dirty="0">
                <a:solidFill>
                  <a:schemeClr val="tx2"/>
                </a:solidFill>
                <a:sym typeface="Wingdings" panose="05000000000000000000" pitchFamily="2" charset="2"/>
              </a:rPr>
              <a:t> di incident </a:t>
            </a:r>
            <a:r>
              <a:rPr lang="en-US" sz="1200" b="1" i="1" dirty="0" err="1">
                <a:solidFill>
                  <a:schemeClr val="tx2"/>
                </a:solidFill>
                <a:sym typeface="Wingdings" panose="05000000000000000000" pitchFamily="2" charset="2"/>
              </a:rPr>
              <a:t>trasversali</a:t>
            </a:r>
            <a:endParaRPr lang="en-US" sz="1200" b="1" i="1" dirty="0">
              <a:solidFill>
                <a:schemeClr val="tx2"/>
              </a:solidFill>
            </a:endParaRPr>
          </a:p>
        </p:txBody>
      </p:sp>
      <p:graphicFrame>
        <p:nvGraphicFramePr>
          <p:cNvPr id="10" name="Table 9">
            <a:extLst>
              <a:ext uri="{FF2B5EF4-FFF2-40B4-BE49-F238E27FC236}">
                <a16:creationId xmlns:a16="http://schemas.microsoft.com/office/drawing/2014/main" id="{D6318611-B567-4A79-8BCC-E05F429C5213}"/>
              </a:ext>
            </a:extLst>
          </p:cNvPr>
          <p:cNvGraphicFramePr>
            <a:graphicFrameLocks noGrp="1"/>
          </p:cNvGraphicFramePr>
          <p:nvPr>
            <p:extLst>
              <p:ext uri="{D42A27DB-BD31-4B8C-83A1-F6EECF244321}">
                <p14:modId xmlns:p14="http://schemas.microsoft.com/office/powerpoint/2010/main" val="1802036164"/>
              </p:ext>
            </p:extLst>
          </p:nvPr>
        </p:nvGraphicFramePr>
        <p:xfrm>
          <a:off x="371474" y="1896343"/>
          <a:ext cx="11658342" cy="4328058"/>
        </p:xfrm>
        <a:graphic>
          <a:graphicData uri="http://schemas.openxmlformats.org/drawingml/2006/table">
            <a:tbl>
              <a:tblPr/>
              <a:tblGrid>
                <a:gridCol w="1431111">
                  <a:extLst>
                    <a:ext uri="{9D8B030D-6E8A-4147-A177-3AD203B41FA5}">
                      <a16:colId xmlns:a16="http://schemas.microsoft.com/office/drawing/2014/main" val="4258463985"/>
                    </a:ext>
                  </a:extLst>
                </a:gridCol>
                <a:gridCol w="3106563">
                  <a:extLst>
                    <a:ext uri="{9D8B030D-6E8A-4147-A177-3AD203B41FA5}">
                      <a16:colId xmlns:a16="http://schemas.microsoft.com/office/drawing/2014/main" val="1391738271"/>
                    </a:ext>
                  </a:extLst>
                </a:gridCol>
                <a:gridCol w="1186778">
                  <a:extLst>
                    <a:ext uri="{9D8B030D-6E8A-4147-A177-3AD203B41FA5}">
                      <a16:colId xmlns:a16="http://schemas.microsoft.com/office/drawing/2014/main" val="1282393383"/>
                    </a:ext>
                  </a:extLst>
                </a:gridCol>
                <a:gridCol w="1186778">
                  <a:extLst>
                    <a:ext uri="{9D8B030D-6E8A-4147-A177-3AD203B41FA5}">
                      <a16:colId xmlns:a16="http://schemas.microsoft.com/office/drawing/2014/main" val="1919130354"/>
                    </a:ext>
                  </a:extLst>
                </a:gridCol>
                <a:gridCol w="1186778">
                  <a:extLst>
                    <a:ext uri="{9D8B030D-6E8A-4147-A177-3AD203B41FA5}">
                      <a16:colId xmlns:a16="http://schemas.microsoft.com/office/drawing/2014/main" val="787995624"/>
                    </a:ext>
                  </a:extLst>
                </a:gridCol>
                <a:gridCol w="1186778">
                  <a:extLst>
                    <a:ext uri="{9D8B030D-6E8A-4147-A177-3AD203B41FA5}">
                      <a16:colId xmlns:a16="http://schemas.microsoft.com/office/drawing/2014/main" val="799929420"/>
                    </a:ext>
                  </a:extLst>
                </a:gridCol>
                <a:gridCol w="1186778">
                  <a:extLst>
                    <a:ext uri="{9D8B030D-6E8A-4147-A177-3AD203B41FA5}">
                      <a16:colId xmlns:a16="http://schemas.microsoft.com/office/drawing/2014/main" val="723483580"/>
                    </a:ext>
                  </a:extLst>
                </a:gridCol>
                <a:gridCol w="1186778">
                  <a:extLst>
                    <a:ext uri="{9D8B030D-6E8A-4147-A177-3AD203B41FA5}">
                      <a16:colId xmlns:a16="http://schemas.microsoft.com/office/drawing/2014/main" val="3337377068"/>
                    </a:ext>
                  </a:extLst>
                </a:gridCol>
              </a:tblGrid>
              <a:tr h="240026">
                <a:tc>
                  <a:txBody>
                    <a:bodyPr/>
                    <a:lstStyle/>
                    <a:p>
                      <a:pPr algn="l" rtl="0" fontAlgn="ctr"/>
                      <a:r>
                        <a:rPr lang="en-US" sz="1000" b="0" i="0" u="none" strike="noStrike" dirty="0">
                          <a:solidFill>
                            <a:srgbClr val="F2F2F2"/>
                          </a:solidFill>
                          <a:effectLst/>
                          <a:latin typeface="Calibri" panose="020F0502020204030204" pitchFamily="34" charset="0"/>
                        </a:rPr>
                        <a:t>ID SLA</a:t>
                      </a:r>
                    </a:p>
                  </a:txBody>
                  <a:tcPr marL="4347" marR="4347" marT="4347"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002060"/>
                    </a:solidFill>
                  </a:tcPr>
                </a:tc>
                <a:tc>
                  <a:txBody>
                    <a:bodyPr/>
                    <a:lstStyle/>
                    <a:p>
                      <a:pPr algn="l" rtl="0" fontAlgn="ctr"/>
                      <a:r>
                        <a:rPr lang="en-US" sz="1000" b="0" i="0" u="none" strike="noStrike">
                          <a:solidFill>
                            <a:srgbClr val="F2F2F2"/>
                          </a:solidFill>
                          <a:effectLst/>
                          <a:latin typeface="Calibri" panose="020F0502020204030204" pitchFamily="34" charset="0"/>
                        </a:rPr>
                        <a:t>NOME SLA</a:t>
                      </a:r>
                    </a:p>
                  </a:txBody>
                  <a:tcPr marL="4347" marR="4347" marT="4347"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002060"/>
                    </a:solidFill>
                  </a:tcPr>
                </a:tc>
                <a:tc>
                  <a:txBody>
                    <a:bodyPr/>
                    <a:lstStyle/>
                    <a:p>
                      <a:pPr algn="l" rtl="0" fontAlgn="ctr"/>
                      <a:r>
                        <a:rPr lang="en-US" sz="1000" b="0" i="0" u="none" strike="noStrike">
                          <a:solidFill>
                            <a:srgbClr val="F2F2F2"/>
                          </a:solidFill>
                          <a:effectLst/>
                          <a:latin typeface="Calibri" panose="020F0502020204030204" pitchFamily="34" charset="0"/>
                        </a:rPr>
                        <a:t>ATTRIBUTO TEMPORALE</a:t>
                      </a:r>
                    </a:p>
                  </a:txBody>
                  <a:tcPr marL="4347" marR="4347" marT="4347"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002060"/>
                    </a:solidFill>
                  </a:tcPr>
                </a:tc>
                <a:tc>
                  <a:txBody>
                    <a:bodyPr/>
                    <a:lstStyle/>
                    <a:p>
                      <a:pPr algn="l" rtl="0" fontAlgn="ctr"/>
                      <a:r>
                        <a:rPr lang="en-US" sz="1000" b="0" i="0" u="none" strike="noStrike">
                          <a:solidFill>
                            <a:srgbClr val="000000"/>
                          </a:solidFill>
                          <a:effectLst/>
                          <a:latin typeface="Calibri" panose="020F0502020204030204" pitchFamily="34" charset="0"/>
                        </a:rPr>
                        <a:t>TOTALE CHIAMATE (uso interno)</a:t>
                      </a:r>
                    </a:p>
                  </a:txBody>
                  <a:tcPr marL="4347" marR="4347" marT="4347"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00"/>
                    </a:solidFill>
                  </a:tcPr>
                </a:tc>
                <a:tc>
                  <a:txBody>
                    <a:bodyPr/>
                    <a:lstStyle/>
                    <a:p>
                      <a:pPr algn="l" rtl="0" fontAlgn="ctr"/>
                      <a:r>
                        <a:rPr lang="en-US" sz="1000" b="0" i="0" u="none" strike="noStrike">
                          <a:solidFill>
                            <a:srgbClr val="F2F2F2"/>
                          </a:solidFill>
                          <a:effectLst/>
                          <a:latin typeface="Calibri" panose="020F0502020204030204" pitchFamily="34" charset="0"/>
                        </a:rPr>
                        <a:t>SOGLIA</a:t>
                      </a:r>
                    </a:p>
                  </a:txBody>
                  <a:tcPr marL="4347" marR="4347" marT="4347"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002060"/>
                    </a:solidFill>
                  </a:tcPr>
                </a:tc>
                <a:tc>
                  <a:txBody>
                    <a:bodyPr/>
                    <a:lstStyle/>
                    <a:p>
                      <a:pPr algn="l" rtl="0" fontAlgn="ctr"/>
                      <a:r>
                        <a:rPr lang="it-IT" sz="1000" b="0" i="0" u="none" strike="noStrike">
                          <a:solidFill>
                            <a:srgbClr val="000000"/>
                          </a:solidFill>
                          <a:effectLst/>
                          <a:latin typeface="Calibri" panose="020F0502020204030204" pitchFamily="34" charset="0"/>
                        </a:rPr>
                        <a:t>CHIAMATE ENTRO SOGLIA (uso interno</a:t>
                      </a:r>
                      <a:r>
                        <a:rPr lang="it-IT" sz="1000" b="0" i="0" u="none" strike="noStrike">
                          <a:solidFill>
                            <a:srgbClr val="F2F2F2"/>
                          </a:solidFill>
                          <a:effectLst/>
                          <a:latin typeface="Calibri" panose="020F0502020204030204" pitchFamily="34" charset="0"/>
                        </a:rPr>
                        <a:t>)</a:t>
                      </a:r>
                      <a:endParaRPr lang="it-IT" sz="1000" b="0" i="0" u="none" strike="noStrike">
                        <a:solidFill>
                          <a:srgbClr val="000000"/>
                        </a:solidFill>
                        <a:effectLst/>
                        <a:latin typeface="Calibri" panose="020F0502020204030204" pitchFamily="34" charset="0"/>
                      </a:endParaRPr>
                    </a:p>
                  </a:txBody>
                  <a:tcPr marL="4347" marR="4347" marT="4347"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00"/>
                    </a:solidFill>
                  </a:tcPr>
                </a:tc>
                <a:tc>
                  <a:txBody>
                    <a:bodyPr/>
                    <a:lstStyle/>
                    <a:p>
                      <a:pPr algn="l" rtl="0" fontAlgn="ctr"/>
                      <a:r>
                        <a:rPr lang="en-US" sz="1000" b="0" i="0" u="none" strike="noStrike">
                          <a:solidFill>
                            <a:srgbClr val="F2F2F2"/>
                          </a:solidFill>
                          <a:effectLst/>
                          <a:latin typeface="Calibri" panose="020F0502020204030204" pitchFamily="34" charset="0"/>
                        </a:rPr>
                        <a:t>% PERFORMANCE </a:t>
                      </a:r>
                    </a:p>
                  </a:txBody>
                  <a:tcPr marL="4347" marR="4347" marT="4347"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002060"/>
                    </a:solidFill>
                  </a:tcPr>
                </a:tc>
                <a:tc>
                  <a:txBody>
                    <a:bodyPr/>
                    <a:lstStyle/>
                    <a:p>
                      <a:pPr algn="l" rtl="0" fontAlgn="ctr"/>
                      <a:r>
                        <a:rPr lang="en-US" sz="1000" b="0" i="0" u="none" strike="noStrike">
                          <a:solidFill>
                            <a:srgbClr val="F2F2F2"/>
                          </a:solidFill>
                          <a:effectLst/>
                          <a:latin typeface="Calibri" panose="020F0502020204030204" pitchFamily="34" charset="0"/>
                        </a:rPr>
                        <a:t>% SOGLIA SLA</a:t>
                      </a:r>
                    </a:p>
                  </a:txBody>
                  <a:tcPr marL="4347" marR="4347" marT="4347"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002060"/>
                    </a:solidFill>
                  </a:tcPr>
                </a:tc>
                <a:extLst>
                  <a:ext uri="{0D108BD9-81ED-4DB2-BD59-A6C34878D82A}">
                    <a16:rowId xmlns:a16="http://schemas.microsoft.com/office/drawing/2014/main" val="1132189362"/>
                  </a:ext>
                </a:extLst>
              </a:tr>
              <a:tr h="225220">
                <a:tc>
                  <a:txBody>
                    <a:bodyPr/>
                    <a:lstStyle/>
                    <a:p>
                      <a:pPr algn="ctr" rtl="0" fontAlgn="ctr"/>
                      <a:r>
                        <a:rPr lang="en-US" sz="1000" b="0" i="0" u="none" strike="noStrike" dirty="0">
                          <a:solidFill>
                            <a:srgbClr val="000000"/>
                          </a:solidFill>
                          <a:effectLst/>
                          <a:latin typeface="Calibri" panose="020F0502020204030204" pitchFamily="34" charset="0"/>
                        </a:rPr>
                        <a:t>ID4 </a:t>
                      </a:r>
                      <a:br>
                        <a:rPr lang="en-US" sz="1000" b="0" i="0" u="none" strike="noStrike" dirty="0">
                          <a:solidFill>
                            <a:srgbClr val="000000"/>
                          </a:solidFill>
                          <a:effectLst/>
                          <a:latin typeface="Calibri" panose="020F0502020204030204" pitchFamily="34" charset="0"/>
                        </a:rPr>
                      </a:br>
                      <a:r>
                        <a:rPr lang="en-US" sz="1000" b="0" i="0" u="none" strike="noStrike" dirty="0">
                          <a:solidFill>
                            <a:srgbClr val="000000"/>
                          </a:solidFill>
                          <a:effectLst/>
                          <a:latin typeface="Calibri" panose="020F0502020204030204" pitchFamily="34" charset="0"/>
                        </a:rPr>
                        <a:t>Prima </a:t>
                      </a:r>
                      <a:r>
                        <a:rPr lang="en-US" sz="1000" b="0" i="0" u="none" strike="noStrike" dirty="0" err="1">
                          <a:solidFill>
                            <a:srgbClr val="000000"/>
                          </a:solidFill>
                          <a:effectLst/>
                          <a:latin typeface="Calibri" panose="020F0502020204030204" pitchFamily="34" charset="0"/>
                        </a:rPr>
                        <a:t>soglia</a:t>
                      </a:r>
                      <a:endParaRPr lang="en-US" sz="1000" b="0" i="0" u="none" strike="noStrike" dirty="0">
                        <a:solidFill>
                          <a:srgbClr val="000000"/>
                        </a:solidFill>
                        <a:effectLst/>
                        <a:latin typeface="Calibri" panose="020F0502020204030204" pitchFamily="34" charset="0"/>
                      </a:endParaRPr>
                    </a:p>
                  </a:txBody>
                  <a:tcPr marL="4347" marR="4347" marT="4347"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rowSpan="2">
                  <a:txBody>
                    <a:bodyPr/>
                    <a:lstStyle/>
                    <a:p>
                      <a:pPr algn="ctr" rtl="0" fontAlgn="ctr"/>
                      <a:r>
                        <a:rPr lang="it-IT" sz="1000" b="0" i="0" u="none" strike="noStrike">
                          <a:solidFill>
                            <a:srgbClr val="000000"/>
                          </a:solidFill>
                          <a:effectLst/>
                          <a:latin typeface="Calibri" panose="020F0502020204030204" pitchFamily="34" charset="0"/>
                        </a:rPr>
                        <a:t>Rispetto dei tempi di risposta del Directory LDAP</a:t>
                      </a:r>
                    </a:p>
                  </a:txBody>
                  <a:tcPr marL="4347" marR="4347" marT="4347"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rowSpan="2">
                  <a:txBody>
                    <a:bodyPr/>
                    <a:lstStyle/>
                    <a:p>
                      <a:pPr algn="ctr" rtl="0" fontAlgn="ctr"/>
                      <a:r>
                        <a:rPr lang="en-US" sz="1000" b="0" i="0" u="none" strike="noStrike">
                          <a:solidFill>
                            <a:srgbClr val="000000"/>
                          </a:solidFill>
                          <a:effectLst/>
                          <a:latin typeface="Calibri" panose="020F0502020204030204" pitchFamily="34" charset="0"/>
                        </a:rPr>
                        <a:t>Annuale</a:t>
                      </a:r>
                    </a:p>
                  </a:txBody>
                  <a:tcPr marL="4347" marR="4347" marT="4347"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rowSpan="2">
                  <a:txBody>
                    <a:bodyPr/>
                    <a:lstStyle/>
                    <a:p>
                      <a:pPr algn="l" rtl="0" fontAlgn="ctr"/>
                      <a:r>
                        <a:rPr lang="en-US" sz="1000" b="0" i="0" u="none" strike="noStrike" dirty="0">
                          <a:solidFill>
                            <a:srgbClr val="000000"/>
                          </a:solidFill>
                          <a:effectLst/>
                          <a:latin typeface="Calibri" panose="020F0502020204030204" pitchFamily="34" charset="0"/>
                        </a:rPr>
                        <a:t> </a:t>
                      </a:r>
                    </a:p>
                    <a:p>
                      <a:pPr algn="l" rtl="0" fontAlgn="ctr"/>
                      <a:r>
                        <a:rPr lang="en-US" sz="1000" b="0" i="0" u="none" strike="noStrike" dirty="0">
                          <a:solidFill>
                            <a:srgbClr val="000000"/>
                          </a:solidFill>
                          <a:effectLst/>
                          <a:latin typeface="Calibri" panose="020F0502020204030204" pitchFamily="34" charset="0"/>
                        </a:rPr>
                        <a:t> </a:t>
                      </a:r>
                    </a:p>
                  </a:txBody>
                  <a:tcPr marL="4347" marR="4347" marT="4347"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rtl="0" fontAlgn="ctr"/>
                      <a:r>
                        <a:rPr lang="en-US" sz="1000" b="0" i="0" u="none" strike="noStrike">
                          <a:solidFill>
                            <a:srgbClr val="000000"/>
                          </a:solidFill>
                          <a:effectLst/>
                          <a:latin typeface="Calibri" panose="020F0502020204030204" pitchFamily="34" charset="0"/>
                        </a:rPr>
                        <a:t>2 secondi</a:t>
                      </a:r>
                    </a:p>
                  </a:txBody>
                  <a:tcPr marL="4347" marR="4347" marT="4347"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rtl="0" fontAlgn="ctr"/>
                      <a:r>
                        <a:rPr lang="en-US" sz="1000" b="0" i="0" u="none" strike="noStrike">
                          <a:solidFill>
                            <a:srgbClr val="000000"/>
                          </a:solidFill>
                          <a:effectLst/>
                          <a:latin typeface="Calibri" panose="020F0502020204030204" pitchFamily="34" charset="0"/>
                        </a:rPr>
                        <a:t> </a:t>
                      </a:r>
                    </a:p>
                  </a:txBody>
                  <a:tcPr marL="4347" marR="4347" marT="4347"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rtl="0" fontAlgn="ctr"/>
                      <a:r>
                        <a:rPr lang="en-US" sz="1000" b="0" i="0" u="none" strike="noStrike">
                          <a:solidFill>
                            <a:srgbClr val="000000"/>
                          </a:solidFill>
                          <a:effectLst/>
                          <a:latin typeface="Calibri" panose="020F0502020204030204" pitchFamily="34" charset="0"/>
                        </a:rPr>
                        <a:t> </a:t>
                      </a:r>
                    </a:p>
                  </a:txBody>
                  <a:tcPr marL="4347" marR="4347" marT="4347"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rtl="0" fontAlgn="ctr"/>
                      <a:r>
                        <a:rPr lang="en-US" sz="1000" b="0" i="0" u="none" strike="noStrike">
                          <a:solidFill>
                            <a:srgbClr val="000000"/>
                          </a:solidFill>
                          <a:effectLst/>
                          <a:latin typeface="Calibri" panose="020F0502020204030204" pitchFamily="34" charset="0"/>
                        </a:rPr>
                        <a:t>95%</a:t>
                      </a:r>
                    </a:p>
                  </a:txBody>
                  <a:tcPr marL="4347" marR="4347" marT="4347"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extLst>
                  <a:ext uri="{0D108BD9-81ED-4DB2-BD59-A6C34878D82A}">
                    <a16:rowId xmlns:a16="http://schemas.microsoft.com/office/drawing/2014/main" val="3367105935"/>
                  </a:ext>
                </a:extLst>
              </a:tr>
              <a:tr h="225220">
                <a:tc>
                  <a:txBody>
                    <a:bodyPr/>
                    <a:lstStyle/>
                    <a:p>
                      <a:pPr algn="ctr" rtl="0" fontAlgn="ctr"/>
                      <a:r>
                        <a:rPr lang="en-US" sz="1000" b="0" i="0" u="none" strike="noStrike">
                          <a:solidFill>
                            <a:srgbClr val="000000"/>
                          </a:solidFill>
                          <a:effectLst/>
                          <a:latin typeface="Calibri" panose="020F0502020204030204" pitchFamily="34" charset="0"/>
                        </a:rPr>
                        <a:t>ID4 </a:t>
                      </a:r>
                      <a:br>
                        <a:rPr lang="en-US" sz="1000" b="0" i="0" u="none" strike="noStrike">
                          <a:solidFill>
                            <a:srgbClr val="000000"/>
                          </a:solidFill>
                          <a:effectLst/>
                          <a:latin typeface="Calibri" panose="020F0502020204030204" pitchFamily="34" charset="0"/>
                        </a:rPr>
                      </a:br>
                      <a:r>
                        <a:rPr lang="en-US" sz="1000" b="0" i="0" u="none" strike="noStrike">
                          <a:solidFill>
                            <a:srgbClr val="000000"/>
                          </a:solidFill>
                          <a:effectLst/>
                          <a:latin typeface="Calibri" panose="020F0502020204030204" pitchFamily="34" charset="0"/>
                        </a:rPr>
                        <a:t>Seconda soglia</a:t>
                      </a:r>
                    </a:p>
                  </a:txBody>
                  <a:tcPr marL="4347" marR="4347" marT="4347"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vMerge="1">
                  <a:txBody>
                    <a:bodyPr/>
                    <a:lstStyle/>
                    <a:p>
                      <a:endParaRPr lang="en-US"/>
                    </a:p>
                  </a:txBody>
                  <a:tcPr/>
                </a:tc>
                <a:tc vMerge="1">
                  <a:txBody>
                    <a:bodyPr/>
                    <a:lstStyle/>
                    <a:p>
                      <a:endParaRPr lang="en-US"/>
                    </a:p>
                  </a:txBody>
                  <a:tcPr/>
                </a:tc>
                <a:tc vMerge="1">
                  <a:txBody>
                    <a:bodyPr/>
                    <a:lstStyle/>
                    <a:p>
                      <a:pPr algn="l" rtl="0" fontAlgn="ctr"/>
                      <a:r>
                        <a:rPr lang="en-US" sz="1000" b="0" i="0" u="none" strike="noStrike" dirty="0">
                          <a:solidFill>
                            <a:srgbClr val="000000"/>
                          </a:solidFill>
                          <a:effectLst/>
                          <a:latin typeface="Calibri" panose="020F0502020204030204" pitchFamily="34" charset="0"/>
                        </a:rPr>
                        <a:t> </a:t>
                      </a:r>
                    </a:p>
                  </a:txBody>
                  <a:tcPr marL="4347" marR="4347" marT="4347"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rtl="0" fontAlgn="ctr"/>
                      <a:r>
                        <a:rPr lang="en-US" sz="1000" b="0" i="0" u="none" strike="noStrike">
                          <a:solidFill>
                            <a:srgbClr val="000000"/>
                          </a:solidFill>
                          <a:effectLst/>
                          <a:latin typeface="Calibri" panose="020F0502020204030204" pitchFamily="34" charset="0"/>
                        </a:rPr>
                        <a:t>5 secondi</a:t>
                      </a:r>
                    </a:p>
                  </a:txBody>
                  <a:tcPr marL="4347" marR="4347" marT="4347"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rtl="0" fontAlgn="ctr"/>
                      <a:r>
                        <a:rPr lang="en-US" sz="1000" b="0" i="0" u="none" strike="noStrike">
                          <a:solidFill>
                            <a:srgbClr val="000000"/>
                          </a:solidFill>
                          <a:effectLst/>
                          <a:latin typeface="Calibri" panose="020F0502020204030204" pitchFamily="34" charset="0"/>
                        </a:rPr>
                        <a:t> </a:t>
                      </a:r>
                    </a:p>
                  </a:txBody>
                  <a:tcPr marL="4347" marR="4347" marT="4347"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rtl="0" fontAlgn="ctr"/>
                      <a:r>
                        <a:rPr lang="en-US" sz="1000" b="0" i="0" u="none" strike="noStrike">
                          <a:solidFill>
                            <a:srgbClr val="000000"/>
                          </a:solidFill>
                          <a:effectLst/>
                          <a:latin typeface="Calibri" panose="020F0502020204030204" pitchFamily="34" charset="0"/>
                        </a:rPr>
                        <a:t> </a:t>
                      </a:r>
                    </a:p>
                  </a:txBody>
                  <a:tcPr marL="4347" marR="4347" marT="4347"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rtl="0" fontAlgn="ctr"/>
                      <a:r>
                        <a:rPr lang="en-US" sz="1000" b="0" i="0" u="none" strike="noStrike">
                          <a:solidFill>
                            <a:srgbClr val="000000"/>
                          </a:solidFill>
                          <a:effectLst/>
                          <a:latin typeface="Calibri" panose="020F0502020204030204" pitchFamily="34" charset="0"/>
                        </a:rPr>
                        <a:t>98%</a:t>
                      </a:r>
                    </a:p>
                  </a:txBody>
                  <a:tcPr marL="4347" marR="4347" marT="4347"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extLst>
                  <a:ext uri="{0D108BD9-81ED-4DB2-BD59-A6C34878D82A}">
                    <a16:rowId xmlns:a16="http://schemas.microsoft.com/office/drawing/2014/main" val="884228548"/>
                  </a:ext>
                </a:extLst>
              </a:tr>
              <a:tr h="225220">
                <a:tc>
                  <a:txBody>
                    <a:bodyPr/>
                    <a:lstStyle/>
                    <a:p>
                      <a:pPr algn="ctr" rtl="0" fontAlgn="ctr"/>
                      <a:r>
                        <a:rPr lang="en-US" sz="1000" b="0" i="0" u="none" strike="noStrike">
                          <a:solidFill>
                            <a:srgbClr val="000000"/>
                          </a:solidFill>
                          <a:effectLst/>
                          <a:latin typeface="Calibri" panose="020F0502020204030204" pitchFamily="34" charset="0"/>
                        </a:rPr>
                        <a:t>ID107</a:t>
                      </a:r>
                      <a:br>
                        <a:rPr lang="en-US" sz="1000" b="0" i="0" u="none" strike="noStrike">
                          <a:solidFill>
                            <a:srgbClr val="000000"/>
                          </a:solidFill>
                          <a:effectLst/>
                          <a:latin typeface="Calibri" panose="020F0502020204030204" pitchFamily="34" charset="0"/>
                        </a:rPr>
                      </a:br>
                      <a:r>
                        <a:rPr lang="en-US" sz="1000" b="0" i="0" u="none" strike="noStrike">
                          <a:solidFill>
                            <a:srgbClr val="000000"/>
                          </a:solidFill>
                          <a:effectLst/>
                          <a:latin typeface="Calibri" panose="020F0502020204030204" pitchFamily="34" charset="0"/>
                        </a:rPr>
                        <a:t>Prima Soglia</a:t>
                      </a:r>
                    </a:p>
                  </a:txBody>
                  <a:tcPr marL="4347" marR="4347" marT="4347"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rowSpan="2">
                  <a:txBody>
                    <a:bodyPr/>
                    <a:lstStyle/>
                    <a:p>
                      <a:pPr algn="ctr" rtl="0" fontAlgn="ctr"/>
                      <a:r>
                        <a:rPr lang="it-IT" sz="1000" b="0" i="0" u="none" strike="noStrike">
                          <a:solidFill>
                            <a:srgbClr val="000000"/>
                          </a:solidFill>
                          <a:effectLst/>
                          <a:latin typeface="Calibri" panose="020F0502020204030204" pitchFamily="34" charset="0"/>
                        </a:rPr>
                        <a:t>Tempi di risposta delle API New DAM</a:t>
                      </a:r>
                    </a:p>
                  </a:txBody>
                  <a:tcPr marL="4347" marR="4347" marT="4347"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rowSpan="2">
                  <a:txBody>
                    <a:bodyPr/>
                    <a:lstStyle/>
                    <a:p>
                      <a:pPr algn="ctr" rtl="0" fontAlgn="ctr"/>
                      <a:r>
                        <a:rPr lang="en-US" sz="1000" b="0" i="0" u="none" strike="noStrike">
                          <a:solidFill>
                            <a:srgbClr val="000000"/>
                          </a:solidFill>
                          <a:effectLst/>
                          <a:latin typeface="Calibri" panose="020F0502020204030204" pitchFamily="34" charset="0"/>
                        </a:rPr>
                        <a:t>Mensile</a:t>
                      </a:r>
                    </a:p>
                  </a:txBody>
                  <a:tcPr marL="4347" marR="4347" marT="4347"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rowSpan="2">
                  <a:txBody>
                    <a:bodyPr/>
                    <a:lstStyle/>
                    <a:p>
                      <a:pPr algn="l" rtl="0" fontAlgn="ctr"/>
                      <a:r>
                        <a:rPr lang="en-US" sz="1000" b="0" i="0" u="none" strike="noStrike" dirty="0">
                          <a:solidFill>
                            <a:srgbClr val="000000"/>
                          </a:solidFill>
                          <a:effectLst/>
                          <a:latin typeface="Calibri" panose="020F0502020204030204" pitchFamily="34" charset="0"/>
                        </a:rPr>
                        <a:t> </a:t>
                      </a:r>
                    </a:p>
                    <a:p>
                      <a:pPr algn="l" rtl="0" fontAlgn="ctr"/>
                      <a:r>
                        <a:rPr lang="en-US" sz="1000" b="0" i="0" u="none" strike="noStrike" dirty="0">
                          <a:solidFill>
                            <a:srgbClr val="000000"/>
                          </a:solidFill>
                          <a:effectLst/>
                          <a:latin typeface="Calibri" panose="020F0502020204030204" pitchFamily="34" charset="0"/>
                        </a:rPr>
                        <a:t> </a:t>
                      </a:r>
                    </a:p>
                  </a:txBody>
                  <a:tcPr marL="4347" marR="4347" marT="4347"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rtl="0" fontAlgn="ctr"/>
                      <a:r>
                        <a:rPr lang="en-US" sz="1000" b="0" i="0" u="none" strike="noStrike">
                          <a:solidFill>
                            <a:srgbClr val="000000"/>
                          </a:solidFill>
                          <a:effectLst/>
                          <a:latin typeface="Calibri" panose="020F0502020204030204" pitchFamily="34" charset="0"/>
                        </a:rPr>
                        <a:t>etc</a:t>
                      </a:r>
                    </a:p>
                  </a:txBody>
                  <a:tcPr marL="4347" marR="4347" marT="4347"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rtl="0" fontAlgn="ctr"/>
                      <a:r>
                        <a:rPr lang="en-US" sz="1000" b="0" i="0" u="none" strike="noStrike">
                          <a:solidFill>
                            <a:srgbClr val="000000"/>
                          </a:solidFill>
                          <a:effectLst/>
                          <a:latin typeface="Calibri" panose="020F0502020204030204" pitchFamily="34" charset="0"/>
                        </a:rPr>
                        <a:t> </a:t>
                      </a:r>
                    </a:p>
                  </a:txBody>
                  <a:tcPr marL="4347" marR="4347" marT="4347"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rtl="0" fontAlgn="ctr"/>
                      <a:r>
                        <a:rPr lang="en-US" sz="1000" b="0" i="0" u="none" strike="noStrike">
                          <a:solidFill>
                            <a:srgbClr val="000000"/>
                          </a:solidFill>
                          <a:effectLst/>
                          <a:latin typeface="Calibri" panose="020F0502020204030204" pitchFamily="34" charset="0"/>
                        </a:rPr>
                        <a:t> </a:t>
                      </a:r>
                    </a:p>
                  </a:txBody>
                  <a:tcPr marL="4347" marR="4347" marT="4347"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rtl="0" fontAlgn="ctr"/>
                      <a:r>
                        <a:rPr lang="en-US" sz="1000" b="0" i="0" u="none" strike="noStrike">
                          <a:solidFill>
                            <a:srgbClr val="000000"/>
                          </a:solidFill>
                          <a:effectLst/>
                          <a:latin typeface="Calibri" panose="020F0502020204030204" pitchFamily="34" charset="0"/>
                        </a:rPr>
                        <a:t>etc</a:t>
                      </a:r>
                    </a:p>
                  </a:txBody>
                  <a:tcPr marL="4347" marR="4347" marT="4347"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extLst>
                  <a:ext uri="{0D108BD9-81ED-4DB2-BD59-A6C34878D82A}">
                    <a16:rowId xmlns:a16="http://schemas.microsoft.com/office/drawing/2014/main" val="292016733"/>
                  </a:ext>
                </a:extLst>
              </a:tr>
              <a:tr h="225220">
                <a:tc>
                  <a:txBody>
                    <a:bodyPr/>
                    <a:lstStyle/>
                    <a:p>
                      <a:pPr algn="ctr" rtl="0" fontAlgn="ctr"/>
                      <a:r>
                        <a:rPr lang="en-US" sz="1000" b="0" i="0" u="none" strike="noStrike" dirty="0">
                          <a:solidFill>
                            <a:srgbClr val="000000"/>
                          </a:solidFill>
                          <a:effectLst/>
                          <a:latin typeface="Calibri" panose="020F0502020204030204" pitchFamily="34" charset="0"/>
                        </a:rPr>
                        <a:t>ID107</a:t>
                      </a:r>
                      <a:br>
                        <a:rPr lang="en-US" sz="1000" b="0" i="0" u="none" strike="noStrike" dirty="0">
                          <a:solidFill>
                            <a:srgbClr val="000000"/>
                          </a:solidFill>
                          <a:effectLst/>
                          <a:latin typeface="Calibri" panose="020F0502020204030204" pitchFamily="34" charset="0"/>
                        </a:rPr>
                      </a:br>
                      <a:r>
                        <a:rPr lang="en-US" sz="1000" b="0" i="0" u="none" strike="noStrike" dirty="0" err="1">
                          <a:solidFill>
                            <a:srgbClr val="000000"/>
                          </a:solidFill>
                          <a:effectLst/>
                          <a:latin typeface="Calibri" panose="020F0502020204030204" pitchFamily="34" charset="0"/>
                        </a:rPr>
                        <a:t>Seconda</a:t>
                      </a:r>
                      <a:r>
                        <a:rPr lang="en-US" sz="1000" b="0" i="0" u="none" strike="noStrike" dirty="0">
                          <a:solidFill>
                            <a:srgbClr val="000000"/>
                          </a:solidFill>
                          <a:effectLst/>
                          <a:latin typeface="Calibri" panose="020F0502020204030204" pitchFamily="34" charset="0"/>
                        </a:rPr>
                        <a:t> </a:t>
                      </a:r>
                      <a:r>
                        <a:rPr lang="en-US" sz="1000" b="0" i="0" u="none" strike="noStrike" dirty="0" err="1">
                          <a:solidFill>
                            <a:srgbClr val="000000"/>
                          </a:solidFill>
                          <a:effectLst/>
                          <a:latin typeface="Calibri" panose="020F0502020204030204" pitchFamily="34" charset="0"/>
                        </a:rPr>
                        <a:t>Soglia</a:t>
                      </a:r>
                      <a:endParaRPr lang="en-US" sz="1000" b="0" i="0" u="none" strike="noStrike" dirty="0">
                        <a:solidFill>
                          <a:srgbClr val="000000"/>
                        </a:solidFill>
                        <a:effectLst/>
                        <a:latin typeface="Calibri" panose="020F0502020204030204" pitchFamily="34" charset="0"/>
                      </a:endParaRPr>
                    </a:p>
                  </a:txBody>
                  <a:tcPr marL="4347" marR="4347" marT="4347"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vMerge="1">
                  <a:txBody>
                    <a:bodyPr/>
                    <a:lstStyle/>
                    <a:p>
                      <a:endParaRPr lang="en-US"/>
                    </a:p>
                  </a:txBody>
                  <a:tcPr/>
                </a:tc>
                <a:tc vMerge="1">
                  <a:txBody>
                    <a:bodyPr/>
                    <a:lstStyle/>
                    <a:p>
                      <a:endParaRPr lang="en-US"/>
                    </a:p>
                  </a:txBody>
                  <a:tcPr/>
                </a:tc>
                <a:tc vMerge="1">
                  <a:txBody>
                    <a:bodyPr/>
                    <a:lstStyle/>
                    <a:p>
                      <a:pPr algn="l" rtl="0" fontAlgn="ctr"/>
                      <a:r>
                        <a:rPr lang="en-US" sz="1000" b="0" i="0" u="none" strike="noStrike" dirty="0">
                          <a:solidFill>
                            <a:srgbClr val="000000"/>
                          </a:solidFill>
                          <a:effectLst/>
                          <a:latin typeface="Calibri" panose="020F0502020204030204" pitchFamily="34" charset="0"/>
                        </a:rPr>
                        <a:t> </a:t>
                      </a:r>
                    </a:p>
                  </a:txBody>
                  <a:tcPr marL="4347" marR="4347" marT="4347"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rtl="0" fontAlgn="ctr"/>
                      <a:r>
                        <a:rPr lang="en-US" sz="1000" b="0" i="0" u="none" strike="noStrike">
                          <a:solidFill>
                            <a:srgbClr val="000000"/>
                          </a:solidFill>
                          <a:effectLst/>
                          <a:latin typeface="Calibri" panose="020F0502020204030204" pitchFamily="34" charset="0"/>
                        </a:rPr>
                        <a:t>etc</a:t>
                      </a:r>
                    </a:p>
                  </a:txBody>
                  <a:tcPr marL="4347" marR="4347" marT="4347"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rtl="0" fontAlgn="ctr"/>
                      <a:r>
                        <a:rPr lang="en-US" sz="1000" b="0" i="0" u="none" strike="noStrike">
                          <a:solidFill>
                            <a:srgbClr val="000000"/>
                          </a:solidFill>
                          <a:effectLst/>
                          <a:latin typeface="Calibri" panose="020F0502020204030204" pitchFamily="34" charset="0"/>
                        </a:rPr>
                        <a:t> </a:t>
                      </a:r>
                    </a:p>
                  </a:txBody>
                  <a:tcPr marL="4347" marR="4347" marT="4347"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rtl="0" fontAlgn="ctr"/>
                      <a:r>
                        <a:rPr lang="en-US" sz="1000" b="0" i="0" u="none" strike="noStrike">
                          <a:solidFill>
                            <a:srgbClr val="000000"/>
                          </a:solidFill>
                          <a:effectLst/>
                          <a:latin typeface="Calibri" panose="020F0502020204030204" pitchFamily="34" charset="0"/>
                        </a:rPr>
                        <a:t> </a:t>
                      </a:r>
                    </a:p>
                  </a:txBody>
                  <a:tcPr marL="4347" marR="4347" marT="4347"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rtl="0" fontAlgn="ctr"/>
                      <a:r>
                        <a:rPr lang="en-US" sz="1000" b="0" i="0" u="none" strike="noStrike">
                          <a:solidFill>
                            <a:srgbClr val="000000"/>
                          </a:solidFill>
                          <a:effectLst/>
                          <a:latin typeface="Calibri" panose="020F0502020204030204" pitchFamily="34" charset="0"/>
                        </a:rPr>
                        <a:t>etc</a:t>
                      </a:r>
                    </a:p>
                  </a:txBody>
                  <a:tcPr marL="4347" marR="4347" marT="4347"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extLst>
                  <a:ext uri="{0D108BD9-81ED-4DB2-BD59-A6C34878D82A}">
                    <a16:rowId xmlns:a16="http://schemas.microsoft.com/office/drawing/2014/main" val="1157872605"/>
                  </a:ext>
                </a:extLst>
              </a:tr>
              <a:tr h="225220">
                <a:tc>
                  <a:txBody>
                    <a:bodyPr/>
                    <a:lstStyle/>
                    <a:p>
                      <a:pPr algn="ctr" rtl="0" fontAlgn="ctr"/>
                      <a:r>
                        <a:rPr lang="en-US" sz="1000" b="0" i="0" u="none" strike="noStrike" dirty="0">
                          <a:solidFill>
                            <a:srgbClr val="000000"/>
                          </a:solidFill>
                          <a:effectLst/>
                          <a:latin typeface="Calibri" panose="020F0502020204030204" pitchFamily="34" charset="0"/>
                        </a:rPr>
                        <a:t>ID112 </a:t>
                      </a:r>
                      <a:br>
                        <a:rPr lang="en-US" sz="1000" b="0" i="0" u="none" strike="noStrike" dirty="0">
                          <a:solidFill>
                            <a:srgbClr val="000000"/>
                          </a:solidFill>
                          <a:effectLst/>
                          <a:latin typeface="Calibri" panose="020F0502020204030204" pitchFamily="34" charset="0"/>
                        </a:rPr>
                      </a:br>
                      <a:r>
                        <a:rPr lang="en-US" sz="1000" b="0" i="0" u="none" strike="noStrike" dirty="0">
                          <a:solidFill>
                            <a:srgbClr val="000000"/>
                          </a:solidFill>
                          <a:effectLst/>
                          <a:latin typeface="Calibri" panose="020F0502020204030204" pitchFamily="34" charset="0"/>
                        </a:rPr>
                        <a:t>Prima </a:t>
                      </a:r>
                      <a:r>
                        <a:rPr lang="en-US" sz="1000" b="0" i="0" u="none" strike="noStrike" dirty="0" err="1">
                          <a:solidFill>
                            <a:srgbClr val="000000"/>
                          </a:solidFill>
                          <a:effectLst/>
                          <a:latin typeface="Calibri" panose="020F0502020204030204" pitchFamily="34" charset="0"/>
                        </a:rPr>
                        <a:t>Soglia</a:t>
                      </a:r>
                      <a:endParaRPr lang="en-US" sz="1000" b="0" i="0" u="none" strike="noStrike" dirty="0">
                        <a:solidFill>
                          <a:srgbClr val="000000"/>
                        </a:solidFill>
                        <a:effectLst/>
                        <a:latin typeface="Calibri" panose="020F0502020204030204" pitchFamily="34" charset="0"/>
                      </a:endParaRPr>
                    </a:p>
                  </a:txBody>
                  <a:tcPr marL="4347" marR="4347" marT="4347"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rowSpan="2">
                  <a:txBody>
                    <a:bodyPr/>
                    <a:lstStyle/>
                    <a:p>
                      <a:pPr algn="ctr" rtl="0" fontAlgn="ctr"/>
                      <a:r>
                        <a:rPr lang="it-IT" sz="1000" b="0" i="0" u="none" strike="noStrike" dirty="0">
                          <a:solidFill>
                            <a:srgbClr val="000000"/>
                          </a:solidFill>
                          <a:effectLst/>
                          <a:latin typeface="Calibri" panose="020F0502020204030204" pitchFamily="34" charset="0"/>
                        </a:rPr>
                        <a:t>PAGO PA - FES di Sistema</a:t>
                      </a:r>
                    </a:p>
                  </a:txBody>
                  <a:tcPr marL="4347" marR="4347" marT="4347"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rowSpan="2">
                  <a:txBody>
                    <a:bodyPr/>
                    <a:lstStyle/>
                    <a:p>
                      <a:pPr algn="ctr" rtl="0" fontAlgn="ctr"/>
                      <a:r>
                        <a:rPr lang="en-US" sz="1000" b="0" i="0" u="none" strike="noStrike">
                          <a:solidFill>
                            <a:srgbClr val="000000"/>
                          </a:solidFill>
                          <a:effectLst/>
                          <a:latin typeface="Calibri" panose="020F0502020204030204" pitchFamily="34" charset="0"/>
                        </a:rPr>
                        <a:t>Mensile</a:t>
                      </a:r>
                    </a:p>
                  </a:txBody>
                  <a:tcPr marL="4347" marR="4347" marT="4347"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rowSpan="2">
                  <a:txBody>
                    <a:bodyPr/>
                    <a:lstStyle/>
                    <a:p>
                      <a:pPr algn="l" rtl="0" fontAlgn="ctr"/>
                      <a:r>
                        <a:rPr lang="en-US" sz="1000" b="0" i="0" u="none" strike="noStrike" dirty="0">
                          <a:solidFill>
                            <a:srgbClr val="000000"/>
                          </a:solidFill>
                          <a:effectLst/>
                          <a:latin typeface="Calibri" panose="020F0502020204030204" pitchFamily="34" charset="0"/>
                        </a:rPr>
                        <a:t> </a:t>
                      </a:r>
                    </a:p>
                    <a:p>
                      <a:pPr algn="l" rtl="0" fontAlgn="ctr"/>
                      <a:r>
                        <a:rPr lang="en-US" sz="1000" b="0" i="0" u="none" strike="noStrike" dirty="0">
                          <a:solidFill>
                            <a:srgbClr val="000000"/>
                          </a:solidFill>
                          <a:effectLst/>
                          <a:latin typeface="Calibri" panose="020F0502020204030204" pitchFamily="34" charset="0"/>
                        </a:rPr>
                        <a:t> 2</a:t>
                      </a:r>
                    </a:p>
                  </a:txBody>
                  <a:tcPr marL="4347" marR="4347" marT="4347"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rtl="0" fontAlgn="ctr"/>
                      <a:r>
                        <a:rPr lang="en-US" sz="1000" b="0" i="0" u="none" strike="noStrike">
                          <a:solidFill>
                            <a:srgbClr val="000000"/>
                          </a:solidFill>
                          <a:effectLst/>
                          <a:latin typeface="Calibri" panose="020F0502020204030204" pitchFamily="34" charset="0"/>
                        </a:rPr>
                        <a:t> </a:t>
                      </a:r>
                    </a:p>
                  </a:txBody>
                  <a:tcPr marL="4347" marR="4347" marT="4347"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rtl="0" fontAlgn="ctr"/>
                      <a:r>
                        <a:rPr lang="en-US" sz="1000" b="0" i="0" u="none" strike="noStrike">
                          <a:solidFill>
                            <a:srgbClr val="000000"/>
                          </a:solidFill>
                          <a:effectLst/>
                          <a:latin typeface="Calibri" panose="020F0502020204030204" pitchFamily="34" charset="0"/>
                        </a:rPr>
                        <a:t> </a:t>
                      </a:r>
                    </a:p>
                  </a:txBody>
                  <a:tcPr marL="4347" marR="4347" marT="4347"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rtl="0" fontAlgn="ctr"/>
                      <a:r>
                        <a:rPr lang="en-US" sz="1000" b="0" i="0" u="none" strike="noStrike">
                          <a:solidFill>
                            <a:srgbClr val="000000"/>
                          </a:solidFill>
                          <a:effectLst/>
                          <a:latin typeface="Calibri" panose="020F0502020204030204" pitchFamily="34" charset="0"/>
                        </a:rPr>
                        <a:t> </a:t>
                      </a:r>
                    </a:p>
                  </a:txBody>
                  <a:tcPr marL="4347" marR="4347" marT="4347"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rtl="0" fontAlgn="ctr"/>
                      <a:r>
                        <a:rPr lang="en-US" sz="1000" b="0" i="0" u="none" strike="noStrike">
                          <a:solidFill>
                            <a:srgbClr val="000000"/>
                          </a:solidFill>
                          <a:effectLst/>
                          <a:latin typeface="Calibri" panose="020F0502020204030204" pitchFamily="34" charset="0"/>
                        </a:rPr>
                        <a:t> </a:t>
                      </a:r>
                    </a:p>
                  </a:txBody>
                  <a:tcPr marL="4347" marR="4347" marT="4347"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extLst>
                  <a:ext uri="{0D108BD9-81ED-4DB2-BD59-A6C34878D82A}">
                    <a16:rowId xmlns:a16="http://schemas.microsoft.com/office/drawing/2014/main" val="1006084483"/>
                  </a:ext>
                </a:extLst>
              </a:tr>
              <a:tr h="225220">
                <a:tc>
                  <a:txBody>
                    <a:bodyPr/>
                    <a:lstStyle/>
                    <a:p>
                      <a:pPr algn="ctr" rtl="0" fontAlgn="ctr"/>
                      <a:r>
                        <a:rPr lang="en-US" sz="1000" b="0" i="0" u="none" strike="noStrike" dirty="0">
                          <a:solidFill>
                            <a:srgbClr val="000000"/>
                          </a:solidFill>
                          <a:effectLst/>
                          <a:latin typeface="Calibri" panose="020F0502020204030204" pitchFamily="34" charset="0"/>
                        </a:rPr>
                        <a:t>ID112</a:t>
                      </a:r>
                      <a:br>
                        <a:rPr lang="en-US" sz="1000" b="0" i="0" u="none" strike="noStrike" dirty="0">
                          <a:solidFill>
                            <a:srgbClr val="000000"/>
                          </a:solidFill>
                          <a:effectLst/>
                          <a:latin typeface="Calibri" panose="020F0502020204030204" pitchFamily="34" charset="0"/>
                        </a:rPr>
                      </a:br>
                      <a:r>
                        <a:rPr lang="en-US" sz="1000" b="0" i="0" u="none" strike="noStrike" dirty="0" err="1">
                          <a:solidFill>
                            <a:srgbClr val="000000"/>
                          </a:solidFill>
                          <a:effectLst/>
                          <a:latin typeface="Calibri" panose="020F0502020204030204" pitchFamily="34" charset="0"/>
                        </a:rPr>
                        <a:t>Seconda</a:t>
                      </a:r>
                      <a:r>
                        <a:rPr lang="en-US" sz="1000" b="0" i="0" u="none" strike="noStrike" dirty="0">
                          <a:solidFill>
                            <a:srgbClr val="000000"/>
                          </a:solidFill>
                          <a:effectLst/>
                          <a:latin typeface="Calibri" panose="020F0502020204030204" pitchFamily="34" charset="0"/>
                        </a:rPr>
                        <a:t> </a:t>
                      </a:r>
                      <a:r>
                        <a:rPr lang="en-US" sz="1000" b="0" i="0" u="none" strike="noStrike" dirty="0" err="1">
                          <a:solidFill>
                            <a:srgbClr val="000000"/>
                          </a:solidFill>
                          <a:effectLst/>
                          <a:latin typeface="Calibri" panose="020F0502020204030204" pitchFamily="34" charset="0"/>
                        </a:rPr>
                        <a:t>Soglia</a:t>
                      </a:r>
                      <a:endParaRPr lang="en-US" sz="1000" b="0" i="0" u="none" strike="noStrike" dirty="0">
                        <a:solidFill>
                          <a:srgbClr val="000000"/>
                        </a:solidFill>
                        <a:effectLst/>
                        <a:latin typeface="Calibri" panose="020F0502020204030204" pitchFamily="34" charset="0"/>
                      </a:endParaRPr>
                    </a:p>
                  </a:txBody>
                  <a:tcPr marL="4347" marR="4347" marT="4347"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vMerge="1">
                  <a:txBody>
                    <a:bodyPr/>
                    <a:lstStyle/>
                    <a:p>
                      <a:endParaRPr lang="en-US"/>
                    </a:p>
                  </a:txBody>
                  <a:tcPr/>
                </a:tc>
                <a:tc vMerge="1">
                  <a:txBody>
                    <a:bodyPr/>
                    <a:lstStyle/>
                    <a:p>
                      <a:endParaRPr lang="en-US"/>
                    </a:p>
                  </a:txBody>
                  <a:tcPr/>
                </a:tc>
                <a:tc vMerge="1">
                  <a:txBody>
                    <a:bodyPr/>
                    <a:lstStyle/>
                    <a:p>
                      <a:pPr algn="l" rtl="0" fontAlgn="ctr"/>
                      <a:r>
                        <a:rPr lang="en-US" sz="1000" b="0" i="0" u="none" strike="noStrike" dirty="0">
                          <a:solidFill>
                            <a:srgbClr val="000000"/>
                          </a:solidFill>
                          <a:effectLst/>
                          <a:latin typeface="Calibri" panose="020F0502020204030204" pitchFamily="34" charset="0"/>
                        </a:rPr>
                        <a:t> </a:t>
                      </a:r>
                    </a:p>
                  </a:txBody>
                  <a:tcPr marL="4347" marR="4347" marT="4347"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rtl="0" fontAlgn="ctr"/>
                      <a:r>
                        <a:rPr lang="en-US" sz="1000" b="0" i="0" u="none" strike="noStrike">
                          <a:solidFill>
                            <a:srgbClr val="000000"/>
                          </a:solidFill>
                          <a:effectLst/>
                          <a:latin typeface="Calibri" panose="020F0502020204030204" pitchFamily="34" charset="0"/>
                        </a:rPr>
                        <a:t> </a:t>
                      </a:r>
                    </a:p>
                  </a:txBody>
                  <a:tcPr marL="4347" marR="4347" marT="4347"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rtl="0" fontAlgn="ctr"/>
                      <a:r>
                        <a:rPr lang="en-US" sz="1000" b="0" i="0" u="none" strike="noStrike" dirty="0">
                          <a:solidFill>
                            <a:srgbClr val="000000"/>
                          </a:solidFill>
                          <a:effectLst/>
                          <a:latin typeface="Calibri" panose="020F0502020204030204" pitchFamily="34" charset="0"/>
                        </a:rPr>
                        <a:t> </a:t>
                      </a:r>
                    </a:p>
                  </a:txBody>
                  <a:tcPr marL="4347" marR="4347" marT="4347"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rtl="0" fontAlgn="ctr"/>
                      <a:r>
                        <a:rPr lang="en-US" sz="1000" b="0" i="0" u="none" strike="noStrike" dirty="0">
                          <a:solidFill>
                            <a:srgbClr val="000000"/>
                          </a:solidFill>
                          <a:effectLst/>
                          <a:latin typeface="Calibri" panose="020F0502020204030204" pitchFamily="34" charset="0"/>
                        </a:rPr>
                        <a:t> </a:t>
                      </a:r>
                    </a:p>
                  </a:txBody>
                  <a:tcPr marL="4347" marR="4347" marT="4347"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rtl="0" fontAlgn="ctr"/>
                      <a:r>
                        <a:rPr lang="en-US" sz="1000" b="0" i="0" u="none" strike="noStrike" dirty="0">
                          <a:solidFill>
                            <a:srgbClr val="000000"/>
                          </a:solidFill>
                          <a:effectLst/>
                          <a:latin typeface="Calibri" panose="020F0502020204030204" pitchFamily="34" charset="0"/>
                        </a:rPr>
                        <a:t> </a:t>
                      </a:r>
                    </a:p>
                  </a:txBody>
                  <a:tcPr marL="4347" marR="4347" marT="4347"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extLst>
                  <a:ext uri="{0D108BD9-81ED-4DB2-BD59-A6C34878D82A}">
                    <a16:rowId xmlns:a16="http://schemas.microsoft.com/office/drawing/2014/main" val="1446861812"/>
                  </a:ext>
                </a:extLst>
              </a:tr>
              <a:tr h="225220">
                <a:tc>
                  <a:txBody>
                    <a:bodyPr/>
                    <a:lstStyle/>
                    <a:p>
                      <a:pPr algn="ctr" rtl="0" fontAlgn="ctr"/>
                      <a:r>
                        <a:rPr lang="en-US" sz="1000" b="0" i="0" u="none" strike="noStrike">
                          <a:solidFill>
                            <a:srgbClr val="000000"/>
                          </a:solidFill>
                          <a:effectLst/>
                          <a:latin typeface="Calibri" panose="020F0502020204030204" pitchFamily="34" charset="0"/>
                        </a:rPr>
                        <a:t>ID123</a:t>
                      </a:r>
                      <a:br>
                        <a:rPr lang="en-US" sz="1000" b="0" i="0" u="none" strike="noStrike">
                          <a:solidFill>
                            <a:srgbClr val="000000"/>
                          </a:solidFill>
                          <a:effectLst/>
                          <a:latin typeface="Calibri" panose="020F0502020204030204" pitchFamily="34" charset="0"/>
                        </a:rPr>
                      </a:br>
                      <a:r>
                        <a:rPr lang="en-US" sz="1000" b="0" i="0" u="none" strike="noStrike">
                          <a:solidFill>
                            <a:srgbClr val="000000"/>
                          </a:solidFill>
                          <a:effectLst/>
                          <a:latin typeface="Calibri" panose="020F0502020204030204" pitchFamily="34" charset="0"/>
                        </a:rPr>
                        <a:t>Prima Soglia</a:t>
                      </a:r>
                    </a:p>
                  </a:txBody>
                  <a:tcPr marL="4347" marR="4347" marT="4347"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rowSpan="2">
                  <a:txBody>
                    <a:bodyPr/>
                    <a:lstStyle/>
                    <a:p>
                      <a:pPr algn="ctr" rtl="0" fontAlgn="ctr"/>
                      <a:r>
                        <a:rPr lang="en-US" sz="1000" b="0" i="0" u="none" strike="noStrike">
                          <a:solidFill>
                            <a:srgbClr val="000000"/>
                          </a:solidFill>
                          <a:effectLst/>
                          <a:latin typeface="Calibri" panose="020F0502020204030204" pitchFamily="34" charset="0"/>
                        </a:rPr>
                        <a:t>CBILL: Richiesta Dettaglio Biller</a:t>
                      </a:r>
                    </a:p>
                  </a:txBody>
                  <a:tcPr marL="4347" marR="4347" marT="4347"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rowSpan="2">
                  <a:txBody>
                    <a:bodyPr/>
                    <a:lstStyle/>
                    <a:p>
                      <a:pPr algn="ctr" rtl="0" fontAlgn="ctr"/>
                      <a:r>
                        <a:rPr lang="en-US" sz="1000" b="0" i="0" u="none" strike="noStrike">
                          <a:solidFill>
                            <a:srgbClr val="000000"/>
                          </a:solidFill>
                          <a:effectLst/>
                          <a:latin typeface="Calibri" panose="020F0502020204030204" pitchFamily="34" charset="0"/>
                        </a:rPr>
                        <a:t>Mensile</a:t>
                      </a:r>
                    </a:p>
                  </a:txBody>
                  <a:tcPr marL="4347" marR="4347" marT="4347"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rowSpan="2">
                  <a:txBody>
                    <a:bodyPr/>
                    <a:lstStyle/>
                    <a:p>
                      <a:pPr algn="l" rtl="0" fontAlgn="ctr"/>
                      <a:r>
                        <a:rPr lang="en-US" sz="1000" b="0" i="0" u="none" strike="noStrike" dirty="0">
                          <a:solidFill>
                            <a:srgbClr val="000000"/>
                          </a:solidFill>
                          <a:effectLst/>
                          <a:latin typeface="Calibri" panose="020F0502020204030204" pitchFamily="34" charset="0"/>
                        </a:rPr>
                        <a:t> </a:t>
                      </a:r>
                    </a:p>
                    <a:p>
                      <a:pPr algn="l" rtl="0" fontAlgn="ctr"/>
                      <a:r>
                        <a:rPr lang="en-US" sz="1000" b="0" i="0" u="none" strike="noStrike" dirty="0">
                          <a:solidFill>
                            <a:srgbClr val="000000"/>
                          </a:solidFill>
                          <a:effectLst/>
                          <a:latin typeface="Calibri" panose="020F0502020204030204" pitchFamily="34" charset="0"/>
                        </a:rPr>
                        <a:t> </a:t>
                      </a:r>
                    </a:p>
                  </a:txBody>
                  <a:tcPr marL="4347" marR="4347" marT="4347"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rtl="0" fontAlgn="ctr"/>
                      <a:r>
                        <a:rPr lang="en-US" sz="1000" b="0" i="0" u="none" strike="noStrike">
                          <a:solidFill>
                            <a:srgbClr val="000000"/>
                          </a:solidFill>
                          <a:effectLst/>
                          <a:latin typeface="Calibri" panose="020F0502020204030204" pitchFamily="34" charset="0"/>
                        </a:rPr>
                        <a:t> </a:t>
                      </a:r>
                    </a:p>
                  </a:txBody>
                  <a:tcPr marL="4347" marR="4347" marT="4347"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rtl="0" fontAlgn="ctr"/>
                      <a:r>
                        <a:rPr lang="en-US" sz="1000" b="0" i="0" u="none" strike="noStrike">
                          <a:solidFill>
                            <a:srgbClr val="000000"/>
                          </a:solidFill>
                          <a:effectLst/>
                          <a:latin typeface="Calibri" panose="020F0502020204030204" pitchFamily="34" charset="0"/>
                        </a:rPr>
                        <a:t> </a:t>
                      </a:r>
                    </a:p>
                  </a:txBody>
                  <a:tcPr marL="4347" marR="4347" marT="4347"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rtl="0" fontAlgn="ctr"/>
                      <a:r>
                        <a:rPr lang="en-US" sz="1000" b="0" i="0" u="none" strike="noStrike">
                          <a:solidFill>
                            <a:srgbClr val="000000"/>
                          </a:solidFill>
                          <a:effectLst/>
                          <a:latin typeface="Calibri" panose="020F0502020204030204" pitchFamily="34" charset="0"/>
                        </a:rPr>
                        <a:t> </a:t>
                      </a:r>
                    </a:p>
                  </a:txBody>
                  <a:tcPr marL="4347" marR="4347" marT="4347"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rtl="0" fontAlgn="ctr"/>
                      <a:r>
                        <a:rPr lang="en-US" sz="1000" b="0" i="0" u="none" strike="noStrike">
                          <a:solidFill>
                            <a:srgbClr val="000000"/>
                          </a:solidFill>
                          <a:effectLst/>
                          <a:latin typeface="Calibri" panose="020F0502020204030204" pitchFamily="34" charset="0"/>
                        </a:rPr>
                        <a:t> </a:t>
                      </a:r>
                    </a:p>
                  </a:txBody>
                  <a:tcPr marL="4347" marR="4347" marT="4347"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extLst>
                  <a:ext uri="{0D108BD9-81ED-4DB2-BD59-A6C34878D82A}">
                    <a16:rowId xmlns:a16="http://schemas.microsoft.com/office/drawing/2014/main" val="415381179"/>
                  </a:ext>
                </a:extLst>
              </a:tr>
              <a:tr h="225220">
                <a:tc>
                  <a:txBody>
                    <a:bodyPr/>
                    <a:lstStyle/>
                    <a:p>
                      <a:pPr algn="ctr" rtl="0" fontAlgn="ctr"/>
                      <a:r>
                        <a:rPr lang="en-US" sz="1000" b="0" i="0" u="none" strike="noStrike">
                          <a:solidFill>
                            <a:srgbClr val="000000"/>
                          </a:solidFill>
                          <a:effectLst/>
                          <a:latin typeface="Calibri" panose="020F0502020204030204" pitchFamily="34" charset="0"/>
                        </a:rPr>
                        <a:t>ID123</a:t>
                      </a:r>
                      <a:br>
                        <a:rPr lang="en-US" sz="1000" b="0" i="0" u="none" strike="noStrike">
                          <a:solidFill>
                            <a:srgbClr val="000000"/>
                          </a:solidFill>
                          <a:effectLst/>
                          <a:latin typeface="Calibri" panose="020F0502020204030204" pitchFamily="34" charset="0"/>
                        </a:rPr>
                      </a:br>
                      <a:r>
                        <a:rPr lang="en-US" sz="1000" b="0" i="0" u="none" strike="noStrike">
                          <a:solidFill>
                            <a:srgbClr val="000000"/>
                          </a:solidFill>
                          <a:effectLst/>
                          <a:latin typeface="Calibri" panose="020F0502020204030204" pitchFamily="34" charset="0"/>
                        </a:rPr>
                        <a:t>Seconda Soglia</a:t>
                      </a:r>
                    </a:p>
                  </a:txBody>
                  <a:tcPr marL="4347" marR="4347" marT="4347"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vMerge="1">
                  <a:txBody>
                    <a:bodyPr/>
                    <a:lstStyle/>
                    <a:p>
                      <a:endParaRPr lang="en-US"/>
                    </a:p>
                  </a:txBody>
                  <a:tcPr/>
                </a:tc>
                <a:tc vMerge="1">
                  <a:txBody>
                    <a:bodyPr/>
                    <a:lstStyle/>
                    <a:p>
                      <a:endParaRPr lang="en-US"/>
                    </a:p>
                  </a:txBody>
                  <a:tcPr/>
                </a:tc>
                <a:tc vMerge="1">
                  <a:txBody>
                    <a:bodyPr/>
                    <a:lstStyle/>
                    <a:p>
                      <a:pPr algn="l" rtl="0" fontAlgn="ctr"/>
                      <a:r>
                        <a:rPr lang="en-US" sz="1000" b="0" i="0" u="none" strike="noStrike" dirty="0">
                          <a:solidFill>
                            <a:srgbClr val="000000"/>
                          </a:solidFill>
                          <a:effectLst/>
                          <a:latin typeface="Calibri" panose="020F0502020204030204" pitchFamily="34" charset="0"/>
                        </a:rPr>
                        <a:t> </a:t>
                      </a:r>
                    </a:p>
                  </a:txBody>
                  <a:tcPr marL="4347" marR="4347" marT="4347"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rtl="0" fontAlgn="ctr"/>
                      <a:r>
                        <a:rPr lang="en-US" sz="1000" b="0" i="0" u="none" strike="noStrike">
                          <a:solidFill>
                            <a:srgbClr val="000000"/>
                          </a:solidFill>
                          <a:effectLst/>
                          <a:latin typeface="Calibri" panose="020F0502020204030204" pitchFamily="34" charset="0"/>
                        </a:rPr>
                        <a:t> </a:t>
                      </a:r>
                    </a:p>
                  </a:txBody>
                  <a:tcPr marL="4347" marR="4347" marT="4347"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rtl="0" fontAlgn="ctr"/>
                      <a:r>
                        <a:rPr lang="en-US" sz="1000" b="0" i="0" u="none" strike="noStrike">
                          <a:solidFill>
                            <a:srgbClr val="000000"/>
                          </a:solidFill>
                          <a:effectLst/>
                          <a:latin typeface="Calibri" panose="020F0502020204030204" pitchFamily="34" charset="0"/>
                        </a:rPr>
                        <a:t> </a:t>
                      </a:r>
                    </a:p>
                  </a:txBody>
                  <a:tcPr marL="4347" marR="4347" marT="4347"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rtl="0" fontAlgn="ctr"/>
                      <a:r>
                        <a:rPr lang="en-US" sz="1000" b="0" i="0" u="none" strike="noStrike">
                          <a:solidFill>
                            <a:srgbClr val="000000"/>
                          </a:solidFill>
                          <a:effectLst/>
                          <a:latin typeface="Calibri" panose="020F0502020204030204" pitchFamily="34" charset="0"/>
                        </a:rPr>
                        <a:t> </a:t>
                      </a:r>
                    </a:p>
                  </a:txBody>
                  <a:tcPr marL="4347" marR="4347" marT="4347"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rtl="0" fontAlgn="ctr"/>
                      <a:r>
                        <a:rPr lang="en-US" sz="1000" b="0" i="0" u="none" strike="noStrike">
                          <a:solidFill>
                            <a:srgbClr val="000000"/>
                          </a:solidFill>
                          <a:effectLst/>
                          <a:latin typeface="Calibri" panose="020F0502020204030204" pitchFamily="34" charset="0"/>
                        </a:rPr>
                        <a:t> </a:t>
                      </a:r>
                    </a:p>
                  </a:txBody>
                  <a:tcPr marL="4347" marR="4347" marT="4347"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extLst>
                  <a:ext uri="{0D108BD9-81ED-4DB2-BD59-A6C34878D82A}">
                    <a16:rowId xmlns:a16="http://schemas.microsoft.com/office/drawing/2014/main" val="4228099389"/>
                  </a:ext>
                </a:extLst>
              </a:tr>
              <a:tr h="225220">
                <a:tc>
                  <a:txBody>
                    <a:bodyPr/>
                    <a:lstStyle/>
                    <a:p>
                      <a:pPr algn="ctr" rtl="0" fontAlgn="ctr"/>
                      <a:r>
                        <a:rPr lang="en-US" sz="1000" b="0" i="0" u="none" strike="noStrike">
                          <a:solidFill>
                            <a:srgbClr val="000000"/>
                          </a:solidFill>
                          <a:effectLst/>
                          <a:latin typeface="Calibri" panose="020F0502020204030204" pitchFamily="34" charset="0"/>
                        </a:rPr>
                        <a:t>ID124</a:t>
                      </a:r>
                      <a:br>
                        <a:rPr lang="en-US" sz="1000" b="0" i="0" u="none" strike="noStrike">
                          <a:solidFill>
                            <a:srgbClr val="000000"/>
                          </a:solidFill>
                          <a:effectLst/>
                          <a:latin typeface="Calibri" panose="020F0502020204030204" pitchFamily="34" charset="0"/>
                        </a:rPr>
                      </a:br>
                      <a:r>
                        <a:rPr lang="en-US" sz="1000" b="0" i="0" u="none" strike="noStrike">
                          <a:solidFill>
                            <a:srgbClr val="000000"/>
                          </a:solidFill>
                          <a:effectLst/>
                          <a:latin typeface="Calibri" panose="020F0502020204030204" pitchFamily="34" charset="0"/>
                        </a:rPr>
                        <a:t>Prima Soglia</a:t>
                      </a:r>
                    </a:p>
                  </a:txBody>
                  <a:tcPr marL="4347" marR="4347" marT="4347"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rowSpan="2">
                  <a:txBody>
                    <a:bodyPr/>
                    <a:lstStyle/>
                    <a:p>
                      <a:pPr algn="ctr" rtl="0" fontAlgn="ctr"/>
                      <a:r>
                        <a:rPr lang="it-IT" sz="1000" b="0" i="0" u="none" strike="noStrike">
                          <a:solidFill>
                            <a:srgbClr val="353333"/>
                          </a:solidFill>
                          <a:effectLst/>
                          <a:latin typeface="Calibri" panose="020F0502020204030204" pitchFamily="34" charset="0"/>
                        </a:rPr>
                        <a:t>CBILL: Richiesta visualizzazione dati bollette - BillDataListRequest</a:t>
                      </a:r>
                    </a:p>
                  </a:txBody>
                  <a:tcPr marL="4347" marR="4347" marT="4347"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rowSpan="2">
                  <a:txBody>
                    <a:bodyPr/>
                    <a:lstStyle/>
                    <a:p>
                      <a:pPr algn="ctr" rtl="0" fontAlgn="ctr"/>
                      <a:r>
                        <a:rPr lang="en-US" sz="1000" b="0" i="0" u="none" strike="noStrike">
                          <a:solidFill>
                            <a:srgbClr val="000000"/>
                          </a:solidFill>
                          <a:effectLst/>
                          <a:latin typeface="Calibri" panose="020F0502020204030204" pitchFamily="34" charset="0"/>
                        </a:rPr>
                        <a:t>Mensile</a:t>
                      </a:r>
                    </a:p>
                  </a:txBody>
                  <a:tcPr marL="4347" marR="4347" marT="4347"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rowSpan="2">
                  <a:txBody>
                    <a:bodyPr/>
                    <a:lstStyle/>
                    <a:p>
                      <a:pPr algn="l" rtl="0" fontAlgn="ctr"/>
                      <a:r>
                        <a:rPr lang="en-US" sz="1000" b="0" i="0" u="none" strike="noStrike" dirty="0">
                          <a:solidFill>
                            <a:srgbClr val="000000"/>
                          </a:solidFill>
                          <a:effectLst/>
                          <a:latin typeface="Calibri" panose="020F0502020204030204" pitchFamily="34" charset="0"/>
                        </a:rPr>
                        <a:t> </a:t>
                      </a:r>
                    </a:p>
                    <a:p>
                      <a:pPr algn="l" rtl="0" fontAlgn="ctr"/>
                      <a:r>
                        <a:rPr lang="en-US" sz="1000" b="0" i="0" u="none" strike="noStrike" dirty="0">
                          <a:solidFill>
                            <a:srgbClr val="000000"/>
                          </a:solidFill>
                          <a:effectLst/>
                          <a:latin typeface="Calibri" panose="020F0502020204030204" pitchFamily="34" charset="0"/>
                        </a:rPr>
                        <a:t> </a:t>
                      </a:r>
                    </a:p>
                  </a:txBody>
                  <a:tcPr marL="4347" marR="4347" marT="4347"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rtl="0" fontAlgn="ctr"/>
                      <a:r>
                        <a:rPr lang="en-US" sz="1000" b="0" i="0" u="none" strike="noStrike">
                          <a:solidFill>
                            <a:srgbClr val="000000"/>
                          </a:solidFill>
                          <a:effectLst/>
                          <a:latin typeface="Calibri" panose="020F0502020204030204" pitchFamily="34" charset="0"/>
                        </a:rPr>
                        <a:t> </a:t>
                      </a:r>
                    </a:p>
                  </a:txBody>
                  <a:tcPr marL="4347" marR="4347" marT="4347"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rtl="0" fontAlgn="ctr"/>
                      <a:r>
                        <a:rPr lang="en-US" sz="1000" b="0" i="0" u="none" strike="noStrike">
                          <a:solidFill>
                            <a:srgbClr val="000000"/>
                          </a:solidFill>
                          <a:effectLst/>
                          <a:latin typeface="Calibri" panose="020F0502020204030204" pitchFamily="34" charset="0"/>
                        </a:rPr>
                        <a:t> </a:t>
                      </a:r>
                    </a:p>
                  </a:txBody>
                  <a:tcPr marL="4347" marR="4347" marT="4347"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rtl="0" fontAlgn="ctr"/>
                      <a:r>
                        <a:rPr lang="en-US" sz="1000" b="0" i="0" u="none" strike="noStrike">
                          <a:solidFill>
                            <a:srgbClr val="000000"/>
                          </a:solidFill>
                          <a:effectLst/>
                          <a:latin typeface="Calibri" panose="020F0502020204030204" pitchFamily="34" charset="0"/>
                        </a:rPr>
                        <a:t> </a:t>
                      </a:r>
                    </a:p>
                  </a:txBody>
                  <a:tcPr marL="4347" marR="4347" marT="4347"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rtl="0" fontAlgn="ctr"/>
                      <a:r>
                        <a:rPr lang="en-US" sz="1000" b="0" i="0" u="none" strike="noStrike">
                          <a:solidFill>
                            <a:srgbClr val="000000"/>
                          </a:solidFill>
                          <a:effectLst/>
                          <a:latin typeface="Calibri" panose="020F0502020204030204" pitchFamily="34" charset="0"/>
                        </a:rPr>
                        <a:t> </a:t>
                      </a:r>
                    </a:p>
                  </a:txBody>
                  <a:tcPr marL="4347" marR="4347" marT="4347"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extLst>
                  <a:ext uri="{0D108BD9-81ED-4DB2-BD59-A6C34878D82A}">
                    <a16:rowId xmlns:a16="http://schemas.microsoft.com/office/drawing/2014/main" val="299149051"/>
                  </a:ext>
                </a:extLst>
              </a:tr>
              <a:tr h="225220">
                <a:tc>
                  <a:txBody>
                    <a:bodyPr/>
                    <a:lstStyle/>
                    <a:p>
                      <a:pPr algn="ctr" rtl="0" fontAlgn="ctr"/>
                      <a:r>
                        <a:rPr lang="en-US" sz="1000" b="0" i="0" u="none" strike="noStrike">
                          <a:solidFill>
                            <a:srgbClr val="000000"/>
                          </a:solidFill>
                          <a:effectLst/>
                          <a:latin typeface="Calibri" panose="020F0502020204030204" pitchFamily="34" charset="0"/>
                        </a:rPr>
                        <a:t>ID124</a:t>
                      </a:r>
                      <a:br>
                        <a:rPr lang="en-US" sz="1000" b="0" i="0" u="none" strike="noStrike">
                          <a:solidFill>
                            <a:srgbClr val="000000"/>
                          </a:solidFill>
                          <a:effectLst/>
                          <a:latin typeface="Calibri" panose="020F0502020204030204" pitchFamily="34" charset="0"/>
                        </a:rPr>
                      </a:br>
                      <a:r>
                        <a:rPr lang="en-US" sz="1000" b="0" i="0" u="none" strike="noStrike">
                          <a:solidFill>
                            <a:srgbClr val="000000"/>
                          </a:solidFill>
                          <a:effectLst/>
                          <a:latin typeface="Calibri" panose="020F0502020204030204" pitchFamily="34" charset="0"/>
                        </a:rPr>
                        <a:t>Seconda Soglia</a:t>
                      </a:r>
                    </a:p>
                  </a:txBody>
                  <a:tcPr marL="4347" marR="4347" marT="4347"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vMerge="1">
                  <a:txBody>
                    <a:bodyPr/>
                    <a:lstStyle/>
                    <a:p>
                      <a:endParaRPr lang="en-US"/>
                    </a:p>
                  </a:txBody>
                  <a:tcPr/>
                </a:tc>
                <a:tc vMerge="1">
                  <a:txBody>
                    <a:bodyPr/>
                    <a:lstStyle/>
                    <a:p>
                      <a:endParaRPr lang="en-US"/>
                    </a:p>
                  </a:txBody>
                  <a:tcPr/>
                </a:tc>
                <a:tc vMerge="1">
                  <a:txBody>
                    <a:bodyPr/>
                    <a:lstStyle/>
                    <a:p>
                      <a:pPr algn="l" rtl="0" fontAlgn="ctr"/>
                      <a:r>
                        <a:rPr lang="en-US" sz="1000" b="0" i="0" u="none" strike="noStrike" dirty="0">
                          <a:solidFill>
                            <a:srgbClr val="000000"/>
                          </a:solidFill>
                          <a:effectLst/>
                          <a:latin typeface="Calibri" panose="020F0502020204030204" pitchFamily="34" charset="0"/>
                        </a:rPr>
                        <a:t> </a:t>
                      </a:r>
                    </a:p>
                  </a:txBody>
                  <a:tcPr marL="4347" marR="4347" marT="4347"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rtl="0" fontAlgn="ctr"/>
                      <a:r>
                        <a:rPr lang="en-US" sz="1000" b="0" i="0" u="none" strike="noStrike">
                          <a:solidFill>
                            <a:srgbClr val="000000"/>
                          </a:solidFill>
                          <a:effectLst/>
                          <a:latin typeface="Calibri" panose="020F0502020204030204" pitchFamily="34" charset="0"/>
                        </a:rPr>
                        <a:t> </a:t>
                      </a:r>
                    </a:p>
                  </a:txBody>
                  <a:tcPr marL="4347" marR="4347" marT="4347"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rtl="0" fontAlgn="ctr"/>
                      <a:r>
                        <a:rPr lang="en-US" sz="1000" b="0" i="0" u="none" strike="noStrike">
                          <a:solidFill>
                            <a:srgbClr val="000000"/>
                          </a:solidFill>
                          <a:effectLst/>
                          <a:latin typeface="Calibri" panose="020F0502020204030204" pitchFamily="34" charset="0"/>
                        </a:rPr>
                        <a:t> </a:t>
                      </a:r>
                    </a:p>
                  </a:txBody>
                  <a:tcPr marL="4347" marR="4347" marT="4347"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rtl="0" fontAlgn="ctr"/>
                      <a:r>
                        <a:rPr lang="en-US" sz="1000" b="0" i="0" u="none" strike="noStrike">
                          <a:solidFill>
                            <a:srgbClr val="000000"/>
                          </a:solidFill>
                          <a:effectLst/>
                          <a:latin typeface="Calibri" panose="020F0502020204030204" pitchFamily="34" charset="0"/>
                        </a:rPr>
                        <a:t> </a:t>
                      </a:r>
                    </a:p>
                  </a:txBody>
                  <a:tcPr marL="4347" marR="4347" marT="4347"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rtl="0" fontAlgn="ctr"/>
                      <a:r>
                        <a:rPr lang="en-US" sz="1000" b="0" i="0" u="none" strike="noStrike" dirty="0">
                          <a:solidFill>
                            <a:srgbClr val="000000"/>
                          </a:solidFill>
                          <a:effectLst/>
                          <a:latin typeface="Calibri" panose="020F0502020204030204" pitchFamily="34" charset="0"/>
                        </a:rPr>
                        <a:t> </a:t>
                      </a:r>
                    </a:p>
                  </a:txBody>
                  <a:tcPr marL="4347" marR="4347" marT="4347"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extLst>
                  <a:ext uri="{0D108BD9-81ED-4DB2-BD59-A6C34878D82A}">
                    <a16:rowId xmlns:a16="http://schemas.microsoft.com/office/drawing/2014/main" val="1193904150"/>
                  </a:ext>
                </a:extLst>
              </a:tr>
              <a:tr h="225220">
                <a:tc>
                  <a:txBody>
                    <a:bodyPr/>
                    <a:lstStyle/>
                    <a:p>
                      <a:pPr algn="ctr" rtl="0" fontAlgn="ctr"/>
                      <a:r>
                        <a:rPr lang="en-US" sz="1000" b="0" i="0" u="none" strike="noStrike">
                          <a:solidFill>
                            <a:srgbClr val="000000"/>
                          </a:solidFill>
                          <a:effectLst/>
                          <a:latin typeface="Calibri" panose="020F0502020204030204" pitchFamily="34" charset="0"/>
                        </a:rPr>
                        <a:t>ID125</a:t>
                      </a:r>
                      <a:br>
                        <a:rPr lang="en-US" sz="1000" b="0" i="0" u="none" strike="noStrike">
                          <a:solidFill>
                            <a:srgbClr val="000000"/>
                          </a:solidFill>
                          <a:effectLst/>
                          <a:latin typeface="Calibri" panose="020F0502020204030204" pitchFamily="34" charset="0"/>
                        </a:rPr>
                      </a:br>
                      <a:r>
                        <a:rPr lang="en-US" sz="1000" b="0" i="0" u="none" strike="noStrike">
                          <a:solidFill>
                            <a:srgbClr val="000000"/>
                          </a:solidFill>
                          <a:effectLst/>
                          <a:latin typeface="Calibri" panose="020F0502020204030204" pitchFamily="34" charset="0"/>
                        </a:rPr>
                        <a:t>Prima Soglia</a:t>
                      </a:r>
                    </a:p>
                  </a:txBody>
                  <a:tcPr marL="4347" marR="4347" marT="4347"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rowSpan="2">
                  <a:txBody>
                    <a:bodyPr/>
                    <a:lstStyle/>
                    <a:p>
                      <a:pPr algn="ctr" rtl="0" fontAlgn="ctr"/>
                      <a:r>
                        <a:rPr lang="it-IT" sz="1000" b="0" i="0" u="none" strike="noStrike">
                          <a:solidFill>
                            <a:srgbClr val="353333"/>
                          </a:solidFill>
                          <a:effectLst/>
                          <a:latin typeface="Calibri" panose="020F0502020204030204" pitchFamily="34" charset="0"/>
                        </a:rPr>
                        <a:t>CBILL: Richiesta aggiornamento stato bolletta, Annullamento richiesta - BillDataRequest - UpdateBillStatus - SIQLinkCancel</a:t>
                      </a:r>
                    </a:p>
                  </a:txBody>
                  <a:tcPr marL="4347" marR="4347" marT="4347"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rowSpan="2">
                  <a:txBody>
                    <a:bodyPr/>
                    <a:lstStyle/>
                    <a:p>
                      <a:pPr algn="ctr" rtl="0" fontAlgn="ctr"/>
                      <a:r>
                        <a:rPr lang="en-US" sz="1000" b="0" i="0" u="none" strike="noStrike">
                          <a:solidFill>
                            <a:srgbClr val="000000"/>
                          </a:solidFill>
                          <a:effectLst/>
                          <a:latin typeface="Calibri" panose="020F0502020204030204" pitchFamily="34" charset="0"/>
                        </a:rPr>
                        <a:t>Mensile</a:t>
                      </a:r>
                    </a:p>
                  </a:txBody>
                  <a:tcPr marL="4347" marR="4347" marT="4347"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rowSpan="2">
                  <a:txBody>
                    <a:bodyPr/>
                    <a:lstStyle/>
                    <a:p>
                      <a:pPr algn="l" rtl="0" fontAlgn="ctr"/>
                      <a:r>
                        <a:rPr lang="en-US" sz="1000" b="0" i="0" u="none" strike="noStrike" dirty="0">
                          <a:solidFill>
                            <a:srgbClr val="000000"/>
                          </a:solidFill>
                          <a:effectLst/>
                          <a:latin typeface="Calibri" panose="020F0502020204030204" pitchFamily="34" charset="0"/>
                        </a:rPr>
                        <a:t> </a:t>
                      </a:r>
                    </a:p>
                    <a:p>
                      <a:pPr algn="l" rtl="0" fontAlgn="ctr"/>
                      <a:r>
                        <a:rPr lang="en-US" sz="1000" b="0" i="0" u="none" strike="noStrike" dirty="0">
                          <a:solidFill>
                            <a:srgbClr val="000000"/>
                          </a:solidFill>
                          <a:effectLst/>
                          <a:latin typeface="Calibri" panose="020F0502020204030204" pitchFamily="34" charset="0"/>
                        </a:rPr>
                        <a:t> </a:t>
                      </a:r>
                    </a:p>
                  </a:txBody>
                  <a:tcPr marL="4347" marR="4347" marT="4347"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rtl="0" fontAlgn="ctr"/>
                      <a:r>
                        <a:rPr lang="en-US" sz="1000" b="0" i="0" u="none" strike="noStrike" dirty="0">
                          <a:solidFill>
                            <a:srgbClr val="000000"/>
                          </a:solidFill>
                          <a:effectLst/>
                          <a:latin typeface="Calibri" panose="020F0502020204030204" pitchFamily="34" charset="0"/>
                        </a:rPr>
                        <a:t> </a:t>
                      </a:r>
                    </a:p>
                  </a:txBody>
                  <a:tcPr marL="4347" marR="4347" marT="4347"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rtl="0" fontAlgn="ctr"/>
                      <a:r>
                        <a:rPr lang="en-US" sz="1000" b="0" i="0" u="none" strike="noStrike">
                          <a:solidFill>
                            <a:srgbClr val="000000"/>
                          </a:solidFill>
                          <a:effectLst/>
                          <a:latin typeface="Calibri" panose="020F0502020204030204" pitchFamily="34" charset="0"/>
                        </a:rPr>
                        <a:t> </a:t>
                      </a:r>
                    </a:p>
                  </a:txBody>
                  <a:tcPr marL="4347" marR="4347" marT="4347"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rtl="0" fontAlgn="ctr"/>
                      <a:r>
                        <a:rPr lang="en-US" sz="1000" b="0" i="0" u="none" strike="noStrike">
                          <a:solidFill>
                            <a:srgbClr val="000000"/>
                          </a:solidFill>
                          <a:effectLst/>
                          <a:latin typeface="Calibri" panose="020F0502020204030204" pitchFamily="34" charset="0"/>
                        </a:rPr>
                        <a:t> </a:t>
                      </a:r>
                    </a:p>
                  </a:txBody>
                  <a:tcPr marL="4347" marR="4347" marT="4347"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rtl="0" fontAlgn="ctr"/>
                      <a:r>
                        <a:rPr lang="en-US" sz="1000" b="0" i="0" u="none" strike="noStrike" dirty="0">
                          <a:solidFill>
                            <a:srgbClr val="000000"/>
                          </a:solidFill>
                          <a:effectLst/>
                          <a:latin typeface="Calibri" panose="020F0502020204030204" pitchFamily="34" charset="0"/>
                        </a:rPr>
                        <a:t> </a:t>
                      </a:r>
                    </a:p>
                  </a:txBody>
                  <a:tcPr marL="4347" marR="4347" marT="4347"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extLst>
                  <a:ext uri="{0D108BD9-81ED-4DB2-BD59-A6C34878D82A}">
                    <a16:rowId xmlns:a16="http://schemas.microsoft.com/office/drawing/2014/main" val="1930581040"/>
                  </a:ext>
                </a:extLst>
              </a:tr>
              <a:tr h="225220">
                <a:tc>
                  <a:txBody>
                    <a:bodyPr/>
                    <a:lstStyle/>
                    <a:p>
                      <a:pPr algn="ctr" rtl="0" fontAlgn="ctr"/>
                      <a:r>
                        <a:rPr lang="en-US" sz="1000" b="0" i="0" u="none" strike="noStrike">
                          <a:solidFill>
                            <a:srgbClr val="000000"/>
                          </a:solidFill>
                          <a:effectLst/>
                          <a:latin typeface="Calibri" panose="020F0502020204030204" pitchFamily="34" charset="0"/>
                        </a:rPr>
                        <a:t>ID125</a:t>
                      </a:r>
                      <a:br>
                        <a:rPr lang="en-US" sz="1000" b="0" i="0" u="none" strike="noStrike">
                          <a:solidFill>
                            <a:srgbClr val="000000"/>
                          </a:solidFill>
                          <a:effectLst/>
                          <a:latin typeface="Calibri" panose="020F0502020204030204" pitchFamily="34" charset="0"/>
                        </a:rPr>
                      </a:br>
                      <a:r>
                        <a:rPr lang="en-US" sz="1000" b="0" i="0" u="none" strike="noStrike">
                          <a:solidFill>
                            <a:srgbClr val="000000"/>
                          </a:solidFill>
                          <a:effectLst/>
                          <a:latin typeface="Calibri" panose="020F0502020204030204" pitchFamily="34" charset="0"/>
                        </a:rPr>
                        <a:t>Seconda Soglia</a:t>
                      </a:r>
                    </a:p>
                  </a:txBody>
                  <a:tcPr marL="4347" marR="4347" marT="4347"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vMerge="1">
                  <a:txBody>
                    <a:bodyPr/>
                    <a:lstStyle/>
                    <a:p>
                      <a:endParaRPr lang="en-US"/>
                    </a:p>
                  </a:txBody>
                  <a:tcPr/>
                </a:tc>
                <a:tc vMerge="1">
                  <a:txBody>
                    <a:bodyPr/>
                    <a:lstStyle/>
                    <a:p>
                      <a:endParaRPr lang="en-US"/>
                    </a:p>
                  </a:txBody>
                  <a:tcPr/>
                </a:tc>
                <a:tc vMerge="1">
                  <a:txBody>
                    <a:bodyPr/>
                    <a:lstStyle/>
                    <a:p>
                      <a:pPr algn="l" rtl="0" fontAlgn="ctr"/>
                      <a:r>
                        <a:rPr lang="en-US" sz="1000" b="0" i="0" u="none" strike="noStrike" dirty="0">
                          <a:solidFill>
                            <a:srgbClr val="000000"/>
                          </a:solidFill>
                          <a:effectLst/>
                          <a:latin typeface="Calibri" panose="020F0502020204030204" pitchFamily="34" charset="0"/>
                        </a:rPr>
                        <a:t> </a:t>
                      </a:r>
                    </a:p>
                  </a:txBody>
                  <a:tcPr marL="4347" marR="4347" marT="4347"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rtl="0" fontAlgn="ctr"/>
                      <a:r>
                        <a:rPr lang="en-US" sz="1000" b="0" i="0" u="none" strike="noStrike">
                          <a:solidFill>
                            <a:srgbClr val="000000"/>
                          </a:solidFill>
                          <a:effectLst/>
                          <a:latin typeface="Calibri" panose="020F0502020204030204" pitchFamily="34" charset="0"/>
                        </a:rPr>
                        <a:t> </a:t>
                      </a:r>
                    </a:p>
                  </a:txBody>
                  <a:tcPr marL="4347" marR="4347" marT="4347"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rtl="0" fontAlgn="ctr"/>
                      <a:r>
                        <a:rPr lang="en-US" sz="1000" b="0" i="0" u="none" strike="noStrike">
                          <a:solidFill>
                            <a:srgbClr val="000000"/>
                          </a:solidFill>
                          <a:effectLst/>
                          <a:latin typeface="Calibri" panose="020F0502020204030204" pitchFamily="34" charset="0"/>
                        </a:rPr>
                        <a:t> </a:t>
                      </a:r>
                    </a:p>
                  </a:txBody>
                  <a:tcPr marL="4347" marR="4347" marT="4347"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rtl="0" fontAlgn="ctr"/>
                      <a:r>
                        <a:rPr lang="en-US" sz="1000" b="0" i="0" u="none" strike="noStrike">
                          <a:solidFill>
                            <a:srgbClr val="000000"/>
                          </a:solidFill>
                          <a:effectLst/>
                          <a:latin typeface="Calibri" panose="020F0502020204030204" pitchFamily="34" charset="0"/>
                        </a:rPr>
                        <a:t> </a:t>
                      </a:r>
                    </a:p>
                  </a:txBody>
                  <a:tcPr marL="4347" marR="4347" marT="4347"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rtl="0" fontAlgn="ctr"/>
                      <a:r>
                        <a:rPr lang="en-US" sz="1000" b="0" i="0" u="none" strike="noStrike" dirty="0">
                          <a:solidFill>
                            <a:srgbClr val="000000"/>
                          </a:solidFill>
                          <a:effectLst/>
                          <a:latin typeface="Calibri" panose="020F0502020204030204" pitchFamily="34" charset="0"/>
                        </a:rPr>
                        <a:t> </a:t>
                      </a:r>
                    </a:p>
                  </a:txBody>
                  <a:tcPr marL="4347" marR="4347" marT="4347"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extLst>
                  <a:ext uri="{0D108BD9-81ED-4DB2-BD59-A6C34878D82A}">
                    <a16:rowId xmlns:a16="http://schemas.microsoft.com/office/drawing/2014/main" val="3643205607"/>
                  </a:ext>
                </a:extLst>
              </a:tr>
              <a:tr h="225220">
                <a:tc>
                  <a:txBody>
                    <a:bodyPr/>
                    <a:lstStyle/>
                    <a:p>
                      <a:pPr algn="ctr" rtl="0" fontAlgn="ctr"/>
                      <a:r>
                        <a:rPr lang="en-US" sz="1000" b="0" i="0" u="none" strike="noStrike" dirty="0">
                          <a:solidFill>
                            <a:srgbClr val="000000"/>
                          </a:solidFill>
                          <a:effectLst/>
                          <a:latin typeface="Calibri" panose="020F0502020204030204" pitchFamily="34" charset="0"/>
                        </a:rPr>
                        <a:t>ID134</a:t>
                      </a:r>
                    </a:p>
                  </a:txBody>
                  <a:tcPr marL="4347" marR="4347" marT="4347"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rtl="0" fontAlgn="ctr"/>
                      <a:r>
                        <a:rPr lang="it-IT" sz="1000" b="0" i="0" u="none" strike="noStrike">
                          <a:solidFill>
                            <a:srgbClr val="000000"/>
                          </a:solidFill>
                          <a:effectLst/>
                          <a:latin typeface="Calibri" panose="020F0502020204030204" pitchFamily="34" charset="0"/>
                        </a:rPr>
                        <a:t>Tempo di risposta per ottenere la chiave di cifratura CryptoHub</a:t>
                      </a:r>
                    </a:p>
                  </a:txBody>
                  <a:tcPr marL="4347" marR="4347" marT="4347"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rtl="0" fontAlgn="ctr"/>
                      <a:r>
                        <a:rPr lang="en-US" sz="1000" b="0" i="0" u="none" strike="noStrike">
                          <a:solidFill>
                            <a:srgbClr val="000000"/>
                          </a:solidFill>
                          <a:effectLst/>
                          <a:latin typeface="Calibri" panose="020F0502020204030204" pitchFamily="34" charset="0"/>
                        </a:rPr>
                        <a:t>Mensile</a:t>
                      </a:r>
                    </a:p>
                  </a:txBody>
                  <a:tcPr marL="4347" marR="4347" marT="4347"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rtl="0" fontAlgn="ctr"/>
                      <a:r>
                        <a:rPr lang="en-US" sz="1000" b="0" i="0" u="none" strike="noStrike">
                          <a:solidFill>
                            <a:srgbClr val="000000"/>
                          </a:solidFill>
                          <a:effectLst/>
                          <a:latin typeface="Calibri" panose="020F0502020204030204" pitchFamily="34" charset="0"/>
                        </a:rPr>
                        <a:t> </a:t>
                      </a:r>
                    </a:p>
                  </a:txBody>
                  <a:tcPr marL="4347" marR="4347" marT="4347"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rtl="0" fontAlgn="ctr"/>
                      <a:r>
                        <a:rPr lang="en-US" sz="1000" b="0" i="0" u="none" strike="noStrike">
                          <a:solidFill>
                            <a:srgbClr val="000000"/>
                          </a:solidFill>
                          <a:effectLst/>
                          <a:latin typeface="Calibri" panose="020F0502020204030204" pitchFamily="34" charset="0"/>
                        </a:rPr>
                        <a:t> </a:t>
                      </a:r>
                    </a:p>
                  </a:txBody>
                  <a:tcPr marL="4347" marR="4347" marT="4347"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rtl="0" fontAlgn="ctr"/>
                      <a:r>
                        <a:rPr lang="en-US" sz="1000" b="0" i="0" u="none" strike="noStrike" dirty="0">
                          <a:solidFill>
                            <a:srgbClr val="000000"/>
                          </a:solidFill>
                          <a:effectLst/>
                          <a:latin typeface="Calibri" panose="020F0502020204030204" pitchFamily="34" charset="0"/>
                        </a:rPr>
                        <a:t> </a:t>
                      </a:r>
                    </a:p>
                  </a:txBody>
                  <a:tcPr marL="4347" marR="4347" marT="4347"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rtl="0" fontAlgn="ctr"/>
                      <a:r>
                        <a:rPr lang="en-US" sz="1000" b="0" i="0" u="none" strike="noStrike" dirty="0">
                          <a:solidFill>
                            <a:srgbClr val="000000"/>
                          </a:solidFill>
                          <a:effectLst/>
                          <a:latin typeface="Calibri" panose="020F0502020204030204" pitchFamily="34" charset="0"/>
                        </a:rPr>
                        <a:t> </a:t>
                      </a:r>
                    </a:p>
                  </a:txBody>
                  <a:tcPr marL="4347" marR="4347" marT="4347"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rtl="0" fontAlgn="ctr"/>
                      <a:r>
                        <a:rPr lang="en-US" sz="1000" b="0" i="0" u="none" strike="noStrike" dirty="0">
                          <a:solidFill>
                            <a:srgbClr val="000000"/>
                          </a:solidFill>
                          <a:effectLst/>
                          <a:latin typeface="Calibri" panose="020F0502020204030204" pitchFamily="34" charset="0"/>
                        </a:rPr>
                        <a:t> </a:t>
                      </a:r>
                    </a:p>
                  </a:txBody>
                  <a:tcPr marL="4347" marR="4347" marT="4347"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extLst>
                  <a:ext uri="{0D108BD9-81ED-4DB2-BD59-A6C34878D82A}">
                    <a16:rowId xmlns:a16="http://schemas.microsoft.com/office/drawing/2014/main" val="2989924790"/>
                  </a:ext>
                </a:extLst>
              </a:tr>
            </a:tbl>
          </a:graphicData>
        </a:graphic>
      </p:graphicFrame>
      <p:sp>
        <p:nvSpPr>
          <p:cNvPr id="3" name="Rettangolo 2">
            <a:extLst>
              <a:ext uri="{FF2B5EF4-FFF2-40B4-BE49-F238E27FC236}">
                <a16:creationId xmlns:a16="http://schemas.microsoft.com/office/drawing/2014/main" id="{49E3E142-2228-C72D-F1EC-99B6451809FB}"/>
              </a:ext>
            </a:extLst>
          </p:cNvPr>
          <p:cNvSpPr/>
          <p:nvPr/>
        </p:nvSpPr>
        <p:spPr>
          <a:xfrm>
            <a:off x="203200" y="5852160"/>
            <a:ext cx="11917680" cy="47752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9402491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testo 1">
            <a:extLst>
              <a:ext uri="{FF2B5EF4-FFF2-40B4-BE49-F238E27FC236}">
                <a16:creationId xmlns:a16="http://schemas.microsoft.com/office/drawing/2014/main" id="{C1FC055D-BC62-C270-6669-7320F79D9E8A}"/>
              </a:ext>
            </a:extLst>
          </p:cNvPr>
          <p:cNvSpPr>
            <a:spLocks noGrp="1"/>
          </p:cNvSpPr>
          <p:nvPr>
            <p:ph type="body" sz="quarter" idx="10"/>
          </p:nvPr>
        </p:nvSpPr>
        <p:spPr/>
        <p:txBody>
          <a:bodyPr/>
          <a:lstStyle/>
          <a:p>
            <a:r>
              <a:rPr lang="it-IT" dirty="0"/>
              <a:t>Template SLA – T5a</a:t>
            </a:r>
          </a:p>
          <a:p>
            <a:r>
              <a:rPr lang="it-IT" dirty="0"/>
              <a:t>MM/AAAA –Reportistica Giornaliera</a:t>
            </a:r>
          </a:p>
        </p:txBody>
      </p:sp>
      <p:sp>
        <p:nvSpPr>
          <p:cNvPr id="6" name="CasellaDiTesto 5">
            <a:extLst>
              <a:ext uri="{FF2B5EF4-FFF2-40B4-BE49-F238E27FC236}">
                <a16:creationId xmlns:a16="http://schemas.microsoft.com/office/drawing/2014/main" id="{3492011C-4B6C-BD8C-6465-442E8F4D89F6}"/>
              </a:ext>
            </a:extLst>
          </p:cNvPr>
          <p:cNvSpPr txBox="1"/>
          <p:nvPr/>
        </p:nvSpPr>
        <p:spPr>
          <a:xfrm>
            <a:off x="371474" y="1262948"/>
            <a:ext cx="2296225" cy="369332"/>
          </a:xfrm>
          <a:prstGeom prst="rect">
            <a:avLst/>
          </a:prstGeom>
          <a:noFill/>
        </p:spPr>
        <p:txBody>
          <a:bodyPr wrap="square" rtlCol="0">
            <a:spAutoFit/>
          </a:bodyPr>
          <a:lstStyle/>
          <a:p>
            <a:r>
              <a:rPr lang="it-IT" dirty="0"/>
              <a:t>TAB 1</a:t>
            </a:r>
          </a:p>
        </p:txBody>
      </p:sp>
      <p:graphicFrame>
        <p:nvGraphicFramePr>
          <p:cNvPr id="7" name="Tabella 6">
            <a:extLst>
              <a:ext uri="{FF2B5EF4-FFF2-40B4-BE49-F238E27FC236}">
                <a16:creationId xmlns:a16="http://schemas.microsoft.com/office/drawing/2014/main" id="{342D6686-A3A0-2980-2F84-5D8BAE6BA639}"/>
              </a:ext>
            </a:extLst>
          </p:cNvPr>
          <p:cNvGraphicFramePr>
            <a:graphicFrameLocks noGrp="1"/>
          </p:cNvGraphicFramePr>
          <p:nvPr>
            <p:extLst>
              <p:ext uri="{D42A27DB-BD31-4B8C-83A1-F6EECF244321}">
                <p14:modId xmlns:p14="http://schemas.microsoft.com/office/powerpoint/2010/main" val="2537313179"/>
              </p:ext>
            </p:extLst>
          </p:nvPr>
        </p:nvGraphicFramePr>
        <p:xfrm>
          <a:off x="371474" y="1632280"/>
          <a:ext cx="11463341" cy="670560"/>
        </p:xfrm>
        <a:graphic>
          <a:graphicData uri="http://schemas.openxmlformats.org/drawingml/2006/table">
            <a:tbl>
              <a:tblPr>
                <a:tableStyleId>{5C22544A-7EE6-4342-B048-85BDC9FD1C3A}</a:tableStyleId>
              </a:tblPr>
              <a:tblGrid>
                <a:gridCol w="529666">
                  <a:extLst>
                    <a:ext uri="{9D8B030D-6E8A-4147-A177-3AD203B41FA5}">
                      <a16:colId xmlns:a16="http://schemas.microsoft.com/office/drawing/2014/main" val="4133083591"/>
                    </a:ext>
                  </a:extLst>
                </a:gridCol>
                <a:gridCol w="3563284">
                  <a:extLst>
                    <a:ext uri="{9D8B030D-6E8A-4147-A177-3AD203B41FA5}">
                      <a16:colId xmlns:a16="http://schemas.microsoft.com/office/drawing/2014/main" val="1806905419"/>
                    </a:ext>
                  </a:extLst>
                </a:gridCol>
                <a:gridCol w="824752">
                  <a:extLst>
                    <a:ext uri="{9D8B030D-6E8A-4147-A177-3AD203B41FA5}">
                      <a16:colId xmlns:a16="http://schemas.microsoft.com/office/drawing/2014/main" val="4187732811"/>
                    </a:ext>
                  </a:extLst>
                </a:gridCol>
                <a:gridCol w="2259106">
                  <a:extLst>
                    <a:ext uri="{9D8B030D-6E8A-4147-A177-3AD203B41FA5}">
                      <a16:colId xmlns:a16="http://schemas.microsoft.com/office/drawing/2014/main" val="2524262739"/>
                    </a:ext>
                  </a:extLst>
                </a:gridCol>
                <a:gridCol w="1668189">
                  <a:extLst>
                    <a:ext uri="{9D8B030D-6E8A-4147-A177-3AD203B41FA5}">
                      <a16:colId xmlns:a16="http://schemas.microsoft.com/office/drawing/2014/main" val="2210576348"/>
                    </a:ext>
                  </a:extLst>
                </a:gridCol>
                <a:gridCol w="1309172">
                  <a:extLst>
                    <a:ext uri="{9D8B030D-6E8A-4147-A177-3AD203B41FA5}">
                      <a16:colId xmlns:a16="http://schemas.microsoft.com/office/drawing/2014/main" val="3613592376"/>
                    </a:ext>
                  </a:extLst>
                </a:gridCol>
                <a:gridCol w="1309172">
                  <a:extLst>
                    <a:ext uri="{9D8B030D-6E8A-4147-A177-3AD203B41FA5}">
                      <a16:colId xmlns:a16="http://schemas.microsoft.com/office/drawing/2014/main" val="124987683"/>
                    </a:ext>
                  </a:extLst>
                </a:gridCol>
              </a:tblGrid>
              <a:tr h="237395">
                <a:tc>
                  <a:txBody>
                    <a:bodyPr/>
                    <a:lstStyle/>
                    <a:p>
                      <a:pPr algn="l" fontAlgn="b"/>
                      <a:r>
                        <a:rPr lang="it-IT" sz="1100" b="0" i="0" u="none" strike="noStrike" dirty="0">
                          <a:solidFill>
                            <a:srgbClr val="FFFFFF"/>
                          </a:solidFill>
                          <a:effectLst/>
                          <a:latin typeface="Calibri" panose="020F0502020204030204" pitchFamily="34" charset="0"/>
                        </a:rPr>
                        <a:t>ID SLA</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rgbClr val="002060"/>
                    </a:solidFill>
                  </a:tcPr>
                </a:tc>
                <a:tc>
                  <a:txBody>
                    <a:bodyPr/>
                    <a:lstStyle/>
                    <a:p>
                      <a:pPr algn="l" fontAlgn="b"/>
                      <a:r>
                        <a:rPr lang="it-IT" sz="1100" b="0" i="0" u="none" strike="noStrike" dirty="0">
                          <a:solidFill>
                            <a:srgbClr val="FFFFFF"/>
                          </a:solidFill>
                          <a:effectLst/>
                          <a:latin typeface="Calibri" panose="020F0502020204030204" pitchFamily="34" charset="0"/>
                        </a:rPr>
                        <a:t>NOME SLA</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rgbClr val="002060"/>
                    </a:solidFill>
                  </a:tcPr>
                </a:tc>
                <a:tc>
                  <a:txBody>
                    <a:bodyPr/>
                    <a:lstStyle/>
                    <a:p>
                      <a:pPr algn="l" fontAlgn="b"/>
                      <a:r>
                        <a:rPr lang="it-IT" sz="1100" b="0" i="0" u="none" strike="noStrike" dirty="0">
                          <a:solidFill>
                            <a:srgbClr val="FFFFFF"/>
                          </a:solidFill>
                          <a:effectLst/>
                          <a:latin typeface="Calibri" panose="020F0502020204030204" pitchFamily="34" charset="0"/>
                        </a:rPr>
                        <a:t>ATTRIBUTO TEMPORALE</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rgbClr val="002060"/>
                    </a:solidFill>
                  </a:tcPr>
                </a:tc>
                <a:tc>
                  <a:txBody>
                    <a:bodyPr/>
                    <a:lstStyle/>
                    <a:p>
                      <a:pPr algn="l" fontAlgn="b"/>
                      <a:r>
                        <a:rPr lang="it-IT" sz="1100" b="0" i="0" u="none" strike="noStrike" dirty="0">
                          <a:solidFill>
                            <a:schemeClr val="tx2"/>
                          </a:solidFill>
                          <a:effectLst/>
                          <a:latin typeface="Calibri" panose="020F0502020204030204" pitchFamily="34" charset="0"/>
                        </a:rPr>
                        <a:t>NUMERO REPORT GIORNALIERI CONSEGNATI NEI TEMPI* </a:t>
                      </a:r>
                      <a:r>
                        <a:rPr lang="it-IT" sz="1100" u="none" strike="noStrike" kern="1200" dirty="0">
                          <a:solidFill>
                            <a:schemeClr val="tx2"/>
                          </a:solidFill>
                          <a:effectLst/>
                          <a:latin typeface="+mn-lt"/>
                          <a:ea typeface="+mn-ea"/>
                          <a:cs typeface="+mn-cs"/>
                        </a:rPr>
                        <a:t>(uso interno)</a:t>
                      </a:r>
                      <a:endParaRPr lang="it-IT" sz="1100" b="0" i="0" u="none" strike="noStrike" dirty="0">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rgbClr val="FFFF00"/>
                    </a:solidFill>
                  </a:tcPr>
                </a:tc>
                <a:tc>
                  <a:txBody>
                    <a:bodyPr/>
                    <a:lstStyle/>
                    <a:p>
                      <a:pPr algn="l" fontAlgn="b"/>
                      <a:r>
                        <a:rPr lang="it-IT" sz="1100" b="0" i="0" u="none" strike="noStrike" dirty="0">
                          <a:solidFill>
                            <a:schemeClr val="tx2"/>
                          </a:solidFill>
                          <a:effectLst/>
                          <a:latin typeface="Calibri" panose="020F0502020204030204" pitchFamily="34" charset="0"/>
                        </a:rPr>
                        <a:t>TOTALE NUMERO REPORT GIORNALIERI NEL MESE </a:t>
                      </a:r>
                      <a:r>
                        <a:rPr lang="it-IT" sz="1100" u="none" strike="noStrike" kern="1200" dirty="0">
                          <a:solidFill>
                            <a:schemeClr val="tx2"/>
                          </a:solidFill>
                          <a:effectLst/>
                          <a:latin typeface="+mn-lt"/>
                          <a:ea typeface="+mn-ea"/>
                          <a:cs typeface="+mn-cs"/>
                        </a:rPr>
                        <a:t>(uso interno)</a:t>
                      </a:r>
                      <a:endParaRPr lang="it-IT" sz="1100" b="0" i="0" u="none" strike="noStrike" dirty="0">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rgbClr val="FFFF00"/>
                    </a:solidFill>
                  </a:tcPr>
                </a:tc>
                <a:tc>
                  <a:txBody>
                    <a:bodyPr/>
                    <a:lstStyle/>
                    <a:p>
                      <a:pPr algn="l" fontAlgn="b"/>
                      <a:r>
                        <a:rPr lang="it-IT" sz="1100" b="0" i="0" u="none" strike="noStrike" dirty="0">
                          <a:solidFill>
                            <a:srgbClr val="FFFFFF"/>
                          </a:solidFill>
                          <a:effectLst/>
                          <a:latin typeface="Calibri" panose="020F0502020204030204" pitchFamily="34" charset="0"/>
                        </a:rPr>
                        <a:t>% PERFORMANCE</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rgbClr val="002060"/>
                    </a:solidFill>
                  </a:tcPr>
                </a:tc>
                <a:tc>
                  <a:txBody>
                    <a:bodyPr/>
                    <a:lstStyle/>
                    <a:p>
                      <a:pPr algn="l" fontAlgn="b"/>
                      <a:r>
                        <a:rPr lang="it-IT" sz="1100" b="0" i="0" u="none" strike="noStrike" dirty="0">
                          <a:solidFill>
                            <a:srgbClr val="FFFFFF"/>
                          </a:solidFill>
                          <a:effectLst/>
                          <a:latin typeface="Calibri" panose="020F0502020204030204" pitchFamily="34" charset="0"/>
                        </a:rPr>
                        <a:t>% SOGLIA SLA</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rgbClr val="002060"/>
                    </a:solidFill>
                  </a:tcPr>
                </a:tc>
                <a:extLst>
                  <a:ext uri="{0D108BD9-81ED-4DB2-BD59-A6C34878D82A}">
                    <a16:rowId xmlns:a16="http://schemas.microsoft.com/office/drawing/2014/main" val="141734531"/>
                  </a:ext>
                </a:extLst>
              </a:tr>
              <a:tr h="130210">
                <a:tc>
                  <a:txBody>
                    <a:bodyPr/>
                    <a:lstStyle/>
                    <a:p>
                      <a:pPr algn="r" fontAlgn="t"/>
                      <a:r>
                        <a:rPr lang="it-IT" sz="1100" b="0" i="0" u="none" strike="noStrike" dirty="0">
                          <a:solidFill>
                            <a:srgbClr val="000000"/>
                          </a:solidFill>
                          <a:effectLst/>
                          <a:latin typeface="Calibri" panose="020F0502020204030204" pitchFamily="34" charset="0"/>
                        </a:rPr>
                        <a:t>9</a:t>
                      </a:r>
                    </a:p>
                  </a:txBody>
                  <a:tcPr marL="0" marR="0" marT="0" marB="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t"/>
                      <a:r>
                        <a:rPr lang="it-IT" sz="1100" b="0" i="0" u="none" strike="noStrike" dirty="0">
                          <a:solidFill>
                            <a:srgbClr val="000000"/>
                          </a:solidFill>
                          <a:effectLst/>
                          <a:latin typeface="Calibri" panose="020F0502020204030204" pitchFamily="34" charset="0"/>
                        </a:rPr>
                        <a:t>Non corretta compilazione della reportistica giornaliera</a:t>
                      </a:r>
                    </a:p>
                  </a:txBody>
                  <a:tcPr marL="0" marR="0" marT="0" marB="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t"/>
                      <a:r>
                        <a:rPr lang="it-IT" sz="1100" b="0" i="0" u="none" strike="noStrike" dirty="0">
                          <a:solidFill>
                            <a:srgbClr val="000000"/>
                          </a:solidFill>
                          <a:effectLst/>
                          <a:latin typeface="Calibri" panose="020F0502020204030204" pitchFamily="34" charset="0"/>
                        </a:rPr>
                        <a:t>Mensile</a:t>
                      </a:r>
                    </a:p>
                  </a:txBody>
                  <a:tcPr marL="0" marR="0" marT="0" marB="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t"/>
                      <a:r>
                        <a:rPr lang="it-IT" sz="1100" b="0" i="0" u="none" strike="noStrike">
                          <a:solidFill>
                            <a:srgbClr val="000000"/>
                          </a:solidFill>
                          <a:effectLst/>
                          <a:latin typeface="Calibri" panose="020F0502020204030204" pitchFamily="34" charset="0"/>
                        </a:rPr>
                        <a:t> </a:t>
                      </a:r>
                    </a:p>
                  </a:txBody>
                  <a:tcPr marL="0" marR="0" marT="0" marB="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t"/>
                      <a:r>
                        <a:rPr lang="it-IT" sz="1100" b="0" i="0" u="none" strike="noStrike" dirty="0">
                          <a:solidFill>
                            <a:srgbClr val="000000"/>
                          </a:solidFill>
                          <a:effectLst/>
                          <a:latin typeface="Calibri" panose="020F0502020204030204" pitchFamily="34" charset="0"/>
                        </a:rPr>
                        <a:t> </a:t>
                      </a:r>
                    </a:p>
                  </a:txBody>
                  <a:tcPr marL="0" marR="0" marT="0" marB="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t"/>
                      <a:endParaRPr lang="it-IT" sz="1100" b="0" i="0" u="none" strike="noStrike" dirty="0">
                        <a:solidFill>
                          <a:srgbClr val="000000"/>
                        </a:solidFill>
                        <a:effectLst/>
                        <a:latin typeface="Calibri" panose="020F0502020204030204" pitchFamily="34" charset="0"/>
                      </a:endParaRPr>
                    </a:p>
                  </a:txBody>
                  <a:tcPr marL="0" marR="0" marT="0" marB="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t"/>
                      <a:r>
                        <a:rPr lang="it-IT" sz="1100" b="0" i="0" u="none" strike="sngStrike" dirty="0">
                          <a:solidFill>
                            <a:srgbClr val="000000"/>
                          </a:solidFill>
                          <a:effectLst/>
                          <a:latin typeface="Calibri" panose="020F0502020204030204" pitchFamily="34" charset="0"/>
                        </a:rPr>
                        <a:t> </a:t>
                      </a:r>
                      <a:endParaRPr lang="it-IT" sz="1100" b="0" i="0" u="none" strike="noStrike" dirty="0">
                        <a:solidFill>
                          <a:srgbClr val="000000"/>
                        </a:solidFill>
                        <a:effectLst/>
                        <a:latin typeface="Calibri" panose="020F0502020204030204" pitchFamily="34" charset="0"/>
                      </a:endParaRPr>
                    </a:p>
                  </a:txBody>
                  <a:tcPr marL="0" marR="0" marT="0" marB="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955773031"/>
                  </a:ext>
                </a:extLst>
              </a:tr>
            </a:tbl>
          </a:graphicData>
        </a:graphic>
      </p:graphicFrame>
      <p:sp>
        <p:nvSpPr>
          <p:cNvPr id="3" name="CasellaDiTesto 2">
            <a:extLst>
              <a:ext uri="{FF2B5EF4-FFF2-40B4-BE49-F238E27FC236}">
                <a16:creationId xmlns:a16="http://schemas.microsoft.com/office/drawing/2014/main" id="{B8039B40-29BC-F8F4-729D-2D4642752091}"/>
              </a:ext>
            </a:extLst>
          </p:cNvPr>
          <p:cNvSpPr txBox="1"/>
          <p:nvPr/>
        </p:nvSpPr>
        <p:spPr>
          <a:xfrm>
            <a:off x="371474" y="3548454"/>
            <a:ext cx="5724526" cy="369332"/>
          </a:xfrm>
          <a:prstGeom prst="rect">
            <a:avLst/>
          </a:prstGeom>
          <a:noFill/>
        </p:spPr>
        <p:txBody>
          <a:bodyPr wrap="square" rtlCol="0">
            <a:spAutoFit/>
          </a:bodyPr>
          <a:lstStyle/>
          <a:p>
            <a:r>
              <a:rPr lang="it-IT" dirty="0"/>
              <a:t>Elenco report </a:t>
            </a:r>
            <a:r>
              <a:rPr lang="it-IT" dirty="0" err="1"/>
              <a:t>giornaleri</a:t>
            </a:r>
            <a:r>
              <a:rPr lang="it-IT" dirty="0"/>
              <a:t> consegnati in ritardo (interno)</a:t>
            </a:r>
          </a:p>
        </p:txBody>
      </p:sp>
      <p:graphicFrame>
        <p:nvGraphicFramePr>
          <p:cNvPr id="4" name="Tabella 3">
            <a:extLst>
              <a:ext uri="{FF2B5EF4-FFF2-40B4-BE49-F238E27FC236}">
                <a16:creationId xmlns:a16="http://schemas.microsoft.com/office/drawing/2014/main" id="{1641359A-FA67-25BA-58BD-1163BF629362}"/>
              </a:ext>
            </a:extLst>
          </p:cNvPr>
          <p:cNvGraphicFramePr>
            <a:graphicFrameLocks noGrp="1"/>
          </p:cNvGraphicFramePr>
          <p:nvPr>
            <p:extLst>
              <p:ext uri="{D42A27DB-BD31-4B8C-83A1-F6EECF244321}">
                <p14:modId xmlns:p14="http://schemas.microsoft.com/office/powerpoint/2010/main" val="372653798"/>
              </p:ext>
            </p:extLst>
          </p:nvPr>
        </p:nvGraphicFramePr>
        <p:xfrm>
          <a:off x="463754" y="3917786"/>
          <a:ext cx="7203784" cy="838200"/>
        </p:xfrm>
        <a:graphic>
          <a:graphicData uri="http://schemas.openxmlformats.org/drawingml/2006/table">
            <a:tbl>
              <a:tblPr>
                <a:tableStyleId>{5C22544A-7EE6-4342-B048-85BDC9FD1C3A}</a:tableStyleId>
              </a:tblPr>
              <a:tblGrid>
                <a:gridCol w="4930367">
                  <a:extLst>
                    <a:ext uri="{9D8B030D-6E8A-4147-A177-3AD203B41FA5}">
                      <a16:colId xmlns:a16="http://schemas.microsoft.com/office/drawing/2014/main" val="4133083591"/>
                    </a:ext>
                  </a:extLst>
                </a:gridCol>
                <a:gridCol w="1149292">
                  <a:extLst>
                    <a:ext uri="{9D8B030D-6E8A-4147-A177-3AD203B41FA5}">
                      <a16:colId xmlns:a16="http://schemas.microsoft.com/office/drawing/2014/main" val="1806905419"/>
                    </a:ext>
                  </a:extLst>
                </a:gridCol>
                <a:gridCol w="1124125">
                  <a:extLst>
                    <a:ext uri="{9D8B030D-6E8A-4147-A177-3AD203B41FA5}">
                      <a16:colId xmlns:a16="http://schemas.microsoft.com/office/drawing/2014/main" val="2524262739"/>
                    </a:ext>
                  </a:extLst>
                </a:gridCol>
              </a:tblGrid>
              <a:tr h="237395">
                <a:tc>
                  <a:txBody>
                    <a:bodyPr/>
                    <a:lstStyle/>
                    <a:p>
                      <a:pPr algn="l" fontAlgn="b"/>
                      <a:r>
                        <a:rPr lang="it-IT" sz="1100" b="0" i="0" u="none" strike="noStrike" dirty="0">
                          <a:solidFill>
                            <a:srgbClr val="FFFFFF"/>
                          </a:solidFill>
                          <a:effectLst/>
                          <a:latin typeface="Calibri" panose="020F0502020204030204" pitchFamily="34" charset="0"/>
                        </a:rPr>
                        <a:t>Nome report</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rgbClr val="002060"/>
                    </a:solidFill>
                  </a:tcPr>
                </a:tc>
                <a:tc>
                  <a:txBody>
                    <a:bodyPr/>
                    <a:lstStyle/>
                    <a:p>
                      <a:pPr algn="l" fontAlgn="b"/>
                      <a:r>
                        <a:rPr lang="it-IT" sz="1100" b="0" i="0" u="none" strike="noStrike" dirty="0">
                          <a:solidFill>
                            <a:srgbClr val="FFFFFF"/>
                          </a:solidFill>
                          <a:effectLst/>
                          <a:latin typeface="Calibri" panose="020F0502020204030204" pitchFamily="34" charset="0"/>
                        </a:rPr>
                        <a:t>Data e ora  consegna</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rgbClr val="002060"/>
                    </a:solidFill>
                  </a:tcPr>
                </a:tc>
                <a:tc>
                  <a:txBody>
                    <a:bodyPr/>
                    <a:lstStyle/>
                    <a:p>
                      <a:pPr algn="l" fontAlgn="b"/>
                      <a:r>
                        <a:rPr lang="it-IT" sz="1100" b="0" i="0" u="none" strike="noStrike" dirty="0">
                          <a:solidFill>
                            <a:srgbClr val="FFFFFF"/>
                          </a:solidFill>
                          <a:effectLst/>
                          <a:latin typeface="Calibri" panose="020F0502020204030204" pitchFamily="34" charset="0"/>
                        </a:rPr>
                        <a:t>Ore di ritardo</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rgbClr val="002060"/>
                    </a:solidFill>
                  </a:tcPr>
                </a:tc>
                <a:extLst>
                  <a:ext uri="{0D108BD9-81ED-4DB2-BD59-A6C34878D82A}">
                    <a16:rowId xmlns:a16="http://schemas.microsoft.com/office/drawing/2014/main" val="141734531"/>
                  </a:ext>
                </a:extLst>
              </a:tr>
              <a:tr h="130210">
                <a:tc>
                  <a:txBody>
                    <a:bodyPr/>
                    <a:lstStyle/>
                    <a:p>
                      <a:pPr algn="l" fontAlgn="b"/>
                      <a:r>
                        <a:rPr lang="it-IT" sz="1100" b="0" i="0" u="none" strike="noStrike">
                          <a:solidFill>
                            <a:srgbClr val="000000"/>
                          </a:solidFill>
                          <a:effectLst/>
                          <a:latin typeface="Calibri" panose="020F0502020204030204" pitchFamily="34" charset="0"/>
                        </a:rPr>
                        <a:t> </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lang="it-IT" sz="1100" b="0" i="0" u="none" strike="noStrike">
                          <a:solidFill>
                            <a:srgbClr val="000000"/>
                          </a:solidFill>
                          <a:effectLst/>
                          <a:latin typeface="Calibri" panose="020F0502020204030204" pitchFamily="34" charset="0"/>
                        </a:rPr>
                        <a:t> </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lang="it-IT" sz="1100" b="0" i="0" u="none" strike="noStrike">
                          <a:solidFill>
                            <a:srgbClr val="000000"/>
                          </a:solidFill>
                          <a:effectLst/>
                          <a:latin typeface="Calibri" panose="020F0502020204030204" pitchFamily="34" charset="0"/>
                        </a:rPr>
                        <a:t> </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955773031"/>
                  </a:ext>
                </a:extLst>
              </a:tr>
              <a:tr h="130210">
                <a:tc>
                  <a:txBody>
                    <a:bodyPr/>
                    <a:lstStyle/>
                    <a:p>
                      <a:pPr algn="l" fontAlgn="b"/>
                      <a:r>
                        <a:rPr lang="it-IT" sz="1100" b="0" i="0" u="none" strike="noStrike" dirty="0">
                          <a:solidFill>
                            <a:srgbClr val="000000"/>
                          </a:solidFill>
                          <a:effectLst/>
                          <a:latin typeface="Calibri" panose="020F0502020204030204" pitchFamily="34" charset="0"/>
                        </a:rPr>
                        <a:t> </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lang="it-IT" sz="1100" b="0" i="0" u="none" strike="noStrike">
                          <a:solidFill>
                            <a:srgbClr val="000000"/>
                          </a:solidFill>
                          <a:effectLst/>
                          <a:latin typeface="Calibri" panose="020F0502020204030204" pitchFamily="34" charset="0"/>
                        </a:rPr>
                        <a:t> </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lang="it-IT" sz="1100" b="0" i="0" u="none" strike="noStrike">
                          <a:solidFill>
                            <a:srgbClr val="000000"/>
                          </a:solidFill>
                          <a:effectLst/>
                          <a:latin typeface="Calibri" panose="020F0502020204030204" pitchFamily="34" charset="0"/>
                        </a:rPr>
                        <a:t> </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259141730"/>
                  </a:ext>
                </a:extLst>
              </a:tr>
              <a:tr h="130210">
                <a:tc>
                  <a:txBody>
                    <a:bodyPr/>
                    <a:lstStyle/>
                    <a:p>
                      <a:pPr algn="l" fontAlgn="b"/>
                      <a:r>
                        <a:rPr lang="it-IT" sz="1100" b="0" i="0" u="none" strike="noStrike" dirty="0">
                          <a:solidFill>
                            <a:srgbClr val="000000"/>
                          </a:solidFill>
                          <a:effectLst/>
                          <a:latin typeface="Calibri" panose="020F0502020204030204" pitchFamily="34" charset="0"/>
                        </a:rPr>
                        <a:t> </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lang="it-IT" sz="1100" b="0" i="0" u="none" strike="noStrike">
                          <a:solidFill>
                            <a:srgbClr val="000000"/>
                          </a:solidFill>
                          <a:effectLst/>
                          <a:latin typeface="Calibri" panose="020F0502020204030204" pitchFamily="34" charset="0"/>
                        </a:rPr>
                        <a:t> </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lang="it-IT" sz="1100" b="0" i="0" u="none" strike="noStrike" dirty="0">
                          <a:solidFill>
                            <a:srgbClr val="000000"/>
                          </a:solidFill>
                          <a:effectLst/>
                          <a:latin typeface="Calibri" panose="020F0502020204030204" pitchFamily="34" charset="0"/>
                        </a:rPr>
                        <a:t> </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244808467"/>
                  </a:ext>
                </a:extLst>
              </a:tr>
            </a:tbl>
          </a:graphicData>
        </a:graphic>
      </p:graphicFrame>
      <p:sp>
        <p:nvSpPr>
          <p:cNvPr id="5" name="CasellaDiTesto 4">
            <a:extLst>
              <a:ext uri="{FF2B5EF4-FFF2-40B4-BE49-F238E27FC236}">
                <a16:creationId xmlns:a16="http://schemas.microsoft.com/office/drawing/2014/main" id="{A30A3424-EC02-4BE4-E70E-14F6AD4CF9CE}"/>
              </a:ext>
            </a:extLst>
          </p:cNvPr>
          <p:cNvSpPr txBox="1"/>
          <p:nvPr/>
        </p:nvSpPr>
        <p:spPr>
          <a:xfrm>
            <a:off x="295974" y="2536218"/>
            <a:ext cx="11750879" cy="707886"/>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1000" i="0" u="none" kern="0" cap="none" spc="0" normalizeH="0" baseline="0" noProof="0" dirty="0">
                <a:ln>
                  <a:noFill/>
                </a:ln>
                <a:solidFill>
                  <a:schemeClr val="tx2"/>
                </a:solidFill>
                <a:effectLst/>
                <a:uLnTx/>
                <a:uFillTx/>
                <a:ea typeface="Verdana" panose="020B0604030504040204" pitchFamily="34" charset="0"/>
                <a:cs typeface="+mn-cs"/>
              </a:rPr>
              <a:t>*L’estrazione e di conseguenza le numeriche indicate considerano i </a:t>
            </a:r>
            <a:r>
              <a:rPr kumimoji="0" lang="it-IT" sz="1000" i="0" u="none" kern="0" cap="none" spc="0" normalizeH="0" baseline="0" noProof="0" dirty="0" err="1">
                <a:ln>
                  <a:noFill/>
                </a:ln>
                <a:solidFill>
                  <a:schemeClr val="tx2"/>
                </a:solidFill>
                <a:effectLst/>
                <a:uLnTx/>
                <a:uFillTx/>
                <a:ea typeface="Verdana" panose="020B0604030504040204" pitchFamily="34" charset="0"/>
                <a:cs typeface="+mn-cs"/>
              </a:rPr>
              <a:t>timestamp</a:t>
            </a:r>
            <a:r>
              <a:rPr kumimoji="0" lang="it-IT" sz="1000" i="0" u="none" kern="0" cap="none" spc="0" normalizeH="0" baseline="0" noProof="0" dirty="0">
                <a:ln>
                  <a:noFill/>
                </a:ln>
                <a:solidFill>
                  <a:schemeClr val="tx2"/>
                </a:solidFill>
                <a:effectLst/>
                <a:uLnTx/>
                <a:uFillTx/>
                <a:ea typeface="Verdana" panose="020B0604030504040204" pitchFamily="34" charset="0"/>
                <a:cs typeface="+mn-cs"/>
              </a:rPr>
              <a:t> di invio dei report, non entrano nel merito dei dati contenuti, per cui potranno essere oggetto di rettifica in fase di calcolo delle penali. </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1000" i="0" u="none" kern="0" cap="none" spc="0" normalizeH="0" baseline="0" noProof="0" dirty="0">
                <a:ln>
                  <a:noFill/>
                </a:ln>
                <a:solidFill>
                  <a:schemeClr val="tx2"/>
                </a:solidFill>
                <a:effectLst/>
                <a:uLnTx/>
                <a:uFillTx/>
                <a:ea typeface="Verdana" panose="020B0604030504040204" pitchFamily="34" charset="0"/>
                <a:cs typeface="+mn-cs"/>
              </a:rPr>
              <a:t>Le informazioni ad uso interno verranno eliminate prima della condivisione con il CBI dall’utente abilitato, che una volta verificati i dati dovrà avere la possibilità di procedere con un nuovo upload e quindi l’invio al CBI.</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1000" i="0" u="none" kern="0" cap="none" spc="0" normalizeH="0" baseline="0" noProof="0" dirty="0">
                <a:ln>
                  <a:noFill/>
                </a:ln>
                <a:solidFill>
                  <a:schemeClr val="tx2"/>
                </a:solidFill>
                <a:effectLst/>
                <a:uLnTx/>
                <a:uFillTx/>
                <a:ea typeface="Verdana" panose="020B0604030504040204" pitchFamily="34" charset="0"/>
                <a:cs typeface="+mn-cs"/>
              </a:rPr>
              <a:t>L’informazione da considerare </a:t>
            </a:r>
            <a:r>
              <a:rPr kumimoji="0" lang="it-IT" sz="1000" i="0" u="none" kern="0" cap="none" spc="0" normalizeH="0" baseline="0" noProof="0" dirty="0" err="1">
                <a:ln>
                  <a:noFill/>
                </a:ln>
                <a:solidFill>
                  <a:schemeClr val="tx2"/>
                </a:solidFill>
                <a:effectLst/>
                <a:uLnTx/>
                <a:uFillTx/>
                <a:ea typeface="Verdana" panose="020B0604030504040204" pitchFamily="34" charset="0"/>
                <a:cs typeface="+mn-cs"/>
              </a:rPr>
              <a:t>pre</a:t>
            </a:r>
            <a:r>
              <a:rPr kumimoji="0" lang="it-IT" sz="1000" i="0" u="none" kern="0" cap="none" spc="0" normalizeH="0" baseline="0" noProof="0" dirty="0">
                <a:ln>
                  <a:noFill/>
                </a:ln>
                <a:solidFill>
                  <a:schemeClr val="tx2"/>
                </a:solidFill>
                <a:effectLst/>
                <a:uLnTx/>
                <a:uFillTx/>
                <a:ea typeface="Verdana" panose="020B0604030504040204" pitchFamily="34" charset="0"/>
                <a:cs typeface="+mn-cs"/>
              </a:rPr>
              <a:t> la consegna è quella di invio al cliente. </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1000" i="0" u="none" kern="0" cap="none" spc="0" normalizeH="0" baseline="0" noProof="0" dirty="0">
                <a:ln>
                  <a:noFill/>
                </a:ln>
                <a:solidFill>
                  <a:schemeClr val="tx2"/>
                </a:solidFill>
                <a:effectLst/>
                <a:uLnTx/>
                <a:uFillTx/>
                <a:ea typeface="Verdana" panose="020B0604030504040204" pitchFamily="34" charset="0"/>
                <a:cs typeface="+mn-cs"/>
              </a:rPr>
              <a:t>Questo  processo di </a:t>
            </a:r>
            <a:r>
              <a:rPr kumimoji="0" lang="it-IT" sz="1000" i="0" u="none" kern="0" cap="none" spc="0" normalizeH="0" baseline="0" noProof="0" dirty="0" err="1">
                <a:ln>
                  <a:noFill/>
                </a:ln>
                <a:solidFill>
                  <a:schemeClr val="tx2"/>
                </a:solidFill>
                <a:effectLst/>
                <a:uLnTx/>
                <a:uFillTx/>
                <a:ea typeface="Verdana" panose="020B0604030504040204" pitchFamily="34" charset="0"/>
                <a:cs typeface="+mn-cs"/>
              </a:rPr>
              <a:t>reupload</a:t>
            </a:r>
            <a:r>
              <a:rPr kumimoji="0" lang="it-IT" sz="1000" i="0" u="none" kern="0" cap="none" spc="0" normalizeH="0" baseline="0" noProof="0" dirty="0">
                <a:ln>
                  <a:noFill/>
                </a:ln>
                <a:solidFill>
                  <a:schemeClr val="tx2"/>
                </a:solidFill>
                <a:effectLst/>
                <a:uLnTx/>
                <a:uFillTx/>
                <a:ea typeface="Verdana" panose="020B0604030504040204" pitchFamily="34" charset="0"/>
                <a:cs typeface="+mn-cs"/>
              </a:rPr>
              <a:t> si applica anche a tutti i </a:t>
            </a:r>
            <a:r>
              <a:rPr kumimoji="0" lang="it-IT" sz="1000" i="0" u="none" kern="0" cap="none" spc="0" normalizeH="0" baseline="0" noProof="0" dirty="0" err="1">
                <a:ln>
                  <a:noFill/>
                </a:ln>
                <a:solidFill>
                  <a:schemeClr val="tx2"/>
                </a:solidFill>
                <a:effectLst/>
                <a:uLnTx/>
                <a:uFillTx/>
                <a:ea typeface="Verdana" panose="020B0604030504040204" pitchFamily="34" charset="0"/>
                <a:cs typeface="+mn-cs"/>
              </a:rPr>
              <a:t>reporti</a:t>
            </a:r>
            <a:r>
              <a:rPr kumimoji="0" lang="it-IT" sz="1000" i="0" u="none" kern="0" cap="none" spc="0" normalizeH="0" baseline="0" noProof="0" dirty="0">
                <a:ln>
                  <a:noFill/>
                </a:ln>
                <a:solidFill>
                  <a:schemeClr val="tx2"/>
                </a:solidFill>
                <a:effectLst/>
                <a:uLnTx/>
                <a:uFillTx/>
                <a:ea typeface="Verdana" panose="020B0604030504040204" pitchFamily="34" charset="0"/>
                <a:cs typeface="+mn-cs"/>
              </a:rPr>
              <a:t> contenenti informazioni ad uso interno</a:t>
            </a:r>
          </a:p>
        </p:txBody>
      </p:sp>
      <p:sp>
        <p:nvSpPr>
          <p:cNvPr id="9" name="Rectangle: Rounded Corners 8">
            <a:extLst>
              <a:ext uri="{FF2B5EF4-FFF2-40B4-BE49-F238E27FC236}">
                <a16:creationId xmlns:a16="http://schemas.microsoft.com/office/drawing/2014/main" id="{55DA57D5-02BA-4999-8FEF-2FAFA3D7B624}"/>
              </a:ext>
            </a:extLst>
          </p:cNvPr>
          <p:cNvSpPr/>
          <p:nvPr/>
        </p:nvSpPr>
        <p:spPr>
          <a:xfrm>
            <a:off x="8651885" y="884071"/>
            <a:ext cx="3168640" cy="557727"/>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i="1" dirty="0">
                <a:solidFill>
                  <a:schemeClr val="tx2"/>
                </a:solidFill>
                <a:sym typeface="Wingdings" panose="05000000000000000000" pitchFamily="2" charset="2"/>
              </a:rPr>
              <a:t>Art. 24.4”: le </a:t>
            </a:r>
            <a:r>
              <a:rPr lang="en-US" sz="1200" b="1" i="1" dirty="0" err="1">
                <a:solidFill>
                  <a:schemeClr val="tx2"/>
                </a:solidFill>
                <a:sym typeface="Wingdings" panose="05000000000000000000" pitchFamily="2" charset="2"/>
              </a:rPr>
              <a:t>soglie</a:t>
            </a:r>
            <a:r>
              <a:rPr lang="en-US" sz="1200" b="1" i="1" dirty="0">
                <a:solidFill>
                  <a:schemeClr val="tx2"/>
                </a:solidFill>
                <a:sym typeface="Wingdings" panose="05000000000000000000" pitchFamily="2" charset="2"/>
              </a:rPr>
              <a:t> </a:t>
            </a:r>
            <a:r>
              <a:rPr lang="en-US" sz="1200" b="1" i="1" dirty="0" err="1">
                <a:solidFill>
                  <a:schemeClr val="tx2"/>
                </a:solidFill>
                <a:sym typeface="Wingdings" panose="05000000000000000000" pitchFamily="2" charset="2"/>
              </a:rPr>
              <a:t>verranno</a:t>
            </a:r>
            <a:r>
              <a:rPr lang="en-US" sz="1200" b="1" i="1" dirty="0">
                <a:solidFill>
                  <a:schemeClr val="tx2"/>
                </a:solidFill>
                <a:sym typeface="Wingdings" panose="05000000000000000000" pitchFamily="2" charset="2"/>
              </a:rPr>
              <a:t> </a:t>
            </a:r>
            <a:r>
              <a:rPr lang="en-US" sz="1200" b="1" i="1" dirty="0" err="1">
                <a:solidFill>
                  <a:schemeClr val="tx2"/>
                </a:solidFill>
                <a:sym typeface="Wingdings" panose="05000000000000000000" pitchFamily="2" charset="2"/>
              </a:rPr>
              <a:t>ricalcolate</a:t>
            </a:r>
            <a:r>
              <a:rPr lang="en-US" sz="1200" b="1" i="1" dirty="0">
                <a:solidFill>
                  <a:schemeClr val="tx2"/>
                </a:solidFill>
                <a:sym typeface="Wingdings" panose="05000000000000000000" pitchFamily="2" charset="2"/>
              </a:rPr>
              <a:t> a </a:t>
            </a:r>
            <a:r>
              <a:rPr lang="en-US" sz="1200" b="1" i="1" dirty="0" err="1">
                <a:solidFill>
                  <a:schemeClr val="tx2"/>
                </a:solidFill>
                <a:sym typeface="Wingdings" panose="05000000000000000000" pitchFamily="2" charset="2"/>
              </a:rPr>
              <a:t>fronte</a:t>
            </a:r>
            <a:r>
              <a:rPr lang="en-US" sz="1200" b="1" i="1" dirty="0">
                <a:solidFill>
                  <a:schemeClr val="tx2"/>
                </a:solidFill>
                <a:sym typeface="Wingdings" panose="05000000000000000000" pitchFamily="2" charset="2"/>
              </a:rPr>
              <a:t> </a:t>
            </a:r>
            <a:r>
              <a:rPr lang="en-US" sz="1200" b="1" i="1" dirty="0" err="1">
                <a:solidFill>
                  <a:schemeClr val="tx2"/>
                </a:solidFill>
                <a:sym typeface="Wingdings" panose="05000000000000000000" pitchFamily="2" charset="2"/>
              </a:rPr>
              <a:t>della</a:t>
            </a:r>
            <a:r>
              <a:rPr lang="en-US" sz="1200" b="1" i="1" dirty="0">
                <a:solidFill>
                  <a:schemeClr val="tx2"/>
                </a:solidFill>
                <a:sym typeface="Wingdings" panose="05000000000000000000" pitchFamily="2" charset="2"/>
              </a:rPr>
              <a:t> </a:t>
            </a:r>
            <a:r>
              <a:rPr lang="en-US" sz="1200" b="1" i="1" dirty="0" err="1">
                <a:solidFill>
                  <a:schemeClr val="tx2"/>
                </a:solidFill>
                <a:sym typeface="Wingdings" panose="05000000000000000000" pitchFamily="2" charset="2"/>
              </a:rPr>
              <a:t>presenza</a:t>
            </a:r>
            <a:r>
              <a:rPr lang="en-US" sz="1200" b="1" i="1" dirty="0">
                <a:solidFill>
                  <a:schemeClr val="tx2"/>
                </a:solidFill>
                <a:sym typeface="Wingdings" panose="05000000000000000000" pitchFamily="2" charset="2"/>
              </a:rPr>
              <a:t> di incident </a:t>
            </a:r>
            <a:r>
              <a:rPr lang="en-US" sz="1200" b="1" i="1" dirty="0" err="1">
                <a:solidFill>
                  <a:schemeClr val="tx2"/>
                </a:solidFill>
                <a:sym typeface="Wingdings" panose="05000000000000000000" pitchFamily="2" charset="2"/>
              </a:rPr>
              <a:t>trasversali</a:t>
            </a:r>
            <a:endParaRPr lang="en-US" sz="1200" b="1" i="1" dirty="0">
              <a:solidFill>
                <a:schemeClr val="tx2"/>
              </a:solidFill>
            </a:endParaRPr>
          </a:p>
        </p:txBody>
      </p:sp>
    </p:spTree>
    <p:extLst>
      <p:ext uri="{BB962C8B-B14F-4D97-AF65-F5344CB8AC3E}">
        <p14:creationId xmlns:p14="http://schemas.microsoft.com/office/powerpoint/2010/main" val="34695016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testo 1">
            <a:extLst>
              <a:ext uri="{FF2B5EF4-FFF2-40B4-BE49-F238E27FC236}">
                <a16:creationId xmlns:a16="http://schemas.microsoft.com/office/drawing/2014/main" id="{C1FC055D-BC62-C270-6669-7320F79D9E8A}"/>
              </a:ext>
            </a:extLst>
          </p:cNvPr>
          <p:cNvSpPr>
            <a:spLocks noGrp="1"/>
          </p:cNvSpPr>
          <p:nvPr>
            <p:ph type="body" sz="quarter" idx="10"/>
          </p:nvPr>
        </p:nvSpPr>
        <p:spPr/>
        <p:txBody>
          <a:bodyPr/>
          <a:lstStyle/>
          <a:p>
            <a:r>
              <a:rPr lang="it-IT" dirty="0"/>
              <a:t>Template SLA – T5b</a:t>
            </a:r>
          </a:p>
          <a:p>
            <a:r>
              <a:rPr lang="it-IT" dirty="0"/>
              <a:t>AAAA – Reportistica Annuale</a:t>
            </a:r>
          </a:p>
        </p:txBody>
      </p:sp>
      <p:sp>
        <p:nvSpPr>
          <p:cNvPr id="6" name="CasellaDiTesto 5">
            <a:extLst>
              <a:ext uri="{FF2B5EF4-FFF2-40B4-BE49-F238E27FC236}">
                <a16:creationId xmlns:a16="http://schemas.microsoft.com/office/drawing/2014/main" id="{3492011C-4B6C-BD8C-6465-442E8F4D89F6}"/>
              </a:ext>
            </a:extLst>
          </p:cNvPr>
          <p:cNvSpPr txBox="1"/>
          <p:nvPr/>
        </p:nvSpPr>
        <p:spPr>
          <a:xfrm>
            <a:off x="371474" y="1540855"/>
            <a:ext cx="2296225" cy="369332"/>
          </a:xfrm>
          <a:prstGeom prst="rect">
            <a:avLst/>
          </a:prstGeom>
          <a:noFill/>
        </p:spPr>
        <p:txBody>
          <a:bodyPr wrap="square" rtlCol="0">
            <a:spAutoFit/>
          </a:bodyPr>
          <a:lstStyle/>
          <a:p>
            <a:r>
              <a:rPr lang="it-IT" dirty="0"/>
              <a:t>TAB 1</a:t>
            </a:r>
          </a:p>
        </p:txBody>
      </p:sp>
      <p:sp>
        <p:nvSpPr>
          <p:cNvPr id="3" name="CasellaDiTesto 2">
            <a:extLst>
              <a:ext uri="{FF2B5EF4-FFF2-40B4-BE49-F238E27FC236}">
                <a16:creationId xmlns:a16="http://schemas.microsoft.com/office/drawing/2014/main" id="{B8039B40-29BC-F8F4-729D-2D4642752091}"/>
              </a:ext>
            </a:extLst>
          </p:cNvPr>
          <p:cNvSpPr txBox="1"/>
          <p:nvPr/>
        </p:nvSpPr>
        <p:spPr>
          <a:xfrm>
            <a:off x="371474" y="4198817"/>
            <a:ext cx="5724526" cy="369332"/>
          </a:xfrm>
          <a:prstGeom prst="rect">
            <a:avLst/>
          </a:prstGeom>
          <a:noFill/>
        </p:spPr>
        <p:txBody>
          <a:bodyPr wrap="square" rtlCol="0">
            <a:spAutoFit/>
          </a:bodyPr>
          <a:lstStyle/>
          <a:p>
            <a:r>
              <a:rPr lang="it-IT" dirty="0"/>
              <a:t>Elenco report mensili consegnati in ritardo (interno)</a:t>
            </a:r>
          </a:p>
        </p:txBody>
      </p:sp>
      <p:graphicFrame>
        <p:nvGraphicFramePr>
          <p:cNvPr id="4" name="Tabella 3">
            <a:extLst>
              <a:ext uri="{FF2B5EF4-FFF2-40B4-BE49-F238E27FC236}">
                <a16:creationId xmlns:a16="http://schemas.microsoft.com/office/drawing/2014/main" id="{1641359A-FA67-25BA-58BD-1163BF629362}"/>
              </a:ext>
            </a:extLst>
          </p:cNvPr>
          <p:cNvGraphicFramePr>
            <a:graphicFrameLocks noGrp="1"/>
          </p:cNvGraphicFramePr>
          <p:nvPr>
            <p:extLst>
              <p:ext uri="{D42A27DB-BD31-4B8C-83A1-F6EECF244321}">
                <p14:modId xmlns:p14="http://schemas.microsoft.com/office/powerpoint/2010/main" val="4074926849"/>
              </p:ext>
            </p:extLst>
          </p:nvPr>
        </p:nvGraphicFramePr>
        <p:xfrm>
          <a:off x="455365" y="4576830"/>
          <a:ext cx="7203784" cy="740315"/>
        </p:xfrm>
        <a:graphic>
          <a:graphicData uri="http://schemas.openxmlformats.org/drawingml/2006/table">
            <a:tbl>
              <a:tblPr>
                <a:tableStyleId>{5C22544A-7EE6-4342-B048-85BDC9FD1C3A}</a:tableStyleId>
              </a:tblPr>
              <a:tblGrid>
                <a:gridCol w="4930367">
                  <a:extLst>
                    <a:ext uri="{9D8B030D-6E8A-4147-A177-3AD203B41FA5}">
                      <a16:colId xmlns:a16="http://schemas.microsoft.com/office/drawing/2014/main" val="4133083591"/>
                    </a:ext>
                  </a:extLst>
                </a:gridCol>
                <a:gridCol w="1149292">
                  <a:extLst>
                    <a:ext uri="{9D8B030D-6E8A-4147-A177-3AD203B41FA5}">
                      <a16:colId xmlns:a16="http://schemas.microsoft.com/office/drawing/2014/main" val="1806905419"/>
                    </a:ext>
                  </a:extLst>
                </a:gridCol>
                <a:gridCol w="1124125">
                  <a:extLst>
                    <a:ext uri="{9D8B030D-6E8A-4147-A177-3AD203B41FA5}">
                      <a16:colId xmlns:a16="http://schemas.microsoft.com/office/drawing/2014/main" val="2524262739"/>
                    </a:ext>
                  </a:extLst>
                </a:gridCol>
              </a:tblGrid>
              <a:tr h="237395">
                <a:tc>
                  <a:txBody>
                    <a:bodyPr/>
                    <a:lstStyle/>
                    <a:p>
                      <a:pPr algn="l" fontAlgn="b"/>
                      <a:r>
                        <a:rPr lang="it-IT" sz="1100" b="0" i="0" u="none" strike="noStrike" dirty="0">
                          <a:solidFill>
                            <a:srgbClr val="FFFFFF"/>
                          </a:solidFill>
                          <a:effectLst/>
                          <a:latin typeface="Calibri" panose="020F0502020204030204" pitchFamily="34" charset="0"/>
                        </a:rPr>
                        <a:t>Nome report</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rgbClr val="002060"/>
                    </a:solidFill>
                  </a:tcPr>
                </a:tc>
                <a:tc>
                  <a:txBody>
                    <a:bodyPr/>
                    <a:lstStyle/>
                    <a:p>
                      <a:pPr algn="l" fontAlgn="b"/>
                      <a:r>
                        <a:rPr lang="it-IT" sz="1100" b="0" i="0" u="none" strike="noStrike">
                          <a:solidFill>
                            <a:srgbClr val="FFFFFF"/>
                          </a:solidFill>
                          <a:effectLst/>
                          <a:latin typeface="Calibri" panose="020F0502020204030204" pitchFamily="34" charset="0"/>
                        </a:rPr>
                        <a:t>Data consegna</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rgbClr val="002060"/>
                    </a:solidFill>
                  </a:tcPr>
                </a:tc>
                <a:tc>
                  <a:txBody>
                    <a:bodyPr/>
                    <a:lstStyle/>
                    <a:p>
                      <a:pPr algn="l" fontAlgn="b"/>
                      <a:r>
                        <a:rPr lang="it-IT" sz="1100" b="0" i="0" u="none" strike="noStrike">
                          <a:solidFill>
                            <a:srgbClr val="FFFFFF"/>
                          </a:solidFill>
                          <a:effectLst/>
                          <a:latin typeface="Calibri" panose="020F0502020204030204" pitchFamily="34" charset="0"/>
                        </a:rPr>
                        <a:t>Giorni di ritardo</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rgbClr val="002060"/>
                    </a:solidFill>
                  </a:tcPr>
                </a:tc>
                <a:extLst>
                  <a:ext uri="{0D108BD9-81ED-4DB2-BD59-A6C34878D82A}">
                    <a16:rowId xmlns:a16="http://schemas.microsoft.com/office/drawing/2014/main" val="141734531"/>
                  </a:ext>
                </a:extLst>
              </a:tr>
              <a:tr h="130210">
                <a:tc>
                  <a:txBody>
                    <a:bodyPr/>
                    <a:lstStyle/>
                    <a:p>
                      <a:pPr algn="l" fontAlgn="b"/>
                      <a:r>
                        <a:rPr lang="it-IT" sz="1100" b="0" i="0" u="none" strike="noStrike" dirty="0">
                          <a:solidFill>
                            <a:srgbClr val="000000"/>
                          </a:solidFill>
                          <a:effectLst/>
                          <a:latin typeface="Calibri" panose="020F0502020204030204" pitchFamily="34" charset="0"/>
                        </a:rPr>
                        <a:t> </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lang="it-IT" sz="1100" b="0" i="0" u="none" strike="noStrike">
                          <a:solidFill>
                            <a:srgbClr val="000000"/>
                          </a:solidFill>
                          <a:effectLst/>
                          <a:latin typeface="Calibri" panose="020F0502020204030204" pitchFamily="34" charset="0"/>
                        </a:rPr>
                        <a:t> </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lang="it-IT" sz="1100" b="0" i="0" u="none" strike="noStrike">
                          <a:solidFill>
                            <a:srgbClr val="000000"/>
                          </a:solidFill>
                          <a:effectLst/>
                          <a:latin typeface="Calibri" panose="020F0502020204030204" pitchFamily="34" charset="0"/>
                        </a:rPr>
                        <a:t> </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955773031"/>
                  </a:ext>
                </a:extLst>
              </a:tr>
              <a:tr h="130210">
                <a:tc>
                  <a:txBody>
                    <a:bodyPr/>
                    <a:lstStyle/>
                    <a:p>
                      <a:pPr algn="l" fontAlgn="b"/>
                      <a:r>
                        <a:rPr lang="it-IT" sz="1100" b="0" i="0" u="none" strike="noStrike">
                          <a:solidFill>
                            <a:srgbClr val="000000"/>
                          </a:solidFill>
                          <a:effectLst/>
                          <a:latin typeface="Calibri" panose="020F0502020204030204" pitchFamily="34" charset="0"/>
                        </a:rPr>
                        <a:t> </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lang="it-IT" sz="1100" b="0" i="0" u="none" strike="noStrike">
                          <a:solidFill>
                            <a:srgbClr val="000000"/>
                          </a:solidFill>
                          <a:effectLst/>
                          <a:latin typeface="Calibri" panose="020F0502020204030204" pitchFamily="34" charset="0"/>
                        </a:rPr>
                        <a:t> </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lang="it-IT" sz="1100" b="0" i="0" u="none" strike="noStrike">
                          <a:solidFill>
                            <a:srgbClr val="000000"/>
                          </a:solidFill>
                          <a:effectLst/>
                          <a:latin typeface="Calibri" panose="020F0502020204030204" pitchFamily="34" charset="0"/>
                        </a:rPr>
                        <a:t> </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259141730"/>
                  </a:ext>
                </a:extLst>
              </a:tr>
              <a:tr h="130210">
                <a:tc>
                  <a:txBody>
                    <a:bodyPr/>
                    <a:lstStyle/>
                    <a:p>
                      <a:pPr algn="l" fontAlgn="b"/>
                      <a:r>
                        <a:rPr lang="it-IT" sz="1100" b="0" i="0" u="none" strike="noStrike">
                          <a:solidFill>
                            <a:srgbClr val="000000"/>
                          </a:solidFill>
                          <a:effectLst/>
                          <a:latin typeface="Calibri" panose="020F0502020204030204" pitchFamily="34" charset="0"/>
                        </a:rPr>
                        <a:t> </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lang="it-IT" sz="1100" b="0" i="0" u="none" strike="noStrike">
                          <a:solidFill>
                            <a:srgbClr val="000000"/>
                          </a:solidFill>
                          <a:effectLst/>
                          <a:latin typeface="Calibri" panose="020F0502020204030204" pitchFamily="34" charset="0"/>
                        </a:rPr>
                        <a:t> </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lang="it-IT" sz="1100" b="0" i="0" u="none" strike="noStrike" dirty="0">
                          <a:solidFill>
                            <a:srgbClr val="000000"/>
                          </a:solidFill>
                          <a:effectLst/>
                          <a:latin typeface="Calibri" panose="020F0502020204030204" pitchFamily="34" charset="0"/>
                        </a:rPr>
                        <a:t> </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244808467"/>
                  </a:ext>
                </a:extLst>
              </a:tr>
            </a:tbl>
          </a:graphicData>
        </a:graphic>
      </p:graphicFrame>
      <p:graphicFrame>
        <p:nvGraphicFramePr>
          <p:cNvPr id="10" name="Tabella 6">
            <a:extLst>
              <a:ext uri="{FF2B5EF4-FFF2-40B4-BE49-F238E27FC236}">
                <a16:creationId xmlns:a16="http://schemas.microsoft.com/office/drawing/2014/main" id="{70AF4DCF-2920-440B-9304-488838B2ADB9}"/>
              </a:ext>
            </a:extLst>
          </p:cNvPr>
          <p:cNvGraphicFramePr>
            <a:graphicFrameLocks noGrp="1"/>
          </p:cNvGraphicFramePr>
          <p:nvPr>
            <p:extLst>
              <p:ext uri="{D42A27DB-BD31-4B8C-83A1-F6EECF244321}">
                <p14:modId xmlns:p14="http://schemas.microsoft.com/office/powerpoint/2010/main" val="825410119"/>
              </p:ext>
            </p:extLst>
          </p:nvPr>
        </p:nvGraphicFramePr>
        <p:xfrm>
          <a:off x="371474" y="1889737"/>
          <a:ext cx="11463341" cy="838200"/>
        </p:xfrm>
        <a:graphic>
          <a:graphicData uri="http://schemas.openxmlformats.org/drawingml/2006/table">
            <a:tbl>
              <a:tblPr>
                <a:tableStyleId>{5C22544A-7EE6-4342-B048-85BDC9FD1C3A}</a:tableStyleId>
              </a:tblPr>
              <a:tblGrid>
                <a:gridCol w="529666">
                  <a:extLst>
                    <a:ext uri="{9D8B030D-6E8A-4147-A177-3AD203B41FA5}">
                      <a16:colId xmlns:a16="http://schemas.microsoft.com/office/drawing/2014/main" val="4133083591"/>
                    </a:ext>
                  </a:extLst>
                </a:gridCol>
                <a:gridCol w="3563284">
                  <a:extLst>
                    <a:ext uri="{9D8B030D-6E8A-4147-A177-3AD203B41FA5}">
                      <a16:colId xmlns:a16="http://schemas.microsoft.com/office/drawing/2014/main" val="1806905419"/>
                    </a:ext>
                  </a:extLst>
                </a:gridCol>
                <a:gridCol w="824752">
                  <a:extLst>
                    <a:ext uri="{9D8B030D-6E8A-4147-A177-3AD203B41FA5}">
                      <a16:colId xmlns:a16="http://schemas.microsoft.com/office/drawing/2014/main" val="4187732811"/>
                    </a:ext>
                  </a:extLst>
                </a:gridCol>
                <a:gridCol w="2259106">
                  <a:extLst>
                    <a:ext uri="{9D8B030D-6E8A-4147-A177-3AD203B41FA5}">
                      <a16:colId xmlns:a16="http://schemas.microsoft.com/office/drawing/2014/main" val="2524262739"/>
                    </a:ext>
                  </a:extLst>
                </a:gridCol>
                <a:gridCol w="1668189">
                  <a:extLst>
                    <a:ext uri="{9D8B030D-6E8A-4147-A177-3AD203B41FA5}">
                      <a16:colId xmlns:a16="http://schemas.microsoft.com/office/drawing/2014/main" val="2210576348"/>
                    </a:ext>
                  </a:extLst>
                </a:gridCol>
                <a:gridCol w="1309172">
                  <a:extLst>
                    <a:ext uri="{9D8B030D-6E8A-4147-A177-3AD203B41FA5}">
                      <a16:colId xmlns:a16="http://schemas.microsoft.com/office/drawing/2014/main" val="3613592376"/>
                    </a:ext>
                  </a:extLst>
                </a:gridCol>
                <a:gridCol w="1309172">
                  <a:extLst>
                    <a:ext uri="{9D8B030D-6E8A-4147-A177-3AD203B41FA5}">
                      <a16:colId xmlns:a16="http://schemas.microsoft.com/office/drawing/2014/main" val="124987683"/>
                    </a:ext>
                  </a:extLst>
                </a:gridCol>
              </a:tblGrid>
              <a:tr h="237395">
                <a:tc>
                  <a:txBody>
                    <a:bodyPr/>
                    <a:lstStyle/>
                    <a:p>
                      <a:pPr algn="l" fontAlgn="b"/>
                      <a:r>
                        <a:rPr lang="it-IT" sz="1100" b="0" i="0" u="none" strike="noStrike" dirty="0">
                          <a:solidFill>
                            <a:srgbClr val="FFFFFF"/>
                          </a:solidFill>
                          <a:effectLst/>
                          <a:latin typeface="Calibri" panose="020F0502020204030204" pitchFamily="34" charset="0"/>
                        </a:rPr>
                        <a:t>ID SLA</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rgbClr val="002060"/>
                    </a:solidFill>
                  </a:tcPr>
                </a:tc>
                <a:tc>
                  <a:txBody>
                    <a:bodyPr/>
                    <a:lstStyle/>
                    <a:p>
                      <a:pPr algn="l" fontAlgn="b"/>
                      <a:r>
                        <a:rPr lang="it-IT" sz="1100" b="0" i="0" u="none" strike="noStrike" dirty="0">
                          <a:solidFill>
                            <a:srgbClr val="FFFFFF"/>
                          </a:solidFill>
                          <a:effectLst/>
                          <a:latin typeface="Calibri" panose="020F0502020204030204" pitchFamily="34" charset="0"/>
                        </a:rPr>
                        <a:t>NOME SLA</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rgbClr val="002060"/>
                    </a:solidFill>
                  </a:tcPr>
                </a:tc>
                <a:tc>
                  <a:txBody>
                    <a:bodyPr/>
                    <a:lstStyle/>
                    <a:p>
                      <a:pPr algn="l" fontAlgn="b"/>
                      <a:r>
                        <a:rPr lang="it-IT" sz="1100" b="0" i="0" u="none" strike="noStrike" dirty="0">
                          <a:solidFill>
                            <a:srgbClr val="FFFFFF"/>
                          </a:solidFill>
                          <a:effectLst/>
                          <a:latin typeface="Calibri" panose="020F0502020204030204" pitchFamily="34" charset="0"/>
                        </a:rPr>
                        <a:t>Attributo temporale</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rgbClr val="002060"/>
                    </a:solidFill>
                  </a:tcPr>
                </a:tc>
                <a:tc>
                  <a:txBody>
                    <a:bodyPr/>
                    <a:lstStyle/>
                    <a:p>
                      <a:pPr algn="l" fontAlgn="b"/>
                      <a:r>
                        <a:rPr lang="it-IT" sz="1100" b="0" i="0" u="none" strike="noStrike" dirty="0">
                          <a:solidFill>
                            <a:schemeClr val="tx2"/>
                          </a:solidFill>
                          <a:effectLst/>
                          <a:latin typeface="Calibri" panose="020F0502020204030204" pitchFamily="34" charset="0"/>
                        </a:rPr>
                        <a:t>NUMERO REPORT MENSILI CONSEGNATI NEI TEMPI* </a:t>
                      </a:r>
                      <a:r>
                        <a:rPr lang="it-IT" sz="1100" u="none" strike="noStrike" kern="1200" dirty="0">
                          <a:solidFill>
                            <a:schemeClr val="tx2"/>
                          </a:solidFill>
                          <a:effectLst/>
                          <a:latin typeface="+mn-lt"/>
                          <a:ea typeface="+mn-ea"/>
                          <a:cs typeface="+mn-cs"/>
                        </a:rPr>
                        <a:t>(uso interno)</a:t>
                      </a:r>
                      <a:endParaRPr lang="it-IT" sz="1100" b="0" i="0" u="none" strike="noStrike" dirty="0">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rgbClr val="FFFF00"/>
                    </a:solidFill>
                  </a:tcPr>
                </a:tc>
                <a:tc>
                  <a:txBody>
                    <a:bodyPr/>
                    <a:lstStyle/>
                    <a:p>
                      <a:pPr algn="l" fontAlgn="b"/>
                      <a:r>
                        <a:rPr lang="it-IT" sz="1100" b="0" i="0" u="none" strike="noStrike" dirty="0">
                          <a:solidFill>
                            <a:schemeClr val="tx2"/>
                          </a:solidFill>
                          <a:effectLst/>
                          <a:latin typeface="Calibri" panose="020F0502020204030204" pitchFamily="34" charset="0"/>
                        </a:rPr>
                        <a:t>TOTALE NUMERO REPORT GIORNALIERI NEL MESE </a:t>
                      </a:r>
                      <a:r>
                        <a:rPr lang="it-IT" sz="1100" u="none" strike="noStrike" kern="1200" dirty="0">
                          <a:solidFill>
                            <a:schemeClr val="tx2"/>
                          </a:solidFill>
                          <a:effectLst/>
                          <a:latin typeface="+mn-lt"/>
                          <a:ea typeface="+mn-ea"/>
                          <a:cs typeface="+mn-cs"/>
                        </a:rPr>
                        <a:t>(uso interno)</a:t>
                      </a:r>
                      <a:endParaRPr lang="it-IT" sz="1100" b="0" i="0" u="none" strike="noStrike" dirty="0">
                        <a:solidFill>
                          <a:schemeClr val="tx2"/>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rgbClr val="FFFF00"/>
                    </a:solidFill>
                  </a:tcPr>
                </a:tc>
                <a:tc>
                  <a:txBody>
                    <a:bodyPr/>
                    <a:lstStyle/>
                    <a:p>
                      <a:pPr algn="l" fontAlgn="b"/>
                      <a:r>
                        <a:rPr lang="it-IT" sz="1100" b="0" i="0" u="none" strike="noStrike" dirty="0">
                          <a:solidFill>
                            <a:srgbClr val="FFFFFF"/>
                          </a:solidFill>
                          <a:effectLst/>
                          <a:latin typeface="Calibri" panose="020F0502020204030204" pitchFamily="34" charset="0"/>
                        </a:rPr>
                        <a:t>% PERFORMANCE</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rgbClr val="002060"/>
                    </a:solidFill>
                  </a:tcPr>
                </a:tc>
                <a:tc>
                  <a:txBody>
                    <a:bodyPr/>
                    <a:lstStyle/>
                    <a:p>
                      <a:pPr algn="l" fontAlgn="b"/>
                      <a:r>
                        <a:rPr lang="it-IT" sz="1100" b="0" i="0" u="none" strike="noStrike" dirty="0">
                          <a:solidFill>
                            <a:srgbClr val="FFFFFF"/>
                          </a:solidFill>
                          <a:effectLst/>
                          <a:latin typeface="Calibri" panose="020F0502020204030204" pitchFamily="34" charset="0"/>
                        </a:rPr>
                        <a:t>% SOGLIA SLA</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rgbClr val="002060"/>
                    </a:solidFill>
                  </a:tcPr>
                </a:tc>
                <a:extLst>
                  <a:ext uri="{0D108BD9-81ED-4DB2-BD59-A6C34878D82A}">
                    <a16:rowId xmlns:a16="http://schemas.microsoft.com/office/drawing/2014/main" val="141734531"/>
                  </a:ext>
                </a:extLst>
              </a:tr>
              <a:tr h="130210">
                <a:tc>
                  <a:txBody>
                    <a:bodyPr/>
                    <a:lstStyle/>
                    <a:p>
                      <a:pPr algn="ctr" fontAlgn="t"/>
                      <a:r>
                        <a:rPr lang="it-IT" sz="1100" b="0" i="0" u="none" strike="noStrike">
                          <a:solidFill>
                            <a:srgbClr val="000000"/>
                          </a:solidFill>
                          <a:effectLst/>
                          <a:latin typeface="Calibri" panose="020F0502020204030204" pitchFamily="34" charset="0"/>
                        </a:rPr>
                        <a:t>19</a:t>
                      </a:r>
                      <a:endParaRPr lang="it-IT" sz="1100" b="0" i="0" u="none" strike="noStrike" dirty="0">
                        <a:solidFill>
                          <a:srgbClr val="000000"/>
                        </a:solidFill>
                        <a:effectLst/>
                        <a:latin typeface="Calibri" panose="020F0502020204030204" pitchFamily="34" charset="0"/>
                      </a:endParaRPr>
                    </a:p>
                  </a:txBody>
                  <a:tcPr marL="0" marR="0" marT="0" marB="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t"/>
                      <a:r>
                        <a:rPr lang="it-IT" sz="1100" b="0" i="0" u="none" strike="noStrike" dirty="0">
                          <a:solidFill>
                            <a:srgbClr val="000000"/>
                          </a:solidFill>
                          <a:effectLst/>
                          <a:latin typeface="Calibri" panose="020F0502020204030204" pitchFamily="34" charset="0"/>
                        </a:rPr>
                        <a:t>Non corretta compilazione della reportistica mensile</a:t>
                      </a:r>
                    </a:p>
                  </a:txBody>
                  <a:tcPr marL="0" marR="0" marT="0" marB="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t"/>
                      <a:r>
                        <a:rPr lang="it-IT" sz="1100" b="0" i="0" u="none" strike="noStrike" dirty="0">
                          <a:solidFill>
                            <a:srgbClr val="000000"/>
                          </a:solidFill>
                          <a:effectLst/>
                          <a:latin typeface="Calibri" panose="020F0502020204030204" pitchFamily="34" charset="0"/>
                        </a:rPr>
                        <a:t>Annuale</a:t>
                      </a:r>
                    </a:p>
                  </a:txBody>
                  <a:tcPr marL="0" marR="0" marT="0" marB="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t"/>
                      <a:r>
                        <a:rPr lang="it-IT" sz="1100" b="0" i="0" u="none" strike="noStrike">
                          <a:solidFill>
                            <a:srgbClr val="000000"/>
                          </a:solidFill>
                          <a:effectLst/>
                          <a:latin typeface="Calibri" panose="020F0502020204030204" pitchFamily="34" charset="0"/>
                        </a:rPr>
                        <a:t> </a:t>
                      </a:r>
                    </a:p>
                  </a:txBody>
                  <a:tcPr marL="0" marR="0" marT="0" marB="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t"/>
                      <a:r>
                        <a:rPr lang="it-IT" sz="1100" b="0" i="0" u="none" strike="noStrike" dirty="0">
                          <a:solidFill>
                            <a:srgbClr val="000000"/>
                          </a:solidFill>
                          <a:effectLst/>
                          <a:latin typeface="Calibri" panose="020F0502020204030204" pitchFamily="34" charset="0"/>
                        </a:rPr>
                        <a:t> </a:t>
                      </a:r>
                    </a:p>
                  </a:txBody>
                  <a:tcPr marL="0" marR="0" marT="0" marB="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t"/>
                      <a:endParaRPr lang="it-IT" sz="1100" b="0" i="0" u="none" strike="noStrike" dirty="0">
                        <a:solidFill>
                          <a:srgbClr val="000000"/>
                        </a:solidFill>
                        <a:effectLst/>
                        <a:latin typeface="Calibri" panose="020F0502020204030204" pitchFamily="34" charset="0"/>
                      </a:endParaRPr>
                    </a:p>
                  </a:txBody>
                  <a:tcPr marL="0" marR="0" marT="0" marB="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t"/>
                      <a:r>
                        <a:rPr lang="it-IT" sz="1100" b="0" i="0" u="none" strike="sngStrike" dirty="0">
                          <a:solidFill>
                            <a:srgbClr val="000000"/>
                          </a:solidFill>
                          <a:effectLst/>
                          <a:latin typeface="Calibri" panose="020F0502020204030204" pitchFamily="34" charset="0"/>
                        </a:rPr>
                        <a:t> </a:t>
                      </a:r>
                      <a:endParaRPr lang="it-IT" sz="1100" b="0" i="0" u="none" strike="noStrike" dirty="0">
                        <a:solidFill>
                          <a:srgbClr val="000000"/>
                        </a:solidFill>
                        <a:effectLst/>
                        <a:latin typeface="Calibri" panose="020F0502020204030204" pitchFamily="34" charset="0"/>
                      </a:endParaRPr>
                    </a:p>
                  </a:txBody>
                  <a:tcPr marL="0" marR="0" marT="0" marB="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955773031"/>
                  </a:ext>
                </a:extLst>
              </a:tr>
              <a:tr h="130210">
                <a:tc>
                  <a:txBody>
                    <a:bodyPr/>
                    <a:lstStyle/>
                    <a:p>
                      <a:pPr algn="ctr" fontAlgn="t"/>
                      <a:r>
                        <a:rPr lang="it-IT" sz="1100" b="0" i="0" u="none" strike="noStrike" dirty="0">
                          <a:solidFill>
                            <a:srgbClr val="000000"/>
                          </a:solidFill>
                          <a:effectLst/>
                          <a:latin typeface="Calibri" panose="020F0502020204030204" pitchFamily="34" charset="0"/>
                        </a:rPr>
                        <a:t>21</a:t>
                      </a:r>
                    </a:p>
                  </a:txBody>
                  <a:tcPr marL="0" marR="0" marT="0" marB="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lang="it-IT" sz="1100" b="0" i="0" u="none" strike="noStrike" dirty="0">
                          <a:solidFill>
                            <a:srgbClr val="000000"/>
                          </a:solidFill>
                          <a:effectLst/>
                          <a:latin typeface="Calibri" panose="020F0502020204030204" pitchFamily="34" charset="0"/>
                        </a:rPr>
                        <a:t>Reportistica SLA</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t"/>
                      <a:r>
                        <a:rPr lang="it-IT" sz="1100" b="0" i="0" u="none" strike="noStrike" dirty="0">
                          <a:solidFill>
                            <a:srgbClr val="000000"/>
                          </a:solidFill>
                          <a:effectLst/>
                          <a:latin typeface="Calibri" panose="020F0502020204030204" pitchFamily="34" charset="0"/>
                        </a:rPr>
                        <a:t>Annuale</a:t>
                      </a:r>
                    </a:p>
                  </a:txBody>
                  <a:tcPr marL="0" marR="0" marT="0" marB="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t"/>
                      <a:endParaRPr lang="it-IT" sz="1100" b="0" i="0" u="none" strike="noStrike">
                        <a:solidFill>
                          <a:srgbClr val="000000"/>
                        </a:solidFill>
                        <a:effectLst/>
                        <a:latin typeface="Calibri" panose="020F0502020204030204" pitchFamily="34" charset="0"/>
                      </a:endParaRPr>
                    </a:p>
                  </a:txBody>
                  <a:tcPr marL="0" marR="0" marT="0" marB="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t"/>
                      <a:endParaRPr lang="it-IT" sz="1100" b="0" i="0" u="none" strike="noStrike" dirty="0">
                        <a:solidFill>
                          <a:srgbClr val="000000"/>
                        </a:solidFill>
                        <a:effectLst/>
                        <a:latin typeface="Calibri" panose="020F0502020204030204" pitchFamily="34" charset="0"/>
                      </a:endParaRPr>
                    </a:p>
                  </a:txBody>
                  <a:tcPr marL="0" marR="0" marT="0" marB="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t"/>
                      <a:endParaRPr lang="it-IT" sz="1100" b="0" i="0" u="none" strike="noStrike" dirty="0">
                        <a:solidFill>
                          <a:srgbClr val="000000"/>
                        </a:solidFill>
                        <a:effectLst/>
                        <a:latin typeface="Calibri" panose="020F0502020204030204" pitchFamily="34" charset="0"/>
                      </a:endParaRPr>
                    </a:p>
                  </a:txBody>
                  <a:tcPr marL="0" marR="0" marT="0" marB="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t"/>
                      <a:endParaRPr lang="it-IT" sz="1100" b="0" i="0" u="none" strike="noStrike" dirty="0">
                        <a:solidFill>
                          <a:srgbClr val="000000"/>
                        </a:solidFill>
                        <a:effectLst/>
                        <a:latin typeface="Calibri" panose="020F0502020204030204" pitchFamily="34" charset="0"/>
                      </a:endParaRPr>
                    </a:p>
                  </a:txBody>
                  <a:tcPr marL="0" marR="0" marT="0" marB="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54748672"/>
                  </a:ext>
                </a:extLst>
              </a:tr>
            </a:tbl>
          </a:graphicData>
        </a:graphic>
      </p:graphicFrame>
      <p:sp>
        <p:nvSpPr>
          <p:cNvPr id="12" name="Rectangle: Rounded Corners 11">
            <a:extLst>
              <a:ext uri="{FF2B5EF4-FFF2-40B4-BE49-F238E27FC236}">
                <a16:creationId xmlns:a16="http://schemas.microsoft.com/office/drawing/2014/main" id="{2A64B188-7473-4B85-9935-660C84DA4FA8}"/>
              </a:ext>
            </a:extLst>
          </p:cNvPr>
          <p:cNvSpPr/>
          <p:nvPr/>
        </p:nvSpPr>
        <p:spPr>
          <a:xfrm>
            <a:off x="8651885" y="884071"/>
            <a:ext cx="3168640" cy="557727"/>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i="1" dirty="0">
                <a:solidFill>
                  <a:schemeClr val="tx2"/>
                </a:solidFill>
                <a:sym typeface="Wingdings" panose="05000000000000000000" pitchFamily="2" charset="2"/>
              </a:rPr>
              <a:t>Art. 24.4”: le </a:t>
            </a:r>
            <a:r>
              <a:rPr lang="en-US" sz="1200" b="1" i="1" dirty="0" err="1">
                <a:solidFill>
                  <a:schemeClr val="tx2"/>
                </a:solidFill>
                <a:sym typeface="Wingdings" panose="05000000000000000000" pitchFamily="2" charset="2"/>
              </a:rPr>
              <a:t>soglie</a:t>
            </a:r>
            <a:r>
              <a:rPr lang="en-US" sz="1200" b="1" i="1" dirty="0">
                <a:solidFill>
                  <a:schemeClr val="tx2"/>
                </a:solidFill>
                <a:sym typeface="Wingdings" panose="05000000000000000000" pitchFamily="2" charset="2"/>
              </a:rPr>
              <a:t> </a:t>
            </a:r>
            <a:r>
              <a:rPr lang="en-US" sz="1200" b="1" i="1" dirty="0" err="1">
                <a:solidFill>
                  <a:schemeClr val="tx2"/>
                </a:solidFill>
                <a:sym typeface="Wingdings" panose="05000000000000000000" pitchFamily="2" charset="2"/>
              </a:rPr>
              <a:t>verranno</a:t>
            </a:r>
            <a:r>
              <a:rPr lang="en-US" sz="1200" b="1" i="1" dirty="0">
                <a:solidFill>
                  <a:schemeClr val="tx2"/>
                </a:solidFill>
                <a:sym typeface="Wingdings" panose="05000000000000000000" pitchFamily="2" charset="2"/>
              </a:rPr>
              <a:t> </a:t>
            </a:r>
            <a:r>
              <a:rPr lang="en-US" sz="1200" b="1" i="1" dirty="0" err="1">
                <a:solidFill>
                  <a:schemeClr val="tx2"/>
                </a:solidFill>
                <a:sym typeface="Wingdings" panose="05000000000000000000" pitchFamily="2" charset="2"/>
              </a:rPr>
              <a:t>ricalcolate</a:t>
            </a:r>
            <a:r>
              <a:rPr lang="en-US" sz="1200" b="1" i="1" dirty="0">
                <a:solidFill>
                  <a:schemeClr val="tx2"/>
                </a:solidFill>
                <a:sym typeface="Wingdings" panose="05000000000000000000" pitchFamily="2" charset="2"/>
              </a:rPr>
              <a:t> a </a:t>
            </a:r>
            <a:r>
              <a:rPr lang="en-US" sz="1200" b="1" i="1" dirty="0" err="1">
                <a:solidFill>
                  <a:schemeClr val="tx2"/>
                </a:solidFill>
                <a:sym typeface="Wingdings" panose="05000000000000000000" pitchFamily="2" charset="2"/>
              </a:rPr>
              <a:t>fronte</a:t>
            </a:r>
            <a:r>
              <a:rPr lang="en-US" sz="1200" b="1" i="1" dirty="0">
                <a:solidFill>
                  <a:schemeClr val="tx2"/>
                </a:solidFill>
                <a:sym typeface="Wingdings" panose="05000000000000000000" pitchFamily="2" charset="2"/>
              </a:rPr>
              <a:t> </a:t>
            </a:r>
            <a:r>
              <a:rPr lang="en-US" sz="1200" b="1" i="1" dirty="0" err="1">
                <a:solidFill>
                  <a:schemeClr val="tx2"/>
                </a:solidFill>
                <a:sym typeface="Wingdings" panose="05000000000000000000" pitchFamily="2" charset="2"/>
              </a:rPr>
              <a:t>della</a:t>
            </a:r>
            <a:r>
              <a:rPr lang="en-US" sz="1200" b="1" i="1" dirty="0">
                <a:solidFill>
                  <a:schemeClr val="tx2"/>
                </a:solidFill>
                <a:sym typeface="Wingdings" panose="05000000000000000000" pitchFamily="2" charset="2"/>
              </a:rPr>
              <a:t> </a:t>
            </a:r>
            <a:r>
              <a:rPr lang="en-US" sz="1200" b="1" i="1" dirty="0" err="1">
                <a:solidFill>
                  <a:schemeClr val="tx2"/>
                </a:solidFill>
                <a:sym typeface="Wingdings" panose="05000000000000000000" pitchFamily="2" charset="2"/>
              </a:rPr>
              <a:t>presenza</a:t>
            </a:r>
            <a:r>
              <a:rPr lang="en-US" sz="1200" b="1" i="1" dirty="0">
                <a:solidFill>
                  <a:schemeClr val="tx2"/>
                </a:solidFill>
                <a:sym typeface="Wingdings" panose="05000000000000000000" pitchFamily="2" charset="2"/>
              </a:rPr>
              <a:t> di incident </a:t>
            </a:r>
            <a:r>
              <a:rPr lang="en-US" sz="1200" b="1" i="1" dirty="0" err="1">
                <a:solidFill>
                  <a:schemeClr val="tx2"/>
                </a:solidFill>
                <a:sym typeface="Wingdings" panose="05000000000000000000" pitchFamily="2" charset="2"/>
              </a:rPr>
              <a:t>trasversali</a:t>
            </a:r>
            <a:endParaRPr lang="en-US" sz="1200" b="1" i="1" dirty="0">
              <a:solidFill>
                <a:schemeClr val="tx2"/>
              </a:solidFill>
            </a:endParaRPr>
          </a:p>
        </p:txBody>
      </p:sp>
      <p:sp>
        <p:nvSpPr>
          <p:cNvPr id="9" name="CasellaDiTesto 4">
            <a:extLst>
              <a:ext uri="{FF2B5EF4-FFF2-40B4-BE49-F238E27FC236}">
                <a16:creationId xmlns:a16="http://schemas.microsoft.com/office/drawing/2014/main" id="{C9D48FE4-FFD2-4A69-86A5-09BF441AE55A}"/>
              </a:ext>
            </a:extLst>
          </p:cNvPr>
          <p:cNvSpPr txBox="1"/>
          <p:nvPr/>
        </p:nvSpPr>
        <p:spPr>
          <a:xfrm>
            <a:off x="295974" y="2873229"/>
            <a:ext cx="11750879" cy="707886"/>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1000" i="0" u="none" kern="0" cap="none" spc="0" normalizeH="0" baseline="0" noProof="0" dirty="0">
                <a:ln>
                  <a:noFill/>
                </a:ln>
                <a:solidFill>
                  <a:schemeClr val="tx2"/>
                </a:solidFill>
                <a:effectLst/>
                <a:uLnTx/>
                <a:uFillTx/>
                <a:ea typeface="Verdana" panose="020B0604030504040204" pitchFamily="34" charset="0"/>
                <a:cs typeface="+mn-cs"/>
              </a:rPr>
              <a:t>*L’estrazione e di conseguenza le numeriche indicate considerano i </a:t>
            </a:r>
            <a:r>
              <a:rPr kumimoji="0" lang="it-IT" sz="1000" i="0" u="none" kern="0" cap="none" spc="0" normalizeH="0" baseline="0" noProof="0" dirty="0" err="1">
                <a:ln>
                  <a:noFill/>
                </a:ln>
                <a:solidFill>
                  <a:schemeClr val="tx2"/>
                </a:solidFill>
                <a:effectLst/>
                <a:uLnTx/>
                <a:uFillTx/>
                <a:ea typeface="Verdana" panose="020B0604030504040204" pitchFamily="34" charset="0"/>
                <a:cs typeface="+mn-cs"/>
              </a:rPr>
              <a:t>timestamp</a:t>
            </a:r>
            <a:r>
              <a:rPr kumimoji="0" lang="it-IT" sz="1000" i="0" u="none" kern="0" cap="none" spc="0" normalizeH="0" baseline="0" noProof="0" dirty="0">
                <a:ln>
                  <a:noFill/>
                </a:ln>
                <a:solidFill>
                  <a:schemeClr val="tx2"/>
                </a:solidFill>
                <a:effectLst/>
                <a:uLnTx/>
                <a:uFillTx/>
                <a:ea typeface="Verdana" panose="020B0604030504040204" pitchFamily="34" charset="0"/>
                <a:cs typeface="+mn-cs"/>
              </a:rPr>
              <a:t> di invio dei report, non entrano nel merito dei dati contenuti, per cui potranno essere oggetto di rettifica in fase di calcolo delle penali. </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1000" i="0" u="none" kern="0" cap="none" spc="0" normalizeH="0" baseline="0" noProof="0" dirty="0">
                <a:ln>
                  <a:noFill/>
                </a:ln>
                <a:solidFill>
                  <a:schemeClr val="tx2"/>
                </a:solidFill>
                <a:effectLst/>
                <a:uLnTx/>
                <a:uFillTx/>
                <a:ea typeface="Verdana" panose="020B0604030504040204" pitchFamily="34" charset="0"/>
                <a:cs typeface="+mn-cs"/>
              </a:rPr>
              <a:t>Le informazioni ad uso interno verranno eliminate prima della condivisione con il CBI dall’utente abilitato, che una volta verificati i dati dovrà avere la possibilità di procedere con un nuovo upload e quindi l’invio al CBI.</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1000" i="0" u="none" kern="0" cap="none" spc="0" normalizeH="0" baseline="0" noProof="0" dirty="0">
                <a:ln>
                  <a:noFill/>
                </a:ln>
                <a:solidFill>
                  <a:schemeClr val="tx2"/>
                </a:solidFill>
                <a:effectLst/>
                <a:uLnTx/>
                <a:uFillTx/>
                <a:ea typeface="Verdana" panose="020B0604030504040204" pitchFamily="34" charset="0"/>
                <a:cs typeface="+mn-cs"/>
              </a:rPr>
              <a:t>L’informazione da considerare </a:t>
            </a:r>
            <a:r>
              <a:rPr kumimoji="0" lang="it-IT" sz="1000" i="0" u="none" kern="0" cap="none" spc="0" normalizeH="0" baseline="0" noProof="0" dirty="0" err="1">
                <a:ln>
                  <a:noFill/>
                </a:ln>
                <a:solidFill>
                  <a:schemeClr val="tx2"/>
                </a:solidFill>
                <a:effectLst/>
                <a:uLnTx/>
                <a:uFillTx/>
                <a:ea typeface="Verdana" panose="020B0604030504040204" pitchFamily="34" charset="0"/>
                <a:cs typeface="+mn-cs"/>
              </a:rPr>
              <a:t>pre</a:t>
            </a:r>
            <a:r>
              <a:rPr kumimoji="0" lang="it-IT" sz="1000" i="0" u="none" kern="0" cap="none" spc="0" normalizeH="0" baseline="0" noProof="0" dirty="0">
                <a:ln>
                  <a:noFill/>
                </a:ln>
                <a:solidFill>
                  <a:schemeClr val="tx2"/>
                </a:solidFill>
                <a:effectLst/>
                <a:uLnTx/>
                <a:uFillTx/>
                <a:ea typeface="Verdana" panose="020B0604030504040204" pitchFamily="34" charset="0"/>
                <a:cs typeface="+mn-cs"/>
              </a:rPr>
              <a:t> la consegna è quella di invio al cliente. </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1000" i="0" u="none" kern="0" cap="none" spc="0" normalizeH="0" baseline="0" noProof="0" dirty="0">
                <a:ln>
                  <a:noFill/>
                </a:ln>
                <a:solidFill>
                  <a:schemeClr val="tx2"/>
                </a:solidFill>
                <a:effectLst/>
                <a:uLnTx/>
                <a:uFillTx/>
                <a:ea typeface="Verdana" panose="020B0604030504040204" pitchFamily="34" charset="0"/>
                <a:cs typeface="+mn-cs"/>
              </a:rPr>
              <a:t>Questo  processo di </a:t>
            </a:r>
            <a:r>
              <a:rPr kumimoji="0" lang="it-IT" sz="1000" i="0" u="none" kern="0" cap="none" spc="0" normalizeH="0" baseline="0" noProof="0" dirty="0" err="1">
                <a:ln>
                  <a:noFill/>
                </a:ln>
                <a:solidFill>
                  <a:schemeClr val="tx2"/>
                </a:solidFill>
                <a:effectLst/>
                <a:uLnTx/>
                <a:uFillTx/>
                <a:ea typeface="Verdana" panose="020B0604030504040204" pitchFamily="34" charset="0"/>
                <a:cs typeface="+mn-cs"/>
              </a:rPr>
              <a:t>reupload</a:t>
            </a:r>
            <a:r>
              <a:rPr kumimoji="0" lang="it-IT" sz="1000" i="0" u="none" kern="0" cap="none" spc="0" normalizeH="0" baseline="0" noProof="0" dirty="0">
                <a:ln>
                  <a:noFill/>
                </a:ln>
                <a:solidFill>
                  <a:schemeClr val="tx2"/>
                </a:solidFill>
                <a:effectLst/>
                <a:uLnTx/>
                <a:uFillTx/>
                <a:ea typeface="Verdana" panose="020B0604030504040204" pitchFamily="34" charset="0"/>
                <a:cs typeface="+mn-cs"/>
              </a:rPr>
              <a:t> si applica anche a tutti i </a:t>
            </a:r>
            <a:r>
              <a:rPr kumimoji="0" lang="it-IT" sz="1000" i="0" u="none" kern="0" cap="none" spc="0" normalizeH="0" baseline="0" noProof="0" dirty="0" err="1">
                <a:ln>
                  <a:noFill/>
                </a:ln>
                <a:solidFill>
                  <a:schemeClr val="tx2"/>
                </a:solidFill>
                <a:effectLst/>
                <a:uLnTx/>
                <a:uFillTx/>
                <a:ea typeface="Verdana" panose="020B0604030504040204" pitchFamily="34" charset="0"/>
                <a:cs typeface="+mn-cs"/>
              </a:rPr>
              <a:t>reporti</a:t>
            </a:r>
            <a:r>
              <a:rPr kumimoji="0" lang="it-IT" sz="1000" i="0" u="none" kern="0" cap="none" spc="0" normalizeH="0" baseline="0" noProof="0" dirty="0">
                <a:ln>
                  <a:noFill/>
                </a:ln>
                <a:solidFill>
                  <a:schemeClr val="tx2"/>
                </a:solidFill>
                <a:effectLst/>
                <a:uLnTx/>
                <a:uFillTx/>
                <a:ea typeface="Verdana" panose="020B0604030504040204" pitchFamily="34" charset="0"/>
                <a:cs typeface="+mn-cs"/>
              </a:rPr>
              <a:t> contenenti informazioni ad uso interno</a:t>
            </a:r>
          </a:p>
        </p:txBody>
      </p:sp>
    </p:spTree>
    <p:extLst>
      <p:ext uri="{BB962C8B-B14F-4D97-AF65-F5344CB8AC3E}">
        <p14:creationId xmlns:p14="http://schemas.microsoft.com/office/powerpoint/2010/main" val="25764686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testo 1">
            <a:extLst>
              <a:ext uri="{FF2B5EF4-FFF2-40B4-BE49-F238E27FC236}">
                <a16:creationId xmlns:a16="http://schemas.microsoft.com/office/drawing/2014/main" id="{C1FC055D-BC62-C270-6669-7320F79D9E8A}"/>
              </a:ext>
            </a:extLst>
          </p:cNvPr>
          <p:cNvSpPr>
            <a:spLocks noGrp="1"/>
          </p:cNvSpPr>
          <p:nvPr>
            <p:ph type="body" sz="quarter" idx="10"/>
          </p:nvPr>
        </p:nvSpPr>
        <p:spPr/>
        <p:txBody>
          <a:bodyPr/>
          <a:lstStyle/>
          <a:p>
            <a:r>
              <a:rPr lang="it-IT" dirty="0"/>
              <a:t>Template SLA – T6</a:t>
            </a:r>
          </a:p>
          <a:p>
            <a:r>
              <a:rPr lang="it-IT" dirty="0"/>
              <a:t>MM/AAAA – Servizi con </a:t>
            </a:r>
            <a:r>
              <a:rPr lang="it-IT" dirty="0" err="1"/>
              <a:t>cut</a:t>
            </a:r>
            <a:r>
              <a:rPr lang="it-IT" dirty="0"/>
              <a:t> off</a:t>
            </a:r>
          </a:p>
        </p:txBody>
      </p:sp>
      <p:sp>
        <p:nvSpPr>
          <p:cNvPr id="6" name="CasellaDiTesto 5">
            <a:extLst>
              <a:ext uri="{FF2B5EF4-FFF2-40B4-BE49-F238E27FC236}">
                <a16:creationId xmlns:a16="http://schemas.microsoft.com/office/drawing/2014/main" id="{3492011C-4B6C-BD8C-6465-442E8F4D89F6}"/>
              </a:ext>
            </a:extLst>
          </p:cNvPr>
          <p:cNvSpPr txBox="1"/>
          <p:nvPr/>
        </p:nvSpPr>
        <p:spPr>
          <a:xfrm>
            <a:off x="371474" y="1540855"/>
            <a:ext cx="2296225" cy="369332"/>
          </a:xfrm>
          <a:prstGeom prst="rect">
            <a:avLst/>
          </a:prstGeom>
          <a:noFill/>
        </p:spPr>
        <p:txBody>
          <a:bodyPr wrap="square" rtlCol="0">
            <a:spAutoFit/>
          </a:bodyPr>
          <a:lstStyle/>
          <a:p>
            <a:r>
              <a:rPr lang="it-IT" dirty="0"/>
              <a:t>TAB 1</a:t>
            </a:r>
          </a:p>
        </p:txBody>
      </p:sp>
      <p:sp>
        <p:nvSpPr>
          <p:cNvPr id="3" name="CasellaDiTesto 2">
            <a:extLst>
              <a:ext uri="{FF2B5EF4-FFF2-40B4-BE49-F238E27FC236}">
                <a16:creationId xmlns:a16="http://schemas.microsoft.com/office/drawing/2014/main" id="{B8039B40-29BC-F8F4-729D-2D4642752091}"/>
              </a:ext>
            </a:extLst>
          </p:cNvPr>
          <p:cNvSpPr txBox="1"/>
          <p:nvPr/>
        </p:nvSpPr>
        <p:spPr>
          <a:xfrm>
            <a:off x="371474" y="4288843"/>
            <a:ext cx="5724526" cy="369332"/>
          </a:xfrm>
          <a:prstGeom prst="rect">
            <a:avLst/>
          </a:prstGeom>
          <a:noFill/>
        </p:spPr>
        <p:txBody>
          <a:bodyPr wrap="square" rtlCol="0">
            <a:spAutoFit/>
          </a:bodyPr>
          <a:lstStyle/>
          <a:p>
            <a:r>
              <a:rPr lang="it-IT" dirty="0"/>
              <a:t>Dettaglio flussi spediti oltre cutoff (interno)</a:t>
            </a:r>
          </a:p>
        </p:txBody>
      </p:sp>
      <p:graphicFrame>
        <p:nvGraphicFramePr>
          <p:cNvPr id="4" name="Tabella 3">
            <a:extLst>
              <a:ext uri="{FF2B5EF4-FFF2-40B4-BE49-F238E27FC236}">
                <a16:creationId xmlns:a16="http://schemas.microsoft.com/office/drawing/2014/main" id="{1641359A-FA67-25BA-58BD-1163BF629362}"/>
              </a:ext>
            </a:extLst>
          </p:cNvPr>
          <p:cNvGraphicFramePr>
            <a:graphicFrameLocks noGrp="1"/>
          </p:cNvGraphicFramePr>
          <p:nvPr>
            <p:extLst>
              <p:ext uri="{D42A27DB-BD31-4B8C-83A1-F6EECF244321}">
                <p14:modId xmlns:p14="http://schemas.microsoft.com/office/powerpoint/2010/main" val="821102988"/>
              </p:ext>
            </p:extLst>
          </p:nvPr>
        </p:nvGraphicFramePr>
        <p:xfrm>
          <a:off x="371474" y="4658175"/>
          <a:ext cx="8900720" cy="709581"/>
        </p:xfrm>
        <a:graphic>
          <a:graphicData uri="http://schemas.openxmlformats.org/drawingml/2006/table">
            <a:tbl>
              <a:tblPr>
                <a:tableStyleId>{5C22544A-7EE6-4342-B048-85BDC9FD1C3A}</a:tableStyleId>
              </a:tblPr>
              <a:tblGrid>
                <a:gridCol w="534537">
                  <a:extLst>
                    <a:ext uri="{9D8B030D-6E8A-4147-A177-3AD203B41FA5}">
                      <a16:colId xmlns:a16="http://schemas.microsoft.com/office/drawing/2014/main" val="1213282440"/>
                    </a:ext>
                  </a:extLst>
                </a:gridCol>
                <a:gridCol w="4982042">
                  <a:extLst>
                    <a:ext uri="{9D8B030D-6E8A-4147-A177-3AD203B41FA5}">
                      <a16:colId xmlns:a16="http://schemas.microsoft.com/office/drawing/2014/main" val="4133083591"/>
                    </a:ext>
                  </a:extLst>
                </a:gridCol>
                <a:gridCol w="1924457">
                  <a:extLst>
                    <a:ext uri="{9D8B030D-6E8A-4147-A177-3AD203B41FA5}">
                      <a16:colId xmlns:a16="http://schemas.microsoft.com/office/drawing/2014/main" val="1806905419"/>
                    </a:ext>
                  </a:extLst>
                </a:gridCol>
                <a:gridCol w="1459684">
                  <a:extLst>
                    <a:ext uri="{9D8B030D-6E8A-4147-A177-3AD203B41FA5}">
                      <a16:colId xmlns:a16="http://schemas.microsoft.com/office/drawing/2014/main" val="2524262739"/>
                    </a:ext>
                  </a:extLst>
                </a:gridCol>
              </a:tblGrid>
              <a:tr h="145957">
                <a:tc>
                  <a:txBody>
                    <a:bodyPr/>
                    <a:lstStyle/>
                    <a:p>
                      <a:pPr algn="l" fontAlgn="b"/>
                      <a:r>
                        <a:rPr lang="it-IT" sz="1100" b="0" i="0" u="none" strike="noStrike" dirty="0">
                          <a:solidFill>
                            <a:srgbClr val="FFFFFF"/>
                          </a:solidFill>
                          <a:effectLst/>
                          <a:latin typeface="Calibri" panose="020F0502020204030204" pitchFamily="34" charset="0"/>
                        </a:rPr>
                        <a:t>ID SLA</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rgbClr val="002060"/>
                    </a:solidFill>
                  </a:tcPr>
                </a:tc>
                <a:tc>
                  <a:txBody>
                    <a:bodyPr/>
                    <a:lstStyle/>
                    <a:p>
                      <a:pPr algn="l" fontAlgn="b"/>
                      <a:r>
                        <a:rPr lang="it-IT" sz="1100" b="0" i="0" u="none" strike="noStrike" dirty="0">
                          <a:solidFill>
                            <a:srgbClr val="FFFFFF"/>
                          </a:solidFill>
                          <a:effectLst/>
                          <a:latin typeface="Calibri" panose="020F0502020204030204" pitchFamily="34" charset="0"/>
                        </a:rPr>
                        <a:t>DESCRIZIONE</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rgbClr val="002060"/>
                    </a:solidFill>
                  </a:tcPr>
                </a:tc>
                <a:tc>
                  <a:txBody>
                    <a:bodyPr/>
                    <a:lstStyle/>
                    <a:p>
                      <a:pPr algn="l" fontAlgn="b"/>
                      <a:r>
                        <a:rPr lang="it-IT" sz="1100" b="0" i="0" u="none" strike="noStrike" dirty="0">
                          <a:solidFill>
                            <a:srgbClr val="FFFFFF"/>
                          </a:solidFill>
                          <a:effectLst/>
                          <a:latin typeface="Calibri" panose="020F0502020204030204" pitchFamily="34" charset="0"/>
                        </a:rPr>
                        <a:t>Data e consegna flusso</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rgbClr val="002060"/>
                    </a:solidFill>
                  </a:tcPr>
                </a:tc>
                <a:tc>
                  <a:txBody>
                    <a:bodyPr/>
                    <a:lstStyle/>
                    <a:p>
                      <a:pPr algn="l" fontAlgn="b"/>
                      <a:r>
                        <a:rPr lang="it-IT" sz="1100" b="0" i="0" u="none" strike="noStrike" dirty="0">
                          <a:solidFill>
                            <a:srgbClr val="FFFFFF"/>
                          </a:solidFill>
                          <a:effectLst/>
                          <a:latin typeface="Calibri" panose="020F0502020204030204" pitchFamily="34" charset="0"/>
                        </a:rPr>
                        <a:t>Ore di ritardo</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rgbClr val="002060"/>
                    </a:solidFill>
                  </a:tcPr>
                </a:tc>
                <a:extLst>
                  <a:ext uri="{0D108BD9-81ED-4DB2-BD59-A6C34878D82A}">
                    <a16:rowId xmlns:a16="http://schemas.microsoft.com/office/drawing/2014/main" val="141734531"/>
                  </a:ext>
                </a:extLst>
              </a:tr>
              <a:tr h="180647">
                <a:tc>
                  <a:txBody>
                    <a:bodyPr/>
                    <a:lstStyle/>
                    <a:p>
                      <a:pPr algn="l" fontAlgn="b"/>
                      <a:endParaRPr lang="it-IT" sz="1100" b="0" i="0" u="none" strike="noStrike" dirty="0">
                        <a:solidFill>
                          <a:srgbClr val="000000"/>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lang="it-IT" sz="1100" b="0" i="0" u="none" strike="noStrike" dirty="0">
                          <a:solidFill>
                            <a:srgbClr val="000000"/>
                          </a:solidFill>
                          <a:effectLst/>
                          <a:latin typeface="Calibri" panose="020F0502020204030204" pitchFamily="34" charset="0"/>
                        </a:rPr>
                        <a:t> </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lang="it-IT" sz="1100" b="0" i="0" u="none" strike="noStrike">
                          <a:solidFill>
                            <a:srgbClr val="000000"/>
                          </a:solidFill>
                          <a:effectLst/>
                          <a:latin typeface="Calibri" panose="020F0502020204030204" pitchFamily="34" charset="0"/>
                        </a:rPr>
                        <a:t> </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lang="it-IT" sz="1100" b="0" i="0" u="none" strike="noStrike">
                          <a:solidFill>
                            <a:srgbClr val="000000"/>
                          </a:solidFill>
                          <a:effectLst/>
                          <a:latin typeface="Calibri" panose="020F0502020204030204" pitchFamily="34" charset="0"/>
                        </a:rPr>
                        <a:t> </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955773031"/>
                  </a:ext>
                </a:extLst>
              </a:tr>
              <a:tr h="180647">
                <a:tc>
                  <a:txBody>
                    <a:bodyPr/>
                    <a:lstStyle/>
                    <a:p>
                      <a:pPr algn="l" fontAlgn="b"/>
                      <a:endParaRPr lang="it-IT" sz="1100" b="0" i="0" u="none" strike="noStrike" dirty="0">
                        <a:solidFill>
                          <a:srgbClr val="000000"/>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lang="it-IT" sz="1100" b="0" i="0" u="none" strike="noStrike" dirty="0">
                          <a:solidFill>
                            <a:srgbClr val="000000"/>
                          </a:solidFill>
                          <a:effectLst/>
                          <a:latin typeface="Calibri" panose="020F0502020204030204" pitchFamily="34" charset="0"/>
                        </a:rPr>
                        <a:t> </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lang="it-IT" sz="1100" b="0" i="0" u="none" strike="noStrike">
                          <a:solidFill>
                            <a:srgbClr val="000000"/>
                          </a:solidFill>
                          <a:effectLst/>
                          <a:latin typeface="Calibri" panose="020F0502020204030204" pitchFamily="34" charset="0"/>
                        </a:rPr>
                        <a:t> </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lang="it-IT" sz="1100" b="0" i="0" u="none" strike="noStrike">
                          <a:solidFill>
                            <a:srgbClr val="000000"/>
                          </a:solidFill>
                          <a:effectLst/>
                          <a:latin typeface="Calibri" panose="020F0502020204030204" pitchFamily="34" charset="0"/>
                        </a:rPr>
                        <a:t> </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259141730"/>
                  </a:ext>
                </a:extLst>
              </a:tr>
              <a:tr h="180647">
                <a:tc>
                  <a:txBody>
                    <a:bodyPr/>
                    <a:lstStyle/>
                    <a:p>
                      <a:pPr algn="l" fontAlgn="b"/>
                      <a:endParaRPr lang="it-IT" sz="1100" b="0" i="0" u="none" strike="noStrike" dirty="0">
                        <a:solidFill>
                          <a:srgbClr val="000000"/>
                        </a:solidFill>
                        <a:effectLst/>
                        <a:latin typeface="Calibri" panose="020F0502020204030204" pitchFamily="34" charset="0"/>
                      </a:endParaRP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lang="it-IT" sz="1100" b="0" i="0" u="none" strike="noStrike" dirty="0">
                          <a:solidFill>
                            <a:srgbClr val="000000"/>
                          </a:solidFill>
                          <a:effectLst/>
                          <a:latin typeface="Calibri" panose="020F0502020204030204" pitchFamily="34" charset="0"/>
                        </a:rPr>
                        <a:t> </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lang="it-IT" sz="1100" b="0" i="0" u="none" strike="noStrike">
                          <a:solidFill>
                            <a:srgbClr val="000000"/>
                          </a:solidFill>
                          <a:effectLst/>
                          <a:latin typeface="Calibri" panose="020F0502020204030204" pitchFamily="34" charset="0"/>
                        </a:rPr>
                        <a:t> </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lang="it-IT" sz="1100" b="0" i="0" u="none" strike="noStrike" dirty="0">
                          <a:solidFill>
                            <a:srgbClr val="000000"/>
                          </a:solidFill>
                          <a:effectLst/>
                          <a:latin typeface="Calibri" panose="020F0502020204030204" pitchFamily="34" charset="0"/>
                        </a:rPr>
                        <a:t> </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244808467"/>
                  </a:ext>
                </a:extLst>
              </a:tr>
            </a:tbl>
          </a:graphicData>
        </a:graphic>
      </p:graphicFrame>
      <p:graphicFrame>
        <p:nvGraphicFramePr>
          <p:cNvPr id="8" name="Tabella 7">
            <a:extLst>
              <a:ext uri="{FF2B5EF4-FFF2-40B4-BE49-F238E27FC236}">
                <a16:creationId xmlns:a16="http://schemas.microsoft.com/office/drawing/2014/main" id="{A33B70EA-3BE1-B63B-473F-77361CB5502F}"/>
              </a:ext>
            </a:extLst>
          </p:cNvPr>
          <p:cNvGraphicFramePr>
            <a:graphicFrameLocks noGrp="1"/>
          </p:cNvGraphicFramePr>
          <p:nvPr>
            <p:extLst>
              <p:ext uri="{D42A27DB-BD31-4B8C-83A1-F6EECF244321}">
                <p14:modId xmlns:p14="http://schemas.microsoft.com/office/powerpoint/2010/main" val="451329587"/>
              </p:ext>
            </p:extLst>
          </p:nvPr>
        </p:nvGraphicFramePr>
        <p:xfrm>
          <a:off x="371474" y="1910187"/>
          <a:ext cx="11463338" cy="2067960"/>
        </p:xfrm>
        <a:graphic>
          <a:graphicData uri="http://schemas.openxmlformats.org/drawingml/2006/table">
            <a:tbl>
              <a:tblPr>
                <a:tableStyleId>{5C22544A-7EE6-4342-B048-85BDC9FD1C3A}</a:tableStyleId>
              </a:tblPr>
              <a:tblGrid>
                <a:gridCol w="522780">
                  <a:extLst>
                    <a:ext uri="{9D8B030D-6E8A-4147-A177-3AD203B41FA5}">
                      <a16:colId xmlns:a16="http://schemas.microsoft.com/office/drawing/2014/main" val="2324477315"/>
                    </a:ext>
                  </a:extLst>
                </a:gridCol>
                <a:gridCol w="4936027">
                  <a:extLst>
                    <a:ext uri="{9D8B030D-6E8A-4147-A177-3AD203B41FA5}">
                      <a16:colId xmlns:a16="http://schemas.microsoft.com/office/drawing/2014/main" val="3597743232"/>
                    </a:ext>
                  </a:extLst>
                </a:gridCol>
                <a:gridCol w="1231914">
                  <a:extLst>
                    <a:ext uri="{9D8B030D-6E8A-4147-A177-3AD203B41FA5}">
                      <a16:colId xmlns:a16="http://schemas.microsoft.com/office/drawing/2014/main" val="116243181"/>
                    </a:ext>
                  </a:extLst>
                </a:gridCol>
                <a:gridCol w="1346193">
                  <a:extLst>
                    <a:ext uri="{9D8B030D-6E8A-4147-A177-3AD203B41FA5}">
                      <a16:colId xmlns:a16="http://schemas.microsoft.com/office/drawing/2014/main" val="3946685271"/>
                    </a:ext>
                  </a:extLst>
                </a:gridCol>
                <a:gridCol w="1346193">
                  <a:extLst>
                    <a:ext uri="{9D8B030D-6E8A-4147-A177-3AD203B41FA5}">
                      <a16:colId xmlns:a16="http://schemas.microsoft.com/office/drawing/2014/main" val="147304311"/>
                    </a:ext>
                  </a:extLst>
                </a:gridCol>
                <a:gridCol w="1110909">
                  <a:extLst>
                    <a:ext uri="{9D8B030D-6E8A-4147-A177-3AD203B41FA5}">
                      <a16:colId xmlns:a16="http://schemas.microsoft.com/office/drawing/2014/main" val="4006317800"/>
                    </a:ext>
                  </a:extLst>
                </a:gridCol>
                <a:gridCol w="969322">
                  <a:extLst>
                    <a:ext uri="{9D8B030D-6E8A-4147-A177-3AD203B41FA5}">
                      <a16:colId xmlns:a16="http://schemas.microsoft.com/office/drawing/2014/main" val="1444474217"/>
                    </a:ext>
                  </a:extLst>
                </a:gridCol>
              </a:tblGrid>
              <a:tr h="173268">
                <a:tc>
                  <a:txBody>
                    <a:bodyPr/>
                    <a:lstStyle/>
                    <a:p>
                      <a:pPr marL="0" algn="ctr" defTabSz="914400" rtl="0" eaLnBrk="1" fontAlgn="b" latinLnBrk="0" hangingPunct="1"/>
                      <a:r>
                        <a:rPr lang="it-IT" sz="1100" b="0" i="0" u="none" strike="noStrike" kern="1200" dirty="0">
                          <a:solidFill>
                            <a:srgbClr val="FFFFFF"/>
                          </a:solidFill>
                          <a:effectLst/>
                          <a:latin typeface="Calibri" panose="020F0502020204030204" pitchFamily="34" charset="0"/>
                          <a:ea typeface="+mn-ea"/>
                          <a:cs typeface="+mn-cs"/>
                        </a:rPr>
                        <a:t>ID SLA</a:t>
                      </a:r>
                    </a:p>
                  </a:txBody>
                  <a:tcPr marL="0" marR="0" marT="0" marB="0" anchor="b">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rgbClr val="002060"/>
                    </a:solidFill>
                  </a:tcPr>
                </a:tc>
                <a:tc>
                  <a:txBody>
                    <a:bodyPr/>
                    <a:lstStyle/>
                    <a:p>
                      <a:pPr marL="0" algn="l" defTabSz="914400" rtl="0" eaLnBrk="1" fontAlgn="b" latinLnBrk="0" hangingPunct="1"/>
                      <a:r>
                        <a:rPr lang="it-IT" sz="1100" b="0" i="0" u="none" strike="noStrike" kern="1200" dirty="0">
                          <a:solidFill>
                            <a:srgbClr val="FFFFFF"/>
                          </a:solidFill>
                          <a:effectLst/>
                          <a:latin typeface="Calibri" panose="020F0502020204030204" pitchFamily="34" charset="0"/>
                          <a:ea typeface="+mn-ea"/>
                          <a:cs typeface="+mn-cs"/>
                        </a:rPr>
                        <a:t>NOME SLA</a:t>
                      </a:r>
                    </a:p>
                  </a:txBody>
                  <a:tcPr marL="0" marR="0" marT="0" marB="0" anchor="b">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rgbClr val="002060"/>
                    </a:solidFill>
                  </a:tcPr>
                </a:tc>
                <a:tc>
                  <a:txBody>
                    <a:bodyPr/>
                    <a:lstStyle/>
                    <a:p>
                      <a:pPr marL="0" algn="l" defTabSz="914400" rtl="0" eaLnBrk="1" fontAlgn="b" latinLnBrk="0" hangingPunct="1"/>
                      <a:r>
                        <a:rPr lang="it-IT" sz="1100" b="0" i="0" u="none" strike="noStrike" kern="1200" dirty="0">
                          <a:solidFill>
                            <a:srgbClr val="FFFFFF"/>
                          </a:solidFill>
                          <a:effectLst/>
                          <a:latin typeface="Calibri" panose="020F0502020204030204" pitchFamily="34" charset="0"/>
                          <a:ea typeface="+mn-ea"/>
                          <a:cs typeface="+mn-cs"/>
                        </a:rPr>
                        <a:t>ATTRIBUTO TEMPORALE</a:t>
                      </a:r>
                    </a:p>
                  </a:txBody>
                  <a:tcPr marL="0" marR="0" marT="0" marB="0" anchor="b">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rgbClr val="002060"/>
                    </a:solidFill>
                  </a:tcPr>
                </a:tc>
                <a:tc>
                  <a:txBody>
                    <a:bodyPr/>
                    <a:lstStyle/>
                    <a:p>
                      <a:pPr marL="0" algn="l" defTabSz="914400" rtl="0" eaLnBrk="1" fontAlgn="b" latinLnBrk="0" hangingPunct="1"/>
                      <a:r>
                        <a:rPr lang="it-IT" sz="1100" b="0" i="0" u="none" strike="noStrike" kern="1200" dirty="0">
                          <a:solidFill>
                            <a:schemeClr val="tx2"/>
                          </a:solidFill>
                          <a:effectLst/>
                          <a:latin typeface="Calibri" panose="020F0502020204030204" pitchFamily="34" charset="0"/>
                          <a:ea typeface="+mn-ea"/>
                          <a:cs typeface="+mn-cs"/>
                        </a:rPr>
                        <a:t>Invii flussi entro </a:t>
                      </a:r>
                      <a:r>
                        <a:rPr lang="it-IT" sz="1100" b="0" i="0" u="none" strike="noStrike" kern="1200" dirty="0" err="1">
                          <a:solidFill>
                            <a:schemeClr val="tx2"/>
                          </a:solidFill>
                          <a:effectLst/>
                          <a:latin typeface="Calibri" panose="020F0502020204030204" pitchFamily="34" charset="0"/>
                          <a:ea typeface="+mn-ea"/>
                          <a:cs typeface="+mn-cs"/>
                        </a:rPr>
                        <a:t>cut</a:t>
                      </a:r>
                      <a:r>
                        <a:rPr lang="it-IT" sz="1100" b="0" i="0" u="none" strike="noStrike" kern="1200" dirty="0">
                          <a:solidFill>
                            <a:schemeClr val="tx2"/>
                          </a:solidFill>
                          <a:effectLst/>
                          <a:latin typeface="Calibri" panose="020F0502020204030204" pitchFamily="34" charset="0"/>
                          <a:ea typeface="+mn-ea"/>
                          <a:cs typeface="+mn-cs"/>
                        </a:rPr>
                        <a:t> off </a:t>
                      </a:r>
                      <a:r>
                        <a:rPr lang="it-IT" sz="1100" u="none" strike="noStrike" kern="1200" dirty="0">
                          <a:solidFill>
                            <a:schemeClr val="tx2"/>
                          </a:solidFill>
                          <a:effectLst/>
                          <a:latin typeface="+mn-lt"/>
                          <a:ea typeface="+mn-ea"/>
                          <a:cs typeface="+mn-cs"/>
                        </a:rPr>
                        <a:t>(uso interno)</a:t>
                      </a:r>
                      <a:endParaRPr lang="it-IT" sz="1100" b="0" i="0" u="none" strike="noStrike" kern="1200" dirty="0">
                        <a:solidFill>
                          <a:schemeClr val="tx2"/>
                        </a:solidFill>
                        <a:effectLst/>
                        <a:latin typeface="Calibri" panose="020F0502020204030204" pitchFamily="34" charset="0"/>
                        <a:ea typeface="+mn-ea"/>
                        <a:cs typeface="+mn-cs"/>
                      </a:endParaRPr>
                    </a:p>
                  </a:txBody>
                  <a:tcPr marL="0" marR="0" marT="0" marB="0" anchor="b">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rgbClr val="FFFF00"/>
                    </a:solidFill>
                  </a:tcPr>
                </a:tc>
                <a:tc>
                  <a:txBody>
                    <a:bodyPr/>
                    <a:lstStyle/>
                    <a:p>
                      <a:pPr marL="0" algn="l" defTabSz="914400" rtl="0" eaLnBrk="1" fontAlgn="b" latinLnBrk="0" hangingPunct="1"/>
                      <a:r>
                        <a:rPr lang="it-IT" sz="1100" b="0" i="0" u="none" strike="noStrike" kern="1200" dirty="0">
                          <a:solidFill>
                            <a:schemeClr val="tx2"/>
                          </a:solidFill>
                          <a:effectLst/>
                          <a:latin typeface="Calibri" panose="020F0502020204030204" pitchFamily="34" charset="0"/>
                          <a:ea typeface="+mn-ea"/>
                          <a:cs typeface="+mn-cs"/>
                        </a:rPr>
                        <a:t>Totale </a:t>
                      </a:r>
                      <a:r>
                        <a:rPr lang="it-IT" sz="1100" b="0" i="0" u="none" strike="noStrike" kern="1200" dirty="0" err="1">
                          <a:solidFill>
                            <a:schemeClr val="tx2"/>
                          </a:solidFill>
                          <a:effectLst/>
                          <a:latin typeface="Calibri" panose="020F0502020204030204" pitchFamily="34" charset="0"/>
                          <a:ea typeface="+mn-ea"/>
                          <a:cs typeface="+mn-cs"/>
                        </a:rPr>
                        <a:t>inviii</a:t>
                      </a:r>
                      <a:r>
                        <a:rPr lang="it-IT" sz="1100" b="0" i="0" u="none" strike="noStrike" kern="1200" dirty="0">
                          <a:solidFill>
                            <a:schemeClr val="tx2"/>
                          </a:solidFill>
                          <a:effectLst/>
                          <a:latin typeface="Calibri" panose="020F0502020204030204" pitchFamily="34" charset="0"/>
                          <a:ea typeface="+mn-ea"/>
                          <a:cs typeface="+mn-cs"/>
                        </a:rPr>
                        <a:t> flussi </a:t>
                      </a:r>
                      <a:r>
                        <a:rPr lang="it-IT" sz="1100" u="none" strike="noStrike" kern="1200" dirty="0">
                          <a:solidFill>
                            <a:schemeClr val="tx2"/>
                          </a:solidFill>
                          <a:effectLst/>
                          <a:latin typeface="+mn-lt"/>
                          <a:ea typeface="+mn-ea"/>
                          <a:cs typeface="+mn-cs"/>
                        </a:rPr>
                        <a:t>(uso interno)</a:t>
                      </a:r>
                      <a:endParaRPr lang="it-IT" sz="1100" b="0" i="0" u="none" strike="noStrike" kern="1200" dirty="0">
                        <a:solidFill>
                          <a:schemeClr val="tx2"/>
                        </a:solidFill>
                        <a:effectLst/>
                        <a:latin typeface="Calibri" panose="020F0502020204030204" pitchFamily="34" charset="0"/>
                        <a:ea typeface="+mn-ea"/>
                        <a:cs typeface="+mn-cs"/>
                      </a:endParaRPr>
                    </a:p>
                  </a:txBody>
                  <a:tcPr marL="0" marR="0" marT="0" marB="0" anchor="b">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rgbClr val="FFFF00"/>
                    </a:solidFill>
                  </a:tcPr>
                </a:tc>
                <a:tc>
                  <a:txBody>
                    <a:bodyPr/>
                    <a:lstStyle/>
                    <a:p>
                      <a:pPr marL="0" algn="l" defTabSz="914400" rtl="0" eaLnBrk="1" fontAlgn="b" latinLnBrk="0" hangingPunct="1"/>
                      <a:r>
                        <a:rPr lang="it-IT" sz="1100" b="0" i="0" u="none" strike="noStrike" kern="1200" dirty="0">
                          <a:solidFill>
                            <a:srgbClr val="FFFFFF"/>
                          </a:solidFill>
                          <a:effectLst/>
                          <a:latin typeface="Calibri" panose="020F0502020204030204" pitchFamily="34" charset="0"/>
                          <a:ea typeface="+mn-ea"/>
                          <a:cs typeface="+mn-cs"/>
                        </a:rPr>
                        <a:t>% PERFORMANCE</a:t>
                      </a:r>
                    </a:p>
                  </a:txBody>
                  <a:tcPr marL="0" marR="0" marT="0" marB="0" anchor="b">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rgbClr val="002060"/>
                    </a:solidFill>
                  </a:tcPr>
                </a:tc>
                <a:tc>
                  <a:txBody>
                    <a:bodyPr/>
                    <a:lstStyle/>
                    <a:p>
                      <a:pPr marL="0" algn="l" defTabSz="914400" rtl="0" eaLnBrk="1" fontAlgn="b" latinLnBrk="0" hangingPunct="1"/>
                      <a:r>
                        <a:rPr lang="it-IT" sz="1100" b="0" i="0" u="none" strike="noStrike" kern="1200" dirty="0">
                          <a:solidFill>
                            <a:srgbClr val="FFFFFF"/>
                          </a:solidFill>
                          <a:effectLst/>
                          <a:latin typeface="Calibri" panose="020F0502020204030204" pitchFamily="34" charset="0"/>
                          <a:ea typeface="+mn-ea"/>
                          <a:cs typeface="+mn-cs"/>
                        </a:rPr>
                        <a:t>% SOGLIA SLA</a:t>
                      </a:r>
                    </a:p>
                  </a:txBody>
                  <a:tcPr marL="0" marR="0" marT="0" marB="0" anchor="b">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rgbClr val="002060"/>
                    </a:solidFill>
                  </a:tcPr>
                </a:tc>
                <a:extLst>
                  <a:ext uri="{0D108BD9-81ED-4DB2-BD59-A6C34878D82A}">
                    <a16:rowId xmlns:a16="http://schemas.microsoft.com/office/drawing/2014/main" val="3330255069"/>
                  </a:ext>
                </a:extLst>
              </a:tr>
              <a:tr h="173268">
                <a:tc>
                  <a:txBody>
                    <a:bodyPr/>
                    <a:lstStyle/>
                    <a:p>
                      <a:pPr marL="0" algn="ctr" defTabSz="914400" rtl="0" eaLnBrk="1" fontAlgn="t" latinLnBrk="0" hangingPunct="1"/>
                      <a:r>
                        <a:rPr lang="it-IT" sz="1100" b="0" i="0" u="none" strike="noStrike" kern="1200" dirty="0">
                          <a:solidFill>
                            <a:srgbClr val="00B050"/>
                          </a:solidFill>
                          <a:effectLst/>
                          <a:latin typeface="Calibri" panose="020F0502020204030204" pitchFamily="34" charset="0"/>
                          <a:ea typeface="+mn-ea"/>
                          <a:cs typeface="+mn-cs"/>
                        </a:rPr>
                        <a:t>3 New</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it-IT" sz="1100" b="0" i="0" u="none" strike="noStrike" kern="1200" dirty="0">
                          <a:solidFill>
                            <a:srgbClr val="000000"/>
                          </a:solidFill>
                          <a:effectLst/>
                          <a:latin typeface="Calibri" panose="020F0502020204030204" pitchFamily="34" charset="0"/>
                          <a:ea typeface="+mn-ea"/>
                          <a:cs typeface="+mn-cs"/>
                        </a:rPr>
                        <a:t>Notifica pubblicazione LDAP ad Aderenti (LDIF)</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algn="l" defTabSz="914400" rtl="0" eaLnBrk="1" fontAlgn="t" latinLnBrk="0" hangingPunct="1"/>
                      <a:r>
                        <a:rPr lang="it-IT" sz="1100" b="0" i="0" u="none" strike="noStrike" kern="1200" dirty="0">
                          <a:solidFill>
                            <a:srgbClr val="000000"/>
                          </a:solidFill>
                          <a:effectLst/>
                          <a:latin typeface="Calibri" panose="020F0502020204030204" pitchFamily="34" charset="0"/>
                          <a:ea typeface="+mn-ea"/>
                          <a:cs typeface="+mn-cs"/>
                        </a:rPr>
                        <a:t>Annuale</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algn="l" defTabSz="914400" rtl="0" eaLnBrk="1" fontAlgn="t" latinLnBrk="0" hangingPunct="1"/>
                      <a:endParaRPr lang="it-IT" sz="1100" b="0" i="0" u="none" strike="noStrike" kern="1200" dirty="0">
                        <a:solidFill>
                          <a:srgbClr val="000000"/>
                        </a:solidFill>
                        <a:effectLst/>
                        <a:latin typeface="Calibri" panose="020F0502020204030204" pitchFamily="34" charset="0"/>
                        <a:ea typeface="+mn-ea"/>
                        <a:cs typeface="+mn-cs"/>
                      </a:endParaRP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algn="l" defTabSz="914400" rtl="0" eaLnBrk="1" fontAlgn="t" latinLnBrk="0" hangingPunct="1"/>
                      <a:endParaRPr lang="it-IT" sz="1100" b="0" i="0" u="none" strike="noStrike" kern="1200" dirty="0">
                        <a:solidFill>
                          <a:srgbClr val="000000"/>
                        </a:solidFill>
                        <a:effectLst/>
                        <a:latin typeface="Calibri" panose="020F0502020204030204" pitchFamily="34" charset="0"/>
                        <a:ea typeface="+mn-ea"/>
                        <a:cs typeface="+mn-cs"/>
                      </a:endParaRP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algn="l" defTabSz="914400" rtl="0" eaLnBrk="1" fontAlgn="t" latinLnBrk="0" hangingPunct="1"/>
                      <a:endParaRPr lang="it-IT" sz="1100" b="0" i="0" u="none" strike="noStrike" kern="1200" dirty="0">
                        <a:solidFill>
                          <a:srgbClr val="000000"/>
                        </a:solidFill>
                        <a:effectLst/>
                        <a:latin typeface="Calibri" panose="020F0502020204030204" pitchFamily="34" charset="0"/>
                        <a:ea typeface="+mn-ea"/>
                        <a:cs typeface="+mn-cs"/>
                      </a:endParaRP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algn="l" defTabSz="914400" rtl="0" eaLnBrk="1" fontAlgn="t" latinLnBrk="0" hangingPunct="1"/>
                      <a:r>
                        <a:rPr lang="it-IT" sz="1100" b="0" i="0" u="none" strike="noStrike" kern="1200" dirty="0">
                          <a:solidFill>
                            <a:srgbClr val="000000"/>
                          </a:solidFill>
                          <a:effectLst/>
                          <a:latin typeface="Calibri" panose="020F0502020204030204" pitchFamily="34" charset="0"/>
                          <a:ea typeface="+mn-ea"/>
                          <a:cs typeface="+mn-cs"/>
                        </a:rPr>
                        <a:t>98</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375331926"/>
                  </a:ext>
                </a:extLst>
              </a:tr>
              <a:tr h="173268">
                <a:tc>
                  <a:txBody>
                    <a:bodyPr/>
                    <a:lstStyle/>
                    <a:p>
                      <a:pPr marL="0" algn="ctr" defTabSz="914400" rtl="0" eaLnBrk="1" fontAlgn="t" latinLnBrk="0" hangingPunct="1"/>
                      <a:r>
                        <a:rPr lang="it-IT" sz="1100" b="0" i="0" u="none" strike="noStrike" kern="1200" dirty="0">
                          <a:solidFill>
                            <a:srgbClr val="000000"/>
                          </a:solidFill>
                          <a:effectLst/>
                          <a:latin typeface="Calibri" panose="020F0502020204030204" pitchFamily="34" charset="0"/>
                          <a:ea typeface="+mn-ea"/>
                          <a:cs typeface="+mn-cs"/>
                        </a:rPr>
                        <a:t>5</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algn="l" defTabSz="914400" rtl="0" eaLnBrk="1" fontAlgn="t" latinLnBrk="0" hangingPunct="1"/>
                      <a:r>
                        <a:rPr lang="it-IT" sz="1100" b="0" i="0" u="none" strike="noStrike" kern="1200">
                          <a:solidFill>
                            <a:srgbClr val="000000"/>
                          </a:solidFill>
                          <a:effectLst/>
                          <a:latin typeface="Calibri" panose="020F0502020204030204" pitchFamily="34" charset="0"/>
                          <a:ea typeface="+mn-ea"/>
                          <a:cs typeface="+mn-cs"/>
                        </a:rPr>
                        <a:t>Lista Biller censiti per Servizio CBILL</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algn="l" defTabSz="914400" rtl="0" eaLnBrk="1" fontAlgn="t" latinLnBrk="0" hangingPunct="1"/>
                      <a:r>
                        <a:rPr lang="it-IT" sz="1100" b="0" i="0" u="none" strike="noStrike" kern="1200" dirty="0">
                          <a:solidFill>
                            <a:srgbClr val="000000"/>
                          </a:solidFill>
                          <a:effectLst/>
                          <a:latin typeface="Calibri" panose="020F0502020204030204" pitchFamily="34" charset="0"/>
                          <a:ea typeface="+mn-ea"/>
                          <a:cs typeface="+mn-cs"/>
                        </a:rPr>
                        <a:t>Annuale</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algn="l" defTabSz="914400" rtl="0" eaLnBrk="1" fontAlgn="t" latinLnBrk="0" hangingPunct="1"/>
                      <a:endParaRPr lang="it-IT" sz="1100" b="0" i="0" u="none" strike="noStrike" kern="1200" dirty="0">
                        <a:solidFill>
                          <a:srgbClr val="000000"/>
                        </a:solidFill>
                        <a:effectLst/>
                        <a:latin typeface="Calibri" panose="020F0502020204030204" pitchFamily="34" charset="0"/>
                        <a:ea typeface="+mn-ea"/>
                        <a:cs typeface="+mn-cs"/>
                      </a:endParaRP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algn="l" defTabSz="914400" rtl="0" eaLnBrk="1" fontAlgn="t" latinLnBrk="0" hangingPunct="1"/>
                      <a:r>
                        <a:rPr lang="it-IT" sz="1100" b="0" i="0" u="none" strike="noStrike" kern="1200">
                          <a:solidFill>
                            <a:srgbClr val="000000"/>
                          </a:solidFill>
                          <a:effectLst/>
                          <a:latin typeface="Calibri" panose="020F0502020204030204" pitchFamily="34" charset="0"/>
                          <a:ea typeface="+mn-ea"/>
                          <a:cs typeface="+mn-cs"/>
                        </a:rPr>
                        <a:t> </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algn="l" defTabSz="914400" rtl="0" eaLnBrk="1" fontAlgn="t" latinLnBrk="0" hangingPunct="1"/>
                      <a:r>
                        <a:rPr lang="it-IT" sz="1100" b="0" i="0" u="none" strike="noStrike" kern="1200">
                          <a:solidFill>
                            <a:srgbClr val="000000"/>
                          </a:solidFill>
                          <a:effectLst/>
                          <a:latin typeface="Calibri" panose="020F0502020204030204" pitchFamily="34" charset="0"/>
                          <a:ea typeface="+mn-ea"/>
                          <a:cs typeface="+mn-cs"/>
                        </a:rPr>
                        <a:t> </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algn="l" defTabSz="914400" rtl="0" eaLnBrk="1" fontAlgn="t" latinLnBrk="0" hangingPunct="1"/>
                      <a:r>
                        <a:rPr lang="it-IT" sz="1100" b="0" i="0" u="none" strike="noStrike" kern="1200">
                          <a:solidFill>
                            <a:srgbClr val="000000"/>
                          </a:solidFill>
                          <a:effectLst/>
                          <a:latin typeface="Calibri" panose="020F0502020204030204" pitchFamily="34" charset="0"/>
                          <a:ea typeface="+mn-ea"/>
                          <a:cs typeface="+mn-cs"/>
                        </a:rPr>
                        <a:t> </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254334290"/>
                  </a:ext>
                </a:extLst>
              </a:tr>
              <a:tr h="173268">
                <a:tc>
                  <a:txBody>
                    <a:bodyPr/>
                    <a:lstStyle/>
                    <a:p>
                      <a:pPr marL="0" algn="ctr" defTabSz="914400" rtl="0" eaLnBrk="1" fontAlgn="t" latinLnBrk="0" hangingPunct="1"/>
                      <a:r>
                        <a:rPr lang="it-IT" sz="1100" b="0" i="0" u="none" strike="noStrike" kern="1200" dirty="0">
                          <a:solidFill>
                            <a:srgbClr val="000000"/>
                          </a:solidFill>
                          <a:effectLst/>
                          <a:latin typeface="Calibri" panose="020F0502020204030204" pitchFamily="34" charset="0"/>
                          <a:ea typeface="+mn-ea"/>
                          <a:cs typeface="+mn-cs"/>
                        </a:rPr>
                        <a:t>28</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algn="l" defTabSz="914400" rtl="0" eaLnBrk="1" fontAlgn="t" latinLnBrk="0" hangingPunct="1"/>
                      <a:r>
                        <a:rPr lang="it-IT" sz="1100" b="0" i="0" u="none" strike="noStrike" kern="1200">
                          <a:solidFill>
                            <a:srgbClr val="000000"/>
                          </a:solidFill>
                          <a:effectLst/>
                          <a:latin typeface="Calibri" panose="020F0502020204030204" pitchFamily="34" charset="0"/>
                          <a:ea typeface="+mn-ea"/>
                          <a:cs typeface="+mn-cs"/>
                        </a:rPr>
                        <a:t>Invio di flussi SIQ per le banche </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algn="l" defTabSz="914400" rtl="0" eaLnBrk="1" fontAlgn="t" latinLnBrk="0" hangingPunct="1"/>
                      <a:r>
                        <a:rPr lang="it-IT" sz="1100" b="0" i="0" u="none" strike="noStrike" kern="1200" dirty="0">
                          <a:solidFill>
                            <a:srgbClr val="000000"/>
                          </a:solidFill>
                          <a:effectLst/>
                          <a:latin typeface="Calibri" panose="020F0502020204030204" pitchFamily="34" charset="0"/>
                          <a:ea typeface="+mn-ea"/>
                          <a:cs typeface="+mn-cs"/>
                        </a:rPr>
                        <a:t>Annuale</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algn="l" defTabSz="914400" rtl="0" eaLnBrk="1" fontAlgn="t" latinLnBrk="0" hangingPunct="1"/>
                      <a:endParaRPr lang="it-IT" sz="1100" b="0" i="0" u="none" strike="noStrike" kern="1200">
                        <a:solidFill>
                          <a:srgbClr val="000000"/>
                        </a:solidFill>
                        <a:effectLst/>
                        <a:latin typeface="Calibri" panose="020F0502020204030204" pitchFamily="34" charset="0"/>
                        <a:ea typeface="+mn-ea"/>
                        <a:cs typeface="+mn-cs"/>
                      </a:endParaRP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algn="l" defTabSz="914400" rtl="0" eaLnBrk="1" fontAlgn="t" latinLnBrk="0" hangingPunct="1"/>
                      <a:r>
                        <a:rPr lang="it-IT" sz="1100" b="0" i="0" u="none" strike="noStrike" kern="1200">
                          <a:solidFill>
                            <a:srgbClr val="000000"/>
                          </a:solidFill>
                          <a:effectLst/>
                          <a:latin typeface="Calibri" panose="020F0502020204030204" pitchFamily="34" charset="0"/>
                          <a:ea typeface="+mn-ea"/>
                          <a:cs typeface="+mn-cs"/>
                        </a:rPr>
                        <a:t> </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algn="l" defTabSz="914400" rtl="0" eaLnBrk="1" fontAlgn="t" latinLnBrk="0" hangingPunct="1"/>
                      <a:r>
                        <a:rPr lang="it-IT" sz="1100" b="0" i="0" u="none" strike="noStrike" kern="1200">
                          <a:solidFill>
                            <a:srgbClr val="000000"/>
                          </a:solidFill>
                          <a:effectLst/>
                          <a:latin typeface="Calibri" panose="020F0502020204030204" pitchFamily="34" charset="0"/>
                          <a:ea typeface="+mn-ea"/>
                          <a:cs typeface="+mn-cs"/>
                        </a:rPr>
                        <a:t> </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algn="l" defTabSz="914400" rtl="0" eaLnBrk="1" fontAlgn="t" latinLnBrk="0" hangingPunct="1"/>
                      <a:r>
                        <a:rPr lang="it-IT" sz="1100" b="0" i="0" u="none" strike="noStrike" kern="1200">
                          <a:solidFill>
                            <a:srgbClr val="000000"/>
                          </a:solidFill>
                          <a:effectLst/>
                          <a:latin typeface="Calibri" panose="020F0502020204030204" pitchFamily="34" charset="0"/>
                          <a:ea typeface="+mn-ea"/>
                          <a:cs typeface="+mn-cs"/>
                        </a:rPr>
                        <a:t> </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927145154"/>
                  </a:ext>
                </a:extLst>
              </a:tr>
              <a:tr h="173268">
                <a:tc>
                  <a:txBody>
                    <a:bodyPr/>
                    <a:lstStyle/>
                    <a:p>
                      <a:pPr marL="0" algn="ctr" defTabSz="914400" rtl="0" eaLnBrk="1" fontAlgn="t" latinLnBrk="0" hangingPunct="1"/>
                      <a:r>
                        <a:rPr lang="it-IT" sz="1100" b="0" i="0" u="none" strike="noStrike" kern="1200" dirty="0">
                          <a:solidFill>
                            <a:srgbClr val="000000"/>
                          </a:solidFill>
                          <a:effectLst/>
                          <a:latin typeface="Calibri" panose="020F0502020204030204" pitchFamily="34" charset="0"/>
                          <a:ea typeface="+mn-ea"/>
                          <a:cs typeface="+mn-cs"/>
                        </a:rPr>
                        <a:t>111</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it-IT" sz="1100" b="0" i="0" u="none" strike="noStrike" kern="1200" noProof="0" dirty="0">
                          <a:solidFill>
                            <a:srgbClr val="000000"/>
                          </a:solidFill>
                          <a:effectLst/>
                          <a:latin typeface="Calibri" panose="020F0502020204030204" pitchFamily="34" charset="0"/>
                          <a:ea typeface="+mn-ea"/>
                          <a:cs typeface="+mn-cs"/>
                        </a:rPr>
                        <a:t>Invio dei flussi di rendicontazione (FDR) </a:t>
                      </a:r>
                      <a:r>
                        <a:rPr lang="it-IT" sz="1100" b="0" i="0" u="none" strike="noStrike" kern="1200" noProof="0" dirty="0" err="1">
                          <a:solidFill>
                            <a:srgbClr val="000000"/>
                          </a:solidFill>
                          <a:effectLst/>
                          <a:latin typeface="Calibri" panose="020F0502020204030204" pitchFamily="34" charset="0"/>
                          <a:ea typeface="+mn-ea"/>
                          <a:cs typeface="+mn-cs"/>
                        </a:rPr>
                        <a:t>PagoPa</a:t>
                      </a:r>
                      <a:r>
                        <a:rPr lang="it-IT" sz="1100" b="0" i="0" u="none" strike="noStrike" kern="1200" noProof="0" dirty="0">
                          <a:solidFill>
                            <a:srgbClr val="000000"/>
                          </a:solidFill>
                          <a:effectLst/>
                          <a:latin typeface="Calibri" panose="020F0502020204030204" pitchFamily="34" charset="0"/>
                          <a:ea typeface="+mn-ea"/>
                          <a:cs typeface="+mn-cs"/>
                        </a:rPr>
                        <a:t> per le PA</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algn="l" defTabSz="914400" rtl="0" eaLnBrk="1" fontAlgn="t" latinLnBrk="0" hangingPunct="1"/>
                      <a:r>
                        <a:rPr lang="it-IT" sz="1100" b="0" i="0" u="none" strike="noStrike" kern="1200" dirty="0">
                          <a:solidFill>
                            <a:srgbClr val="000000"/>
                          </a:solidFill>
                          <a:effectLst/>
                          <a:latin typeface="Calibri" panose="020F0502020204030204" pitchFamily="34" charset="0"/>
                          <a:ea typeface="+mn-ea"/>
                          <a:cs typeface="+mn-cs"/>
                        </a:rPr>
                        <a:t>Mensile</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algn="l" defTabSz="914400" rtl="0" eaLnBrk="1" fontAlgn="t" latinLnBrk="0" hangingPunct="1"/>
                      <a:endParaRPr lang="it-IT" sz="1100" b="0" i="0" u="none" strike="noStrike" kern="1200">
                        <a:solidFill>
                          <a:srgbClr val="000000"/>
                        </a:solidFill>
                        <a:effectLst/>
                        <a:latin typeface="Calibri" panose="020F0502020204030204" pitchFamily="34" charset="0"/>
                        <a:ea typeface="+mn-ea"/>
                        <a:cs typeface="+mn-cs"/>
                      </a:endParaRP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algn="l" defTabSz="914400" rtl="0" eaLnBrk="1" fontAlgn="t" latinLnBrk="0" hangingPunct="1"/>
                      <a:r>
                        <a:rPr lang="it-IT" sz="1100" b="0" i="0" u="none" strike="noStrike" kern="1200">
                          <a:solidFill>
                            <a:srgbClr val="000000"/>
                          </a:solidFill>
                          <a:effectLst/>
                          <a:latin typeface="Calibri" panose="020F0502020204030204" pitchFamily="34" charset="0"/>
                          <a:ea typeface="+mn-ea"/>
                          <a:cs typeface="+mn-cs"/>
                        </a:rPr>
                        <a:t> </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algn="l" defTabSz="914400" rtl="0" eaLnBrk="1" fontAlgn="t" latinLnBrk="0" hangingPunct="1"/>
                      <a:r>
                        <a:rPr lang="it-IT" sz="1100" b="0" i="0" u="none" strike="noStrike" kern="1200">
                          <a:solidFill>
                            <a:srgbClr val="000000"/>
                          </a:solidFill>
                          <a:effectLst/>
                          <a:latin typeface="Calibri" panose="020F0502020204030204" pitchFamily="34" charset="0"/>
                          <a:ea typeface="+mn-ea"/>
                          <a:cs typeface="+mn-cs"/>
                        </a:rPr>
                        <a:t> </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algn="l" defTabSz="914400" rtl="0" eaLnBrk="1" fontAlgn="t" latinLnBrk="0" hangingPunct="1"/>
                      <a:r>
                        <a:rPr lang="it-IT" sz="1100" b="0" i="0" u="none" strike="noStrike" kern="1200">
                          <a:solidFill>
                            <a:srgbClr val="000000"/>
                          </a:solidFill>
                          <a:effectLst/>
                          <a:latin typeface="Calibri" panose="020F0502020204030204" pitchFamily="34" charset="0"/>
                          <a:ea typeface="+mn-ea"/>
                          <a:cs typeface="+mn-cs"/>
                        </a:rPr>
                        <a:t> </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424885452"/>
                  </a:ext>
                </a:extLst>
              </a:tr>
              <a:tr h="173268">
                <a:tc>
                  <a:txBody>
                    <a:bodyPr/>
                    <a:lstStyle/>
                    <a:p>
                      <a:pPr marL="0" algn="ctr" defTabSz="914400" rtl="0" eaLnBrk="1" fontAlgn="t" latinLnBrk="0" hangingPunct="1"/>
                      <a:r>
                        <a:rPr lang="it-IT" sz="1100" b="0" i="0" u="none" strike="noStrike" kern="1200" dirty="0">
                          <a:solidFill>
                            <a:srgbClr val="000000"/>
                          </a:solidFill>
                          <a:effectLst/>
                          <a:latin typeface="Calibri" panose="020F0502020204030204" pitchFamily="34" charset="0"/>
                          <a:ea typeface="+mn-ea"/>
                          <a:cs typeface="+mn-cs"/>
                        </a:rPr>
                        <a:t>113</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algn="l" defTabSz="914400" rtl="0" eaLnBrk="1" fontAlgn="t" latinLnBrk="0" hangingPunct="1"/>
                      <a:r>
                        <a:rPr lang="it-IT" sz="1100" b="0" i="0" u="none" strike="noStrike" kern="1200" dirty="0">
                          <a:solidFill>
                            <a:srgbClr val="000000"/>
                          </a:solidFill>
                          <a:effectLst/>
                          <a:latin typeface="Calibri" panose="020F0502020204030204" pitchFamily="34" charset="0"/>
                          <a:ea typeface="+mn-ea"/>
                          <a:cs typeface="+mn-cs"/>
                        </a:rPr>
                        <a:t>Disponibilità SCT per Equitalia</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algn="l" defTabSz="914400" rtl="0" eaLnBrk="1" fontAlgn="t" latinLnBrk="0" hangingPunct="1"/>
                      <a:r>
                        <a:rPr lang="it-IT" sz="1100" b="0" i="0" u="none" strike="noStrike" kern="1200" dirty="0">
                          <a:solidFill>
                            <a:srgbClr val="000000"/>
                          </a:solidFill>
                          <a:effectLst/>
                          <a:latin typeface="Calibri" panose="020F0502020204030204" pitchFamily="34" charset="0"/>
                          <a:ea typeface="+mn-ea"/>
                          <a:cs typeface="+mn-cs"/>
                        </a:rPr>
                        <a:t>Mensile</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algn="l" defTabSz="914400" rtl="0" eaLnBrk="1" fontAlgn="t" latinLnBrk="0" hangingPunct="1"/>
                      <a:endParaRPr lang="it-IT" sz="1100" b="0" i="0" u="none" strike="noStrike" kern="1200">
                        <a:solidFill>
                          <a:srgbClr val="000000"/>
                        </a:solidFill>
                        <a:effectLst/>
                        <a:latin typeface="Calibri" panose="020F0502020204030204" pitchFamily="34" charset="0"/>
                        <a:ea typeface="+mn-ea"/>
                        <a:cs typeface="+mn-cs"/>
                      </a:endParaRP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algn="l" defTabSz="914400" rtl="0" eaLnBrk="1" fontAlgn="t" latinLnBrk="0" hangingPunct="1"/>
                      <a:r>
                        <a:rPr lang="it-IT" sz="1100" b="0" i="0" u="none" strike="noStrike" kern="1200">
                          <a:solidFill>
                            <a:srgbClr val="000000"/>
                          </a:solidFill>
                          <a:effectLst/>
                          <a:latin typeface="Calibri" panose="020F0502020204030204" pitchFamily="34" charset="0"/>
                          <a:ea typeface="+mn-ea"/>
                          <a:cs typeface="+mn-cs"/>
                        </a:rPr>
                        <a:t> </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algn="l" defTabSz="914400" rtl="0" eaLnBrk="1" fontAlgn="t" latinLnBrk="0" hangingPunct="1"/>
                      <a:r>
                        <a:rPr lang="it-IT" sz="1100" b="0" i="0" u="none" strike="noStrike" kern="1200">
                          <a:solidFill>
                            <a:srgbClr val="000000"/>
                          </a:solidFill>
                          <a:effectLst/>
                          <a:latin typeface="Calibri" panose="020F0502020204030204" pitchFamily="34" charset="0"/>
                          <a:ea typeface="+mn-ea"/>
                          <a:cs typeface="+mn-cs"/>
                        </a:rPr>
                        <a:t> </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algn="l" defTabSz="914400" rtl="0" eaLnBrk="1" fontAlgn="t" latinLnBrk="0" hangingPunct="1"/>
                      <a:r>
                        <a:rPr lang="it-IT" sz="1100" b="0" i="0" u="none" strike="noStrike" kern="1200">
                          <a:solidFill>
                            <a:srgbClr val="000000"/>
                          </a:solidFill>
                          <a:effectLst/>
                          <a:latin typeface="Calibri" panose="020F0502020204030204" pitchFamily="34" charset="0"/>
                          <a:ea typeface="+mn-ea"/>
                          <a:cs typeface="+mn-cs"/>
                        </a:rPr>
                        <a:t> </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83811823"/>
                  </a:ext>
                </a:extLst>
              </a:tr>
              <a:tr h="173268">
                <a:tc>
                  <a:txBody>
                    <a:bodyPr/>
                    <a:lstStyle/>
                    <a:p>
                      <a:pPr marL="0" algn="ctr" defTabSz="914400" rtl="0" eaLnBrk="1" fontAlgn="t" latinLnBrk="0" hangingPunct="1"/>
                      <a:r>
                        <a:rPr lang="it-IT" sz="1100" b="0" i="0" u="none" strike="noStrike" kern="1200">
                          <a:solidFill>
                            <a:srgbClr val="000000"/>
                          </a:solidFill>
                          <a:effectLst/>
                          <a:latin typeface="Calibri" panose="020F0502020204030204" pitchFamily="34" charset="0"/>
                          <a:ea typeface="+mn-ea"/>
                          <a:cs typeface="+mn-cs"/>
                        </a:rPr>
                        <a:t>114</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algn="l" defTabSz="914400" rtl="0" eaLnBrk="1" fontAlgn="t" latinLnBrk="0" hangingPunct="1"/>
                      <a:r>
                        <a:rPr lang="it-IT" sz="1100" b="0" i="0" u="none" strike="noStrike" kern="1200" dirty="0">
                          <a:solidFill>
                            <a:srgbClr val="000000"/>
                          </a:solidFill>
                          <a:effectLst/>
                          <a:latin typeface="Calibri" panose="020F0502020204030204" pitchFamily="34" charset="0"/>
                          <a:ea typeface="+mn-ea"/>
                          <a:cs typeface="+mn-cs"/>
                        </a:rPr>
                        <a:t>SERVIZI SID - Gestione Traffico Flussi FATCA e Monitoraggio Fiscale Marca digitale</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algn="l" defTabSz="914400" rtl="0" eaLnBrk="1" fontAlgn="t" latinLnBrk="0" hangingPunct="1"/>
                      <a:r>
                        <a:rPr lang="it-IT" sz="1100" b="0" i="0" u="none" strike="noStrike" kern="1200" dirty="0">
                          <a:solidFill>
                            <a:srgbClr val="000000"/>
                          </a:solidFill>
                          <a:effectLst/>
                          <a:latin typeface="Calibri" panose="020F0502020204030204" pitchFamily="34" charset="0"/>
                          <a:ea typeface="+mn-ea"/>
                          <a:cs typeface="+mn-cs"/>
                        </a:rPr>
                        <a:t>Mensile</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algn="l" defTabSz="914400" rtl="0" eaLnBrk="1" fontAlgn="t" latinLnBrk="0" hangingPunct="1"/>
                      <a:endParaRPr lang="it-IT" sz="1100" b="0" i="0" u="none" strike="noStrike" kern="1200">
                        <a:solidFill>
                          <a:srgbClr val="000000"/>
                        </a:solidFill>
                        <a:effectLst/>
                        <a:latin typeface="Calibri" panose="020F0502020204030204" pitchFamily="34" charset="0"/>
                        <a:ea typeface="+mn-ea"/>
                        <a:cs typeface="+mn-cs"/>
                      </a:endParaRP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algn="l" defTabSz="914400" rtl="0" eaLnBrk="1" fontAlgn="t" latinLnBrk="0" hangingPunct="1"/>
                      <a:r>
                        <a:rPr lang="it-IT" sz="1100" b="0" i="0" u="none" strike="noStrike" kern="1200">
                          <a:solidFill>
                            <a:srgbClr val="000000"/>
                          </a:solidFill>
                          <a:effectLst/>
                          <a:latin typeface="Calibri" panose="020F0502020204030204" pitchFamily="34" charset="0"/>
                          <a:ea typeface="+mn-ea"/>
                          <a:cs typeface="+mn-cs"/>
                        </a:rPr>
                        <a:t> </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algn="l" defTabSz="914400" rtl="0" eaLnBrk="1" fontAlgn="t" latinLnBrk="0" hangingPunct="1"/>
                      <a:r>
                        <a:rPr lang="it-IT" sz="1100" b="0" i="0" u="none" strike="noStrike" kern="1200">
                          <a:solidFill>
                            <a:srgbClr val="000000"/>
                          </a:solidFill>
                          <a:effectLst/>
                          <a:latin typeface="Calibri" panose="020F0502020204030204" pitchFamily="34" charset="0"/>
                          <a:ea typeface="+mn-ea"/>
                          <a:cs typeface="+mn-cs"/>
                        </a:rPr>
                        <a:t> </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algn="l" defTabSz="914400" rtl="0" eaLnBrk="1" fontAlgn="t" latinLnBrk="0" hangingPunct="1"/>
                      <a:r>
                        <a:rPr lang="it-IT" sz="1100" b="0" i="0" u="none" strike="noStrike" kern="1200">
                          <a:solidFill>
                            <a:srgbClr val="000000"/>
                          </a:solidFill>
                          <a:effectLst/>
                          <a:latin typeface="Calibri" panose="020F0502020204030204" pitchFamily="34" charset="0"/>
                          <a:ea typeface="+mn-ea"/>
                          <a:cs typeface="+mn-cs"/>
                        </a:rPr>
                        <a:t> </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228095491"/>
                  </a:ext>
                </a:extLst>
              </a:tr>
              <a:tr h="173268">
                <a:tc>
                  <a:txBody>
                    <a:bodyPr/>
                    <a:lstStyle/>
                    <a:p>
                      <a:pPr marL="0" algn="ctr" defTabSz="914400" rtl="0" eaLnBrk="1" fontAlgn="t" latinLnBrk="0" hangingPunct="1"/>
                      <a:r>
                        <a:rPr lang="it-IT" sz="1100" b="0" i="0" u="none" strike="noStrike" kern="1200" dirty="0">
                          <a:solidFill>
                            <a:srgbClr val="000000"/>
                          </a:solidFill>
                          <a:effectLst/>
                          <a:latin typeface="Calibri" panose="020F0502020204030204" pitchFamily="34" charset="0"/>
                          <a:ea typeface="+mn-ea"/>
                          <a:cs typeface="+mn-cs"/>
                        </a:rPr>
                        <a:t>116</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algn="l" defTabSz="914400" rtl="0" eaLnBrk="1" fontAlgn="t" latinLnBrk="0" hangingPunct="1"/>
                      <a:r>
                        <a:rPr lang="it-IT" sz="1100" b="0" i="0" u="none" strike="noStrike" kern="1200" dirty="0">
                          <a:solidFill>
                            <a:srgbClr val="000000"/>
                          </a:solidFill>
                          <a:effectLst/>
                          <a:latin typeface="Calibri" panose="020F0502020204030204" pitchFamily="34" charset="0"/>
                          <a:ea typeface="+mn-ea"/>
                          <a:cs typeface="+mn-cs"/>
                        </a:rPr>
                        <a:t>Fattura B2B tramite SDI</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algn="l" defTabSz="914400" rtl="0" eaLnBrk="1" fontAlgn="t" latinLnBrk="0" hangingPunct="1"/>
                      <a:r>
                        <a:rPr lang="it-IT" sz="1100" b="0" i="0" u="none" strike="noStrike" kern="1200" dirty="0">
                          <a:solidFill>
                            <a:srgbClr val="000000"/>
                          </a:solidFill>
                          <a:effectLst/>
                          <a:latin typeface="Calibri" panose="020F0502020204030204" pitchFamily="34" charset="0"/>
                          <a:ea typeface="+mn-ea"/>
                          <a:cs typeface="+mn-cs"/>
                        </a:rPr>
                        <a:t>Mensile</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algn="l" defTabSz="914400" rtl="0" eaLnBrk="1" fontAlgn="t" latinLnBrk="0" hangingPunct="1"/>
                      <a:endParaRPr lang="it-IT" sz="1100" b="0" i="0" u="none" strike="noStrike" kern="1200">
                        <a:solidFill>
                          <a:srgbClr val="000000"/>
                        </a:solidFill>
                        <a:effectLst/>
                        <a:latin typeface="Calibri" panose="020F0502020204030204" pitchFamily="34" charset="0"/>
                        <a:ea typeface="+mn-ea"/>
                        <a:cs typeface="+mn-cs"/>
                      </a:endParaRP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algn="l" defTabSz="914400" rtl="0" eaLnBrk="1" fontAlgn="t" latinLnBrk="0" hangingPunct="1"/>
                      <a:r>
                        <a:rPr lang="it-IT" sz="1100" b="0" i="0" u="none" strike="noStrike" kern="1200">
                          <a:solidFill>
                            <a:srgbClr val="000000"/>
                          </a:solidFill>
                          <a:effectLst/>
                          <a:latin typeface="Calibri" panose="020F0502020204030204" pitchFamily="34" charset="0"/>
                          <a:ea typeface="+mn-ea"/>
                          <a:cs typeface="+mn-cs"/>
                        </a:rPr>
                        <a:t> </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algn="l" defTabSz="914400" rtl="0" eaLnBrk="1" fontAlgn="t" latinLnBrk="0" hangingPunct="1"/>
                      <a:r>
                        <a:rPr lang="it-IT" sz="1100" b="0" i="0" u="none" strike="noStrike" kern="1200">
                          <a:solidFill>
                            <a:srgbClr val="000000"/>
                          </a:solidFill>
                          <a:effectLst/>
                          <a:latin typeface="Calibri" panose="020F0502020204030204" pitchFamily="34" charset="0"/>
                          <a:ea typeface="+mn-ea"/>
                          <a:cs typeface="+mn-cs"/>
                        </a:rPr>
                        <a:t> </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algn="l" defTabSz="914400" rtl="0" eaLnBrk="1" fontAlgn="t" latinLnBrk="0" hangingPunct="1"/>
                      <a:r>
                        <a:rPr lang="it-IT" sz="1100" b="0" i="0" u="none" strike="noStrike" kern="1200">
                          <a:solidFill>
                            <a:srgbClr val="000000"/>
                          </a:solidFill>
                          <a:effectLst/>
                          <a:latin typeface="Calibri" panose="020F0502020204030204" pitchFamily="34" charset="0"/>
                          <a:ea typeface="+mn-ea"/>
                          <a:cs typeface="+mn-cs"/>
                        </a:rPr>
                        <a:t> </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77418168"/>
                  </a:ext>
                </a:extLst>
              </a:tr>
              <a:tr h="173268">
                <a:tc>
                  <a:txBody>
                    <a:bodyPr/>
                    <a:lstStyle/>
                    <a:p>
                      <a:pPr marL="0" algn="ctr" defTabSz="914400" rtl="0" eaLnBrk="1" fontAlgn="t" latinLnBrk="0" hangingPunct="1"/>
                      <a:r>
                        <a:rPr lang="it-IT" sz="1100" b="0" i="0" u="none" strike="noStrike" kern="1200">
                          <a:solidFill>
                            <a:srgbClr val="000000"/>
                          </a:solidFill>
                          <a:effectLst/>
                          <a:latin typeface="Calibri" panose="020F0502020204030204" pitchFamily="34" charset="0"/>
                          <a:ea typeface="+mn-ea"/>
                          <a:cs typeface="+mn-cs"/>
                        </a:rPr>
                        <a:t>118</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algn="l" defTabSz="914400" rtl="0" eaLnBrk="1" fontAlgn="t" latinLnBrk="0" hangingPunct="1"/>
                      <a:r>
                        <a:rPr lang="it-IT" sz="1100" b="0" i="0" u="none" strike="noStrike" kern="1200">
                          <a:solidFill>
                            <a:srgbClr val="000000"/>
                          </a:solidFill>
                          <a:effectLst/>
                          <a:latin typeface="Calibri" panose="020F0502020204030204" pitchFamily="34" charset="0"/>
                          <a:ea typeface="+mn-ea"/>
                          <a:cs typeface="+mn-cs"/>
                        </a:rPr>
                        <a:t>Monitoraggio Grandi Opere - Trasmissione esiti e rendicontazioni</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algn="l" defTabSz="914400" rtl="0" eaLnBrk="1" fontAlgn="t" latinLnBrk="0" hangingPunct="1"/>
                      <a:r>
                        <a:rPr lang="it-IT" sz="1100" b="0" i="0" u="none" strike="noStrike" kern="1200" dirty="0">
                          <a:solidFill>
                            <a:srgbClr val="000000"/>
                          </a:solidFill>
                          <a:effectLst/>
                          <a:latin typeface="Calibri" panose="020F0502020204030204" pitchFamily="34" charset="0"/>
                          <a:ea typeface="+mn-ea"/>
                          <a:cs typeface="+mn-cs"/>
                        </a:rPr>
                        <a:t>Mensile</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algn="l" defTabSz="914400" rtl="0" eaLnBrk="1" fontAlgn="t" latinLnBrk="0" hangingPunct="1"/>
                      <a:endParaRPr lang="it-IT" sz="1100" b="0" i="0" u="none" strike="noStrike" kern="1200">
                        <a:solidFill>
                          <a:srgbClr val="000000"/>
                        </a:solidFill>
                        <a:effectLst/>
                        <a:latin typeface="Calibri" panose="020F0502020204030204" pitchFamily="34" charset="0"/>
                        <a:ea typeface="+mn-ea"/>
                        <a:cs typeface="+mn-cs"/>
                      </a:endParaRP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algn="l" defTabSz="914400" rtl="0" eaLnBrk="1" fontAlgn="t" latinLnBrk="0" hangingPunct="1"/>
                      <a:r>
                        <a:rPr lang="it-IT" sz="1100" b="0" i="0" u="none" strike="noStrike" kern="1200">
                          <a:solidFill>
                            <a:srgbClr val="000000"/>
                          </a:solidFill>
                          <a:effectLst/>
                          <a:latin typeface="Calibri" panose="020F0502020204030204" pitchFamily="34" charset="0"/>
                          <a:ea typeface="+mn-ea"/>
                          <a:cs typeface="+mn-cs"/>
                        </a:rPr>
                        <a:t> </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algn="l" defTabSz="914400" rtl="0" eaLnBrk="1" fontAlgn="t" latinLnBrk="0" hangingPunct="1"/>
                      <a:r>
                        <a:rPr lang="it-IT" sz="1100" b="0" i="0" u="none" strike="noStrike" kern="1200">
                          <a:solidFill>
                            <a:srgbClr val="000000"/>
                          </a:solidFill>
                          <a:effectLst/>
                          <a:latin typeface="Calibri" panose="020F0502020204030204" pitchFamily="34" charset="0"/>
                          <a:ea typeface="+mn-ea"/>
                          <a:cs typeface="+mn-cs"/>
                        </a:rPr>
                        <a:t> </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algn="l" defTabSz="914400" rtl="0" eaLnBrk="1" fontAlgn="t" latinLnBrk="0" hangingPunct="1"/>
                      <a:r>
                        <a:rPr lang="it-IT" sz="1100" b="0" i="0" u="none" strike="noStrike" kern="1200">
                          <a:solidFill>
                            <a:srgbClr val="000000"/>
                          </a:solidFill>
                          <a:effectLst/>
                          <a:latin typeface="Calibri" panose="020F0502020204030204" pitchFamily="34" charset="0"/>
                          <a:ea typeface="+mn-ea"/>
                          <a:cs typeface="+mn-cs"/>
                        </a:rPr>
                        <a:t> </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75470317"/>
                  </a:ext>
                </a:extLst>
              </a:tr>
              <a:tr h="173268">
                <a:tc>
                  <a:txBody>
                    <a:bodyPr/>
                    <a:lstStyle/>
                    <a:p>
                      <a:pPr marL="0" algn="ctr" defTabSz="914400" rtl="0" eaLnBrk="1" fontAlgn="t" latinLnBrk="0" hangingPunct="1"/>
                      <a:r>
                        <a:rPr lang="it-IT" sz="1100" b="0" i="0" u="none" strike="noStrike" kern="1200" dirty="0">
                          <a:solidFill>
                            <a:srgbClr val="000000"/>
                          </a:solidFill>
                          <a:effectLst/>
                          <a:latin typeface="Calibri" panose="020F0502020204030204" pitchFamily="34" charset="0"/>
                          <a:ea typeface="+mn-ea"/>
                          <a:cs typeface="+mn-cs"/>
                        </a:rPr>
                        <a:t>119</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algn="l" defTabSz="914400" rtl="0" eaLnBrk="1" fontAlgn="t" latinLnBrk="0" hangingPunct="1"/>
                      <a:r>
                        <a:rPr lang="it-IT" sz="1100" b="0" i="0" u="none" strike="noStrike" kern="1200" dirty="0">
                          <a:solidFill>
                            <a:srgbClr val="000000"/>
                          </a:solidFill>
                          <a:effectLst/>
                          <a:latin typeface="Calibri" panose="020F0502020204030204" pitchFamily="34" charset="0"/>
                          <a:ea typeface="+mn-ea"/>
                          <a:cs typeface="+mn-cs"/>
                        </a:rPr>
                        <a:t>Servizio I24 - Veicolazione flussi SOGEI</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algn="l" defTabSz="914400" rtl="0" eaLnBrk="1" fontAlgn="t" latinLnBrk="0" hangingPunct="1"/>
                      <a:r>
                        <a:rPr lang="it-IT" sz="1100" b="0" i="0" u="none" strike="noStrike" kern="1200" dirty="0">
                          <a:solidFill>
                            <a:srgbClr val="000000"/>
                          </a:solidFill>
                          <a:effectLst/>
                          <a:latin typeface="Calibri" panose="020F0502020204030204" pitchFamily="34" charset="0"/>
                          <a:ea typeface="+mn-ea"/>
                          <a:cs typeface="+mn-cs"/>
                        </a:rPr>
                        <a:t>Mensile</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algn="l" defTabSz="914400" rtl="0" eaLnBrk="1" fontAlgn="t" latinLnBrk="0" hangingPunct="1"/>
                      <a:endParaRPr lang="it-IT" sz="1100" b="0" i="0" u="none" strike="noStrike" kern="1200" dirty="0">
                        <a:solidFill>
                          <a:srgbClr val="000000"/>
                        </a:solidFill>
                        <a:effectLst/>
                        <a:latin typeface="Calibri" panose="020F0502020204030204" pitchFamily="34" charset="0"/>
                        <a:ea typeface="+mn-ea"/>
                        <a:cs typeface="+mn-cs"/>
                      </a:endParaRP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algn="l" defTabSz="914400" rtl="0" eaLnBrk="1" fontAlgn="t" latinLnBrk="0" hangingPunct="1"/>
                      <a:r>
                        <a:rPr lang="it-IT" sz="1100" b="0" i="0" u="none" strike="noStrike" kern="1200" dirty="0">
                          <a:solidFill>
                            <a:srgbClr val="000000"/>
                          </a:solidFill>
                          <a:effectLst/>
                          <a:latin typeface="Calibri" panose="020F0502020204030204" pitchFamily="34" charset="0"/>
                          <a:ea typeface="+mn-ea"/>
                          <a:cs typeface="+mn-cs"/>
                        </a:rPr>
                        <a:t> </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algn="l" defTabSz="914400" rtl="0" eaLnBrk="1" fontAlgn="t" latinLnBrk="0" hangingPunct="1"/>
                      <a:r>
                        <a:rPr lang="it-IT" sz="1100" b="0" i="0" u="none" strike="noStrike" kern="1200" dirty="0">
                          <a:solidFill>
                            <a:srgbClr val="000000"/>
                          </a:solidFill>
                          <a:effectLst/>
                          <a:latin typeface="Calibri" panose="020F0502020204030204" pitchFamily="34" charset="0"/>
                          <a:ea typeface="+mn-ea"/>
                          <a:cs typeface="+mn-cs"/>
                        </a:rPr>
                        <a:t> </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algn="l" defTabSz="914400" rtl="0" eaLnBrk="1" fontAlgn="t" latinLnBrk="0" hangingPunct="1"/>
                      <a:r>
                        <a:rPr lang="it-IT" sz="1100" b="0" i="0" u="none" strike="noStrike" kern="1200" dirty="0">
                          <a:solidFill>
                            <a:srgbClr val="000000"/>
                          </a:solidFill>
                          <a:effectLst/>
                          <a:latin typeface="Calibri" panose="020F0502020204030204" pitchFamily="34" charset="0"/>
                          <a:ea typeface="+mn-ea"/>
                          <a:cs typeface="+mn-cs"/>
                        </a:rPr>
                        <a:t> </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390357040"/>
                  </a:ext>
                </a:extLst>
              </a:tr>
              <a:tr h="173268">
                <a:tc>
                  <a:txBody>
                    <a:bodyPr/>
                    <a:lstStyle/>
                    <a:p>
                      <a:pPr marL="0" algn="ctr" defTabSz="914400" rtl="0" eaLnBrk="1" fontAlgn="t" latinLnBrk="0" hangingPunct="1"/>
                      <a:r>
                        <a:rPr lang="it-IT" sz="1100" b="0" i="0" u="none" strike="noStrike" kern="1200" dirty="0">
                          <a:solidFill>
                            <a:srgbClr val="00B050"/>
                          </a:solidFill>
                          <a:effectLst/>
                          <a:latin typeface="Calibri" panose="020F0502020204030204" pitchFamily="34" charset="0"/>
                          <a:ea typeface="+mn-ea"/>
                          <a:cs typeface="+mn-cs"/>
                        </a:rPr>
                        <a:t>121</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algn="l" defTabSz="914400" rtl="0" eaLnBrk="1" fontAlgn="t" latinLnBrk="0" hangingPunct="1"/>
                      <a:r>
                        <a:rPr lang="it-IT" sz="1100" b="0" i="0" u="none" strike="noStrike" kern="1200" dirty="0">
                          <a:solidFill>
                            <a:srgbClr val="00B050"/>
                          </a:solidFill>
                          <a:effectLst/>
                          <a:latin typeface="Calibri" panose="020F0502020204030204" pitchFamily="34" charset="0"/>
                          <a:ea typeface="+mn-ea"/>
                          <a:cs typeface="+mn-cs"/>
                        </a:rPr>
                        <a:t>Statistiche ESTEC - Invio flussi statistici</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algn="l" defTabSz="914400" rtl="0" eaLnBrk="1" fontAlgn="t" latinLnBrk="0" hangingPunct="1"/>
                      <a:r>
                        <a:rPr lang="it-IT" sz="1100" b="0" i="0" u="none" strike="noStrike" kern="1200" dirty="0">
                          <a:solidFill>
                            <a:srgbClr val="00B050"/>
                          </a:solidFill>
                          <a:effectLst/>
                          <a:latin typeface="Calibri" panose="020F0502020204030204" pitchFamily="34" charset="0"/>
                          <a:ea typeface="+mn-ea"/>
                          <a:cs typeface="+mn-cs"/>
                        </a:rPr>
                        <a:t>Annuale</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algn="l" defTabSz="914400" rtl="0" eaLnBrk="1" fontAlgn="t" latinLnBrk="0" hangingPunct="1"/>
                      <a:endParaRPr lang="it-IT" sz="1100" b="0" i="0" u="none" strike="noStrike" kern="1200" dirty="0">
                        <a:solidFill>
                          <a:srgbClr val="00B050"/>
                        </a:solidFill>
                        <a:effectLst/>
                        <a:latin typeface="Calibri" panose="020F0502020204030204" pitchFamily="34" charset="0"/>
                        <a:ea typeface="+mn-ea"/>
                        <a:cs typeface="+mn-cs"/>
                      </a:endParaRP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algn="l" defTabSz="914400" rtl="0" eaLnBrk="1" fontAlgn="t" latinLnBrk="0" hangingPunct="1"/>
                      <a:endParaRPr lang="it-IT" sz="1100" b="0" i="0" u="none" strike="noStrike" kern="1200" dirty="0">
                        <a:solidFill>
                          <a:srgbClr val="00B050"/>
                        </a:solidFill>
                        <a:effectLst/>
                        <a:latin typeface="Calibri" panose="020F0502020204030204" pitchFamily="34" charset="0"/>
                        <a:ea typeface="+mn-ea"/>
                        <a:cs typeface="+mn-cs"/>
                      </a:endParaRP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algn="l" defTabSz="914400" rtl="0" eaLnBrk="1" fontAlgn="t" latinLnBrk="0" hangingPunct="1"/>
                      <a:endParaRPr lang="it-IT" sz="1100" b="0" i="0" u="none" strike="noStrike" kern="1200" dirty="0">
                        <a:solidFill>
                          <a:srgbClr val="00B050"/>
                        </a:solidFill>
                        <a:effectLst/>
                        <a:latin typeface="Calibri" panose="020F0502020204030204" pitchFamily="34" charset="0"/>
                        <a:ea typeface="+mn-ea"/>
                        <a:cs typeface="+mn-cs"/>
                      </a:endParaRP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algn="l" defTabSz="914400" rtl="0" eaLnBrk="1" fontAlgn="t" latinLnBrk="0" hangingPunct="1"/>
                      <a:endParaRPr lang="it-IT" sz="1100" b="0" i="0" u="none" strike="noStrike" kern="1200" dirty="0">
                        <a:solidFill>
                          <a:srgbClr val="000000"/>
                        </a:solidFill>
                        <a:effectLst/>
                        <a:latin typeface="Calibri" panose="020F0502020204030204" pitchFamily="34" charset="0"/>
                        <a:ea typeface="+mn-ea"/>
                        <a:cs typeface="+mn-cs"/>
                      </a:endParaRP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722493111"/>
                  </a:ext>
                </a:extLst>
              </a:tr>
            </a:tbl>
          </a:graphicData>
        </a:graphic>
      </p:graphicFrame>
      <p:sp>
        <p:nvSpPr>
          <p:cNvPr id="9" name="Rectangle: Rounded Corners 8">
            <a:extLst>
              <a:ext uri="{FF2B5EF4-FFF2-40B4-BE49-F238E27FC236}">
                <a16:creationId xmlns:a16="http://schemas.microsoft.com/office/drawing/2014/main" id="{E31F2874-C193-49FD-A206-B61B1502D765}"/>
              </a:ext>
            </a:extLst>
          </p:cNvPr>
          <p:cNvSpPr/>
          <p:nvPr/>
        </p:nvSpPr>
        <p:spPr>
          <a:xfrm>
            <a:off x="8651885" y="884071"/>
            <a:ext cx="3168640" cy="557727"/>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i="1" dirty="0">
                <a:solidFill>
                  <a:schemeClr val="tx2"/>
                </a:solidFill>
                <a:sym typeface="Wingdings" panose="05000000000000000000" pitchFamily="2" charset="2"/>
              </a:rPr>
              <a:t>Art. 24.4”: le </a:t>
            </a:r>
            <a:r>
              <a:rPr lang="en-US" sz="1200" b="1" i="1" dirty="0" err="1">
                <a:solidFill>
                  <a:schemeClr val="tx2"/>
                </a:solidFill>
                <a:sym typeface="Wingdings" panose="05000000000000000000" pitchFamily="2" charset="2"/>
              </a:rPr>
              <a:t>soglie</a:t>
            </a:r>
            <a:r>
              <a:rPr lang="en-US" sz="1200" b="1" i="1" dirty="0">
                <a:solidFill>
                  <a:schemeClr val="tx2"/>
                </a:solidFill>
                <a:sym typeface="Wingdings" panose="05000000000000000000" pitchFamily="2" charset="2"/>
              </a:rPr>
              <a:t> </a:t>
            </a:r>
            <a:r>
              <a:rPr lang="en-US" sz="1200" b="1" i="1" dirty="0" err="1">
                <a:solidFill>
                  <a:schemeClr val="tx2"/>
                </a:solidFill>
                <a:sym typeface="Wingdings" panose="05000000000000000000" pitchFamily="2" charset="2"/>
              </a:rPr>
              <a:t>verranno</a:t>
            </a:r>
            <a:r>
              <a:rPr lang="en-US" sz="1200" b="1" i="1" dirty="0">
                <a:solidFill>
                  <a:schemeClr val="tx2"/>
                </a:solidFill>
                <a:sym typeface="Wingdings" panose="05000000000000000000" pitchFamily="2" charset="2"/>
              </a:rPr>
              <a:t> </a:t>
            </a:r>
            <a:r>
              <a:rPr lang="en-US" sz="1200" b="1" i="1" dirty="0" err="1">
                <a:solidFill>
                  <a:schemeClr val="tx2"/>
                </a:solidFill>
                <a:sym typeface="Wingdings" panose="05000000000000000000" pitchFamily="2" charset="2"/>
              </a:rPr>
              <a:t>ricalcolate</a:t>
            </a:r>
            <a:r>
              <a:rPr lang="en-US" sz="1200" b="1" i="1" dirty="0">
                <a:solidFill>
                  <a:schemeClr val="tx2"/>
                </a:solidFill>
                <a:sym typeface="Wingdings" panose="05000000000000000000" pitchFamily="2" charset="2"/>
              </a:rPr>
              <a:t> a </a:t>
            </a:r>
            <a:r>
              <a:rPr lang="en-US" sz="1200" b="1" i="1" dirty="0" err="1">
                <a:solidFill>
                  <a:schemeClr val="tx2"/>
                </a:solidFill>
                <a:sym typeface="Wingdings" panose="05000000000000000000" pitchFamily="2" charset="2"/>
              </a:rPr>
              <a:t>fronte</a:t>
            </a:r>
            <a:r>
              <a:rPr lang="en-US" sz="1200" b="1" i="1" dirty="0">
                <a:solidFill>
                  <a:schemeClr val="tx2"/>
                </a:solidFill>
                <a:sym typeface="Wingdings" panose="05000000000000000000" pitchFamily="2" charset="2"/>
              </a:rPr>
              <a:t> </a:t>
            </a:r>
            <a:r>
              <a:rPr lang="en-US" sz="1200" b="1" i="1" dirty="0" err="1">
                <a:solidFill>
                  <a:schemeClr val="tx2"/>
                </a:solidFill>
                <a:sym typeface="Wingdings" panose="05000000000000000000" pitchFamily="2" charset="2"/>
              </a:rPr>
              <a:t>della</a:t>
            </a:r>
            <a:r>
              <a:rPr lang="en-US" sz="1200" b="1" i="1" dirty="0">
                <a:solidFill>
                  <a:schemeClr val="tx2"/>
                </a:solidFill>
                <a:sym typeface="Wingdings" panose="05000000000000000000" pitchFamily="2" charset="2"/>
              </a:rPr>
              <a:t> </a:t>
            </a:r>
            <a:r>
              <a:rPr lang="en-US" sz="1200" b="1" i="1" dirty="0" err="1">
                <a:solidFill>
                  <a:schemeClr val="tx2"/>
                </a:solidFill>
                <a:sym typeface="Wingdings" panose="05000000000000000000" pitchFamily="2" charset="2"/>
              </a:rPr>
              <a:t>presenza</a:t>
            </a:r>
            <a:r>
              <a:rPr lang="en-US" sz="1200" b="1" i="1" dirty="0">
                <a:solidFill>
                  <a:schemeClr val="tx2"/>
                </a:solidFill>
                <a:sym typeface="Wingdings" panose="05000000000000000000" pitchFamily="2" charset="2"/>
              </a:rPr>
              <a:t> di incident </a:t>
            </a:r>
            <a:r>
              <a:rPr lang="en-US" sz="1200" b="1" i="1" dirty="0" err="1">
                <a:solidFill>
                  <a:schemeClr val="tx2"/>
                </a:solidFill>
                <a:sym typeface="Wingdings" panose="05000000000000000000" pitchFamily="2" charset="2"/>
              </a:rPr>
              <a:t>trasversali</a:t>
            </a:r>
            <a:endParaRPr lang="en-US" sz="1200" b="1" i="1" dirty="0">
              <a:solidFill>
                <a:schemeClr val="tx2"/>
              </a:solidFill>
            </a:endParaRPr>
          </a:p>
        </p:txBody>
      </p:sp>
    </p:spTree>
    <p:extLst>
      <p:ext uri="{BB962C8B-B14F-4D97-AF65-F5344CB8AC3E}">
        <p14:creationId xmlns:p14="http://schemas.microsoft.com/office/powerpoint/2010/main" val="11477339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testo 1">
            <a:extLst>
              <a:ext uri="{FF2B5EF4-FFF2-40B4-BE49-F238E27FC236}">
                <a16:creationId xmlns:a16="http://schemas.microsoft.com/office/drawing/2014/main" id="{C1FC055D-BC62-C270-6669-7320F79D9E8A}"/>
              </a:ext>
            </a:extLst>
          </p:cNvPr>
          <p:cNvSpPr>
            <a:spLocks noGrp="1"/>
          </p:cNvSpPr>
          <p:nvPr>
            <p:ph type="body" sz="quarter" idx="10"/>
          </p:nvPr>
        </p:nvSpPr>
        <p:spPr/>
        <p:txBody>
          <a:bodyPr/>
          <a:lstStyle/>
          <a:p>
            <a:r>
              <a:rPr lang="it-IT" dirty="0"/>
              <a:t>Template SLA – T9</a:t>
            </a:r>
          </a:p>
          <a:p>
            <a:r>
              <a:rPr lang="it-IT" dirty="0"/>
              <a:t>AAAA – Qualità del software di diagnostica (ID127)</a:t>
            </a:r>
          </a:p>
        </p:txBody>
      </p:sp>
      <p:sp>
        <p:nvSpPr>
          <p:cNvPr id="6" name="CasellaDiTesto 5">
            <a:extLst>
              <a:ext uri="{FF2B5EF4-FFF2-40B4-BE49-F238E27FC236}">
                <a16:creationId xmlns:a16="http://schemas.microsoft.com/office/drawing/2014/main" id="{3492011C-4B6C-BD8C-6465-442E8F4D89F6}"/>
              </a:ext>
            </a:extLst>
          </p:cNvPr>
          <p:cNvSpPr txBox="1"/>
          <p:nvPr/>
        </p:nvSpPr>
        <p:spPr>
          <a:xfrm>
            <a:off x="371474" y="1540855"/>
            <a:ext cx="2296225" cy="369332"/>
          </a:xfrm>
          <a:prstGeom prst="rect">
            <a:avLst/>
          </a:prstGeom>
          <a:noFill/>
        </p:spPr>
        <p:txBody>
          <a:bodyPr wrap="square" rtlCol="0">
            <a:spAutoFit/>
          </a:bodyPr>
          <a:lstStyle/>
          <a:p>
            <a:r>
              <a:rPr lang="it-IT" dirty="0"/>
              <a:t>TAB 1</a:t>
            </a:r>
          </a:p>
        </p:txBody>
      </p:sp>
      <p:graphicFrame>
        <p:nvGraphicFramePr>
          <p:cNvPr id="8" name="Tabella 7">
            <a:extLst>
              <a:ext uri="{FF2B5EF4-FFF2-40B4-BE49-F238E27FC236}">
                <a16:creationId xmlns:a16="http://schemas.microsoft.com/office/drawing/2014/main" id="{A33B70EA-3BE1-B63B-473F-77361CB5502F}"/>
              </a:ext>
            </a:extLst>
          </p:cNvPr>
          <p:cNvGraphicFramePr>
            <a:graphicFrameLocks noGrp="1"/>
          </p:cNvGraphicFramePr>
          <p:nvPr>
            <p:extLst>
              <p:ext uri="{D42A27DB-BD31-4B8C-83A1-F6EECF244321}">
                <p14:modId xmlns:p14="http://schemas.microsoft.com/office/powerpoint/2010/main" val="3995728345"/>
              </p:ext>
            </p:extLst>
          </p:nvPr>
        </p:nvGraphicFramePr>
        <p:xfrm>
          <a:off x="455364" y="1899295"/>
          <a:ext cx="10165098" cy="1559412"/>
        </p:xfrm>
        <a:graphic>
          <a:graphicData uri="http://schemas.openxmlformats.org/drawingml/2006/table">
            <a:tbl>
              <a:tblPr>
                <a:tableStyleId>{5C22544A-7EE6-4342-B048-85BDC9FD1C3A}</a:tableStyleId>
              </a:tblPr>
              <a:tblGrid>
                <a:gridCol w="1448937">
                  <a:extLst>
                    <a:ext uri="{9D8B030D-6E8A-4147-A177-3AD203B41FA5}">
                      <a16:colId xmlns:a16="http://schemas.microsoft.com/office/drawing/2014/main" val="2324477315"/>
                    </a:ext>
                  </a:extLst>
                </a:gridCol>
                <a:gridCol w="8716161">
                  <a:extLst>
                    <a:ext uri="{9D8B030D-6E8A-4147-A177-3AD203B41FA5}">
                      <a16:colId xmlns:a16="http://schemas.microsoft.com/office/drawing/2014/main" val="3597743232"/>
                    </a:ext>
                  </a:extLst>
                </a:gridCol>
              </a:tblGrid>
              <a:tr h="173268">
                <a:tc>
                  <a:txBody>
                    <a:bodyPr/>
                    <a:lstStyle/>
                    <a:p>
                      <a:pPr algn="l" fontAlgn="b"/>
                      <a:r>
                        <a:rPr lang="it-IT" sz="1100" b="0" i="0" u="none" strike="noStrike" dirty="0">
                          <a:solidFill>
                            <a:srgbClr val="FFFFFF"/>
                          </a:solidFill>
                          <a:effectLst/>
                          <a:latin typeface="Calibri" panose="020F0502020204030204" pitchFamily="34" charset="0"/>
                        </a:rPr>
                        <a:t>Data rilascio </a:t>
                      </a:r>
                    </a:p>
                  </a:txBody>
                  <a:tcPr marL="0" marR="0" marT="0" marB="0" anchor="b">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rgbClr val="002060"/>
                    </a:solidFill>
                  </a:tcPr>
                </a:tc>
                <a:tc>
                  <a:txBody>
                    <a:bodyPr/>
                    <a:lstStyle/>
                    <a:p>
                      <a:pPr algn="l" fontAlgn="b"/>
                      <a:r>
                        <a:rPr lang="it-IT" sz="1100" b="0" i="0" u="none" strike="noStrike" dirty="0">
                          <a:solidFill>
                            <a:srgbClr val="FFFFFF"/>
                          </a:solidFill>
                          <a:effectLst/>
                          <a:latin typeface="Calibri" panose="020F0502020204030204" pitchFamily="34" charset="0"/>
                        </a:rPr>
                        <a:t>Numero anomalie su rilasci software diagnostico</a:t>
                      </a:r>
                    </a:p>
                  </a:txBody>
                  <a:tcPr marL="0" marR="0" marT="0" marB="0" anchor="b">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rgbClr val="002060"/>
                    </a:solidFill>
                  </a:tcPr>
                </a:tc>
                <a:extLst>
                  <a:ext uri="{0D108BD9-81ED-4DB2-BD59-A6C34878D82A}">
                    <a16:rowId xmlns:a16="http://schemas.microsoft.com/office/drawing/2014/main" val="3330255069"/>
                  </a:ext>
                </a:extLst>
              </a:tr>
              <a:tr h="173268">
                <a:tc>
                  <a:txBody>
                    <a:bodyPr/>
                    <a:lstStyle/>
                    <a:p>
                      <a:pPr algn="l" fontAlgn="t"/>
                      <a:r>
                        <a:rPr lang="it-IT" sz="1100" b="0" i="0" u="none" strike="noStrike" dirty="0">
                          <a:solidFill>
                            <a:srgbClr val="000000"/>
                          </a:solidFill>
                          <a:effectLst/>
                          <a:latin typeface="Calibri" panose="020F0502020204030204" pitchFamily="34" charset="0"/>
                        </a:rPr>
                        <a:t> </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algn="l" fontAlgn="t"/>
                      <a:r>
                        <a:rPr lang="it-IT" sz="1100" b="0" i="0" u="none" strike="noStrike" dirty="0">
                          <a:solidFill>
                            <a:srgbClr val="000000"/>
                          </a:solidFill>
                          <a:effectLst/>
                          <a:latin typeface="Calibri" panose="020F0502020204030204" pitchFamily="34" charset="0"/>
                        </a:rPr>
                        <a:t> </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165166232"/>
                  </a:ext>
                </a:extLst>
              </a:tr>
              <a:tr h="173268">
                <a:tc>
                  <a:txBody>
                    <a:bodyPr/>
                    <a:lstStyle/>
                    <a:p>
                      <a:pPr algn="l" fontAlgn="t"/>
                      <a:r>
                        <a:rPr lang="it-IT" sz="1100" b="0" i="0" u="none" strike="noStrike">
                          <a:solidFill>
                            <a:srgbClr val="000000"/>
                          </a:solidFill>
                          <a:effectLst/>
                          <a:latin typeface="Calibri" panose="020F0502020204030204" pitchFamily="34" charset="0"/>
                        </a:rPr>
                        <a:t> </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algn="l" fontAlgn="t"/>
                      <a:r>
                        <a:rPr lang="it-IT" sz="1100" b="0" i="0" u="none" strike="noStrike" dirty="0">
                          <a:solidFill>
                            <a:srgbClr val="000000"/>
                          </a:solidFill>
                          <a:effectLst/>
                          <a:latin typeface="Calibri" panose="020F0502020204030204" pitchFamily="34" charset="0"/>
                        </a:rPr>
                        <a:t> </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254334290"/>
                  </a:ext>
                </a:extLst>
              </a:tr>
              <a:tr h="173268">
                <a:tc>
                  <a:txBody>
                    <a:bodyPr/>
                    <a:lstStyle/>
                    <a:p>
                      <a:pPr algn="l" fontAlgn="t"/>
                      <a:r>
                        <a:rPr lang="it-IT" sz="1100" b="0" i="0" u="none" strike="noStrike">
                          <a:solidFill>
                            <a:srgbClr val="000000"/>
                          </a:solidFill>
                          <a:effectLst/>
                          <a:latin typeface="Calibri" panose="020F0502020204030204" pitchFamily="34" charset="0"/>
                        </a:rPr>
                        <a:t> </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algn="l" fontAlgn="t"/>
                      <a:r>
                        <a:rPr lang="it-IT" sz="1100" b="0" i="0" u="none" strike="noStrike">
                          <a:solidFill>
                            <a:srgbClr val="000000"/>
                          </a:solidFill>
                          <a:effectLst/>
                          <a:latin typeface="Calibri" panose="020F0502020204030204" pitchFamily="34" charset="0"/>
                        </a:rPr>
                        <a:t> </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927145154"/>
                  </a:ext>
                </a:extLst>
              </a:tr>
              <a:tr h="173268">
                <a:tc>
                  <a:txBody>
                    <a:bodyPr/>
                    <a:lstStyle/>
                    <a:p>
                      <a:pPr algn="l" fontAlgn="t"/>
                      <a:r>
                        <a:rPr lang="it-IT" sz="1100" b="0" i="0" u="none" strike="noStrike">
                          <a:solidFill>
                            <a:srgbClr val="000000"/>
                          </a:solidFill>
                          <a:effectLst/>
                          <a:latin typeface="Calibri" panose="020F0502020204030204" pitchFamily="34" charset="0"/>
                        </a:rPr>
                        <a:t> </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algn="l" fontAlgn="t"/>
                      <a:r>
                        <a:rPr lang="it-IT" sz="1100" b="0" i="0" u="none" strike="noStrike">
                          <a:solidFill>
                            <a:srgbClr val="000000"/>
                          </a:solidFill>
                          <a:effectLst/>
                          <a:latin typeface="Calibri" panose="020F0502020204030204" pitchFamily="34" charset="0"/>
                        </a:rPr>
                        <a:t> </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424885452"/>
                  </a:ext>
                </a:extLst>
              </a:tr>
              <a:tr h="173268">
                <a:tc>
                  <a:txBody>
                    <a:bodyPr/>
                    <a:lstStyle/>
                    <a:p>
                      <a:pPr algn="l" fontAlgn="t"/>
                      <a:r>
                        <a:rPr lang="it-IT" sz="1100" b="0" i="0" u="none" strike="noStrike">
                          <a:solidFill>
                            <a:srgbClr val="000000"/>
                          </a:solidFill>
                          <a:effectLst/>
                          <a:latin typeface="Calibri" panose="020F0502020204030204" pitchFamily="34" charset="0"/>
                        </a:rPr>
                        <a:t> </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algn="l" fontAlgn="t"/>
                      <a:r>
                        <a:rPr lang="it-IT" sz="1100" b="0" i="0" u="none" strike="noStrike">
                          <a:solidFill>
                            <a:srgbClr val="000000"/>
                          </a:solidFill>
                          <a:effectLst/>
                          <a:latin typeface="Calibri" panose="020F0502020204030204" pitchFamily="34" charset="0"/>
                        </a:rPr>
                        <a:t> </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83811823"/>
                  </a:ext>
                </a:extLst>
              </a:tr>
              <a:tr h="173268">
                <a:tc>
                  <a:txBody>
                    <a:bodyPr/>
                    <a:lstStyle/>
                    <a:p>
                      <a:pPr algn="l" fontAlgn="t"/>
                      <a:r>
                        <a:rPr lang="it-IT" sz="1100" b="0" i="0" u="none" strike="noStrike">
                          <a:solidFill>
                            <a:srgbClr val="000000"/>
                          </a:solidFill>
                          <a:effectLst/>
                          <a:latin typeface="Calibri" panose="020F0502020204030204" pitchFamily="34" charset="0"/>
                        </a:rPr>
                        <a:t> </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algn="l" fontAlgn="t"/>
                      <a:r>
                        <a:rPr lang="it-IT" sz="1100" b="0" i="0" u="none" strike="noStrike">
                          <a:solidFill>
                            <a:srgbClr val="000000"/>
                          </a:solidFill>
                          <a:effectLst/>
                          <a:latin typeface="Calibri" panose="020F0502020204030204" pitchFamily="34" charset="0"/>
                        </a:rPr>
                        <a:t> </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228095491"/>
                  </a:ext>
                </a:extLst>
              </a:tr>
              <a:tr h="173268">
                <a:tc>
                  <a:txBody>
                    <a:bodyPr/>
                    <a:lstStyle/>
                    <a:p>
                      <a:pPr algn="l" fontAlgn="t"/>
                      <a:r>
                        <a:rPr lang="it-IT" sz="1100" b="0" i="0" u="none" strike="noStrike">
                          <a:solidFill>
                            <a:srgbClr val="000000"/>
                          </a:solidFill>
                          <a:effectLst/>
                          <a:latin typeface="Calibri" panose="020F0502020204030204" pitchFamily="34" charset="0"/>
                        </a:rPr>
                        <a:t> </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algn="l" fontAlgn="t"/>
                      <a:r>
                        <a:rPr lang="it-IT" sz="1100" b="0" i="0" u="none" strike="noStrike">
                          <a:solidFill>
                            <a:srgbClr val="000000"/>
                          </a:solidFill>
                          <a:effectLst/>
                          <a:latin typeface="Calibri" panose="020F0502020204030204" pitchFamily="34" charset="0"/>
                        </a:rPr>
                        <a:t> </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77418168"/>
                  </a:ext>
                </a:extLst>
              </a:tr>
              <a:tr h="173268">
                <a:tc>
                  <a:txBody>
                    <a:bodyPr/>
                    <a:lstStyle/>
                    <a:p>
                      <a:pPr algn="l" fontAlgn="b"/>
                      <a:r>
                        <a:rPr lang="it-IT" sz="1100" b="0" i="0" u="none" strike="noStrike" dirty="0">
                          <a:solidFill>
                            <a:schemeClr val="bg1"/>
                          </a:solidFill>
                          <a:effectLst/>
                          <a:latin typeface="Calibri" panose="020F0502020204030204" pitchFamily="34" charset="0"/>
                        </a:rPr>
                        <a:t>Totale Anomalie</a:t>
                      </a:r>
                    </a:p>
                  </a:txBody>
                  <a:tcPr marL="0" marR="0" marT="0" marB="0" anchor="b">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lumMod val="50000"/>
                      </a:schemeClr>
                    </a:solidFill>
                  </a:tcPr>
                </a:tc>
                <a:tc>
                  <a:txBody>
                    <a:bodyPr/>
                    <a:lstStyle/>
                    <a:p>
                      <a:pPr algn="l" fontAlgn="b"/>
                      <a:endParaRPr lang="it-IT" sz="1100" b="0" i="0" u="none" strike="noStrike" dirty="0">
                        <a:solidFill>
                          <a:srgbClr val="000000"/>
                        </a:solidFill>
                        <a:effectLst/>
                        <a:latin typeface="Calibri" panose="020F0502020204030204" pitchFamily="34" charset="0"/>
                      </a:endParaRPr>
                    </a:p>
                  </a:txBody>
                  <a:tcPr marL="0" marR="0" marT="0" marB="0" anchor="b">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375470317"/>
                  </a:ext>
                </a:extLst>
              </a:tr>
            </a:tbl>
          </a:graphicData>
        </a:graphic>
      </p:graphicFrame>
      <p:sp>
        <p:nvSpPr>
          <p:cNvPr id="5" name="CasellaDiTesto 4">
            <a:extLst>
              <a:ext uri="{FF2B5EF4-FFF2-40B4-BE49-F238E27FC236}">
                <a16:creationId xmlns:a16="http://schemas.microsoft.com/office/drawing/2014/main" id="{461FD51C-4FA5-7204-2A3F-7BCF1DD3FDD8}"/>
              </a:ext>
            </a:extLst>
          </p:cNvPr>
          <p:cNvSpPr txBox="1"/>
          <p:nvPr/>
        </p:nvSpPr>
        <p:spPr>
          <a:xfrm>
            <a:off x="10125512" y="60194"/>
            <a:ext cx="2030136" cy="369332"/>
          </a:xfrm>
          <a:prstGeom prst="rect">
            <a:avLst/>
          </a:prstGeom>
          <a:noFill/>
        </p:spPr>
        <p:txBody>
          <a:bodyPr wrap="square" rtlCol="0">
            <a:spAutoFit/>
          </a:bodyPr>
          <a:lstStyle/>
          <a:p>
            <a:r>
              <a:rPr lang="it-IT" dirty="0">
                <a:solidFill>
                  <a:srgbClr val="C00000"/>
                </a:solidFill>
              </a:rPr>
              <a:t>REPORT MANUALE</a:t>
            </a:r>
          </a:p>
        </p:txBody>
      </p:sp>
      <p:sp>
        <p:nvSpPr>
          <p:cNvPr id="9" name="Rectangle: Rounded Corners 8">
            <a:extLst>
              <a:ext uri="{FF2B5EF4-FFF2-40B4-BE49-F238E27FC236}">
                <a16:creationId xmlns:a16="http://schemas.microsoft.com/office/drawing/2014/main" id="{08DAF3D8-9045-4FF8-BED1-F30127A09529}"/>
              </a:ext>
            </a:extLst>
          </p:cNvPr>
          <p:cNvSpPr/>
          <p:nvPr/>
        </p:nvSpPr>
        <p:spPr>
          <a:xfrm>
            <a:off x="8651885" y="884071"/>
            <a:ext cx="3168640" cy="557727"/>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i="1" dirty="0">
                <a:solidFill>
                  <a:schemeClr val="tx2"/>
                </a:solidFill>
                <a:sym typeface="Wingdings" panose="05000000000000000000" pitchFamily="2" charset="2"/>
              </a:rPr>
              <a:t>Art. 24.4”: le </a:t>
            </a:r>
            <a:r>
              <a:rPr lang="en-US" sz="1200" b="1" i="1" dirty="0" err="1">
                <a:solidFill>
                  <a:schemeClr val="tx2"/>
                </a:solidFill>
                <a:sym typeface="Wingdings" panose="05000000000000000000" pitchFamily="2" charset="2"/>
              </a:rPr>
              <a:t>soglie</a:t>
            </a:r>
            <a:r>
              <a:rPr lang="en-US" sz="1200" b="1" i="1" dirty="0">
                <a:solidFill>
                  <a:schemeClr val="tx2"/>
                </a:solidFill>
                <a:sym typeface="Wingdings" panose="05000000000000000000" pitchFamily="2" charset="2"/>
              </a:rPr>
              <a:t> </a:t>
            </a:r>
            <a:r>
              <a:rPr lang="en-US" sz="1200" b="1" i="1" dirty="0" err="1">
                <a:solidFill>
                  <a:schemeClr val="tx2"/>
                </a:solidFill>
                <a:sym typeface="Wingdings" panose="05000000000000000000" pitchFamily="2" charset="2"/>
              </a:rPr>
              <a:t>verranno</a:t>
            </a:r>
            <a:r>
              <a:rPr lang="en-US" sz="1200" b="1" i="1" dirty="0">
                <a:solidFill>
                  <a:schemeClr val="tx2"/>
                </a:solidFill>
                <a:sym typeface="Wingdings" panose="05000000000000000000" pitchFamily="2" charset="2"/>
              </a:rPr>
              <a:t> </a:t>
            </a:r>
            <a:r>
              <a:rPr lang="en-US" sz="1200" b="1" i="1" dirty="0" err="1">
                <a:solidFill>
                  <a:schemeClr val="tx2"/>
                </a:solidFill>
                <a:sym typeface="Wingdings" panose="05000000000000000000" pitchFamily="2" charset="2"/>
              </a:rPr>
              <a:t>ricalcolate</a:t>
            </a:r>
            <a:r>
              <a:rPr lang="en-US" sz="1200" b="1" i="1" dirty="0">
                <a:solidFill>
                  <a:schemeClr val="tx2"/>
                </a:solidFill>
                <a:sym typeface="Wingdings" panose="05000000000000000000" pitchFamily="2" charset="2"/>
              </a:rPr>
              <a:t> a </a:t>
            </a:r>
            <a:r>
              <a:rPr lang="en-US" sz="1200" b="1" i="1" dirty="0" err="1">
                <a:solidFill>
                  <a:schemeClr val="tx2"/>
                </a:solidFill>
                <a:sym typeface="Wingdings" panose="05000000000000000000" pitchFamily="2" charset="2"/>
              </a:rPr>
              <a:t>fronte</a:t>
            </a:r>
            <a:r>
              <a:rPr lang="en-US" sz="1200" b="1" i="1" dirty="0">
                <a:solidFill>
                  <a:schemeClr val="tx2"/>
                </a:solidFill>
                <a:sym typeface="Wingdings" panose="05000000000000000000" pitchFamily="2" charset="2"/>
              </a:rPr>
              <a:t> </a:t>
            </a:r>
            <a:r>
              <a:rPr lang="en-US" sz="1200" b="1" i="1" dirty="0" err="1">
                <a:solidFill>
                  <a:schemeClr val="tx2"/>
                </a:solidFill>
                <a:sym typeface="Wingdings" panose="05000000000000000000" pitchFamily="2" charset="2"/>
              </a:rPr>
              <a:t>della</a:t>
            </a:r>
            <a:r>
              <a:rPr lang="en-US" sz="1200" b="1" i="1" dirty="0">
                <a:solidFill>
                  <a:schemeClr val="tx2"/>
                </a:solidFill>
                <a:sym typeface="Wingdings" panose="05000000000000000000" pitchFamily="2" charset="2"/>
              </a:rPr>
              <a:t> </a:t>
            </a:r>
            <a:r>
              <a:rPr lang="en-US" sz="1200" b="1" i="1" dirty="0" err="1">
                <a:solidFill>
                  <a:schemeClr val="tx2"/>
                </a:solidFill>
                <a:sym typeface="Wingdings" panose="05000000000000000000" pitchFamily="2" charset="2"/>
              </a:rPr>
              <a:t>presenza</a:t>
            </a:r>
            <a:r>
              <a:rPr lang="en-US" sz="1200" b="1" i="1" dirty="0">
                <a:solidFill>
                  <a:schemeClr val="tx2"/>
                </a:solidFill>
                <a:sym typeface="Wingdings" panose="05000000000000000000" pitchFamily="2" charset="2"/>
              </a:rPr>
              <a:t> di incident </a:t>
            </a:r>
            <a:r>
              <a:rPr lang="en-US" sz="1200" b="1" i="1" dirty="0" err="1">
                <a:solidFill>
                  <a:schemeClr val="tx2"/>
                </a:solidFill>
                <a:sym typeface="Wingdings" panose="05000000000000000000" pitchFamily="2" charset="2"/>
              </a:rPr>
              <a:t>trasversali</a:t>
            </a:r>
            <a:endParaRPr lang="en-US" sz="1200" b="1" i="1" dirty="0">
              <a:solidFill>
                <a:schemeClr val="tx2"/>
              </a:solidFill>
            </a:endParaRPr>
          </a:p>
        </p:txBody>
      </p:sp>
    </p:spTree>
    <p:extLst>
      <p:ext uri="{BB962C8B-B14F-4D97-AF65-F5344CB8AC3E}">
        <p14:creationId xmlns:p14="http://schemas.microsoft.com/office/powerpoint/2010/main" val="27003022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testo 1">
            <a:extLst>
              <a:ext uri="{FF2B5EF4-FFF2-40B4-BE49-F238E27FC236}">
                <a16:creationId xmlns:a16="http://schemas.microsoft.com/office/drawing/2014/main" id="{C1FC055D-BC62-C270-6669-7320F79D9E8A}"/>
              </a:ext>
            </a:extLst>
          </p:cNvPr>
          <p:cNvSpPr>
            <a:spLocks noGrp="1"/>
          </p:cNvSpPr>
          <p:nvPr>
            <p:ph type="body" sz="quarter" idx="10"/>
          </p:nvPr>
        </p:nvSpPr>
        <p:spPr/>
        <p:txBody>
          <a:bodyPr/>
          <a:lstStyle/>
          <a:p>
            <a:r>
              <a:rPr lang="it-IT" dirty="0"/>
              <a:t>Template SLA – T7</a:t>
            </a:r>
          </a:p>
          <a:p>
            <a:r>
              <a:rPr lang="it-IT" dirty="0"/>
              <a:t>AAAA – </a:t>
            </a:r>
            <a:r>
              <a:rPr kumimoji="0" lang="it-IT" sz="2400" b="1" i="0" u="none" strike="noStrike" kern="0" cap="none" spc="0" normalizeH="0" baseline="0" noProof="0" dirty="0">
                <a:ln>
                  <a:noFill/>
                </a:ln>
                <a:solidFill>
                  <a:schemeClr val="accent6">
                    <a:lumMod val="50000"/>
                  </a:schemeClr>
                </a:solidFill>
                <a:effectLst/>
                <a:uLnTx/>
                <a:uFillTx/>
                <a:ea typeface="Verdana" panose="020B0604030504040204" pitchFamily="34" charset="0"/>
                <a:cs typeface="+mn-cs"/>
              </a:rPr>
              <a:t>Tempo di predisposizione degli studi di fattibilità (ID128)</a:t>
            </a:r>
          </a:p>
          <a:p>
            <a:endParaRPr lang="it-IT" dirty="0"/>
          </a:p>
        </p:txBody>
      </p:sp>
      <p:sp>
        <p:nvSpPr>
          <p:cNvPr id="6" name="CasellaDiTesto 5">
            <a:extLst>
              <a:ext uri="{FF2B5EF4-FFF2-40B4-BE49-F238E27FC236}">
                <a16:creationId xmlns:a16="http://schemas.microsoft.com/office/drawing/2014/main" id="{3492011C-4B6C-BD8C-6465-442E8F4D89F6}"/>
              </a:ext>
            </a:extLst>
          </p:cNvPr>
          <p:cNvSpPr txBox="1"/>
          <p:nvPr/>
        </p:nvSpPr>
        <p:spPr>
          <a:xfrm>
            <a:off x="371474" y="1540855"/>
            <a:ext cx="2296225" cy="369332"/>
          </a:xfrm>
          <a:prstGeom prst="rect">
            <a:avLst/>
          </a:prstGeom>
          <a:noFill/>
        </p:spPr>
        <p:txBody>
          <a:bodyPr wrap="square" rtlCol="0">
            <a:spAutoFit/>
          </a:bodyPr>
          <a:lstStyle/>
          <a:p>
            <a:r>
              <a:rPr lang="it-IT" dirty="0"/>
              <a:t>TAB 1</a:t>
            </a:r>
          </a:p>
        </p:txBody>
      </p:sp>
      <p:sp>
        <p:nvSpPr>
          <p:cNvPr id="3" name="CasellaDiTesto 2">
            <a:extLst>
              <a:ext uri="{FF2B5EF4-FFF2-40B4-BE49-F238E27FC236}">
                <a16:creationId xmlns:a16="http://schemas.microsoft.com/office/drawing/2014/main" id="{B8039B40-29BC-F8F4-729D-2D4642752091}"/>
              </a:ext>
            </a:extLst>
          </p:cNvPr>
          <p:cNvSpPr txBox="1"/>
          <p:nvPr/>
        </p:nvSpPr>
        <p:spPr>
          <a:xfrm>
            <a:off x="371474" y="3916308"/>
            <a:ext cx="5724526" cy="369332"/>
          </a:xfrm>
          <a:prstGeom prst="rect">
            <a:avLst/>
          </a:prstGeom>
          <a:noFill/>
        </p:spPr>
        <p:txBody>
          <a:bodyPr wrap="square" rtlCol="0">
            <a:spAutoFit/>
          </a:bodyPr>
          <a:lstStyle/>
          <a:p>
            <a:r>
              <a:rPr lang="it-IT" dirty="0"/>
              <a:t>Dettaglio studi di fattibilità</a:t>
            </a:r>
          </a:p>
        </p:txBody>
      </p:sp>
      <p:graphicFrame>
        <p:nvGraphicFramePr>
          <p:cNvPr id="4" name="Tabella 3">
            <a:extLst>
              <a:ext uri="{FF2B5EF4-FFF2-40B4-BE49-F238E27FC236}">
                <a16:creationId xmlns:a16="http://schemas.microsoft.com/office/drawing/2014/main" id="{1641359A-FA67-25BA-58BD-1163BF629362}"/>
              </a:ext>
            </a:extLst>
          </p:cNvPr>
          <p:cNvGraphicFramePr>
            <a:graphicFrameLocks noGrp="1"/>
          </p:cNvGraphicFramePr>
          <p:nvPr/>
        </p:nvGraphicFramePr>
        <p:xfrm>
          <a:off x="488920" y="4405234"/>
          <a:ext cx="10106375" cy="877221"/>
        </p:xfrm>
        <a:graphic>
          <a:graphicData uri="http://schemas.openxmlformats.org/drawingml/2006/table">
            <a:tbl>
              <a:tblPr>
                <a:tableStyleId>{5C22544A-7EE6-4342-B048-85BDC9FD1C3A}</a:tableStyleId>
              </a:tblPr>
              <a:tblGrid>
                <a:gridCol w="3588371">
                  <a:extLst>
                    <a:ext uri="{9D8B030D-6E8A-4147-A177-3AD203B41FA5}">
                      <a16:colId xmlns:a16="http://schemas.microsoft.com/office/drawing/2014/main" val="1213282440"/>
                    </a:ext>
                  </a:extLst>
                </a:gridCol>
                <a:gridCol w="2675461">
                  <a:extLst>
                    <a:ext uri="{9D8B030D-6E8A-4147-A177-3AD203B41FA5}">
                      <a16:colId xmlns:a16="http://schemas.microsoft.com/office/drawing/2014/main" val="4133083591"/>
                    </a:ext>
                  </a:extLst>
                </a:gridCol>
                <a:gridCol w="2185136">
                  <a:extLst>
                    <a:ext uri="{9D8B030D-6E8A-4147-A177-3AD203B41FA5}">
                      <a16:colId xmlns:a16="http://schemas.microsoft.com/office/drawing/2014/main" val="1806905419"/>
                    </a:ext>
                  </a:extLst>
                </a:gridCol>
                <a:gridCol w="1657407">
                  <a:extLst>
                    <a:ext uri="{9D8B030D-6E8A-4147-A177-3AD203B41FA5}">
                      <a16:colId xmlns:a16="http://schemas.microsoft.com/office/drawing/2014/main" val="2524262739"/>
                    </a:ext>
                  </a:extLst>
                </a:gridCol>
              </a:tblGrid>
              <a:tr h="123280">
                <a:tc>
                  <a:txBody>
                    <a:bodyPr/>
                    <a:lstStyle/>
                    <a:p>
                      <a:pPr algn="l" fontAlgn="b"/>
                      <a:r>
                        <a:rPr lang="it-IT" sz="1100" b="0" i="0" u="none" strike="noStrike" dirty="0">
                          <a:solidFill>
                            <a:srgbClr val="FFFFFF"/>
                          </a:solidFill>
                          <a:effectLst/>
                          <a:latin typeface="Calibri" panose="020F0502020204030204" pitchFamily="34" charset="0"/>
                        </a:rPr>
                        <a:t>Totale studi di fattibilità consegnati</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rgbClr val="002060"/>
                    </a:solidFill>
                  </a:tcPr>
                </a:tc>
                <a:tc>
                  <a:txBody>
                    <a:bodyPr/>
                    <a:lstStyle/>
                    <a:p>
                      <a:pPr algn="l" fontAlgn="b"/>
                      <a:r>
                        <a:rPr lang="it-IT" sz="1100" b="0" i="0" u="none" strike="noStrike" dirty="0">
                          <a:solidFill>
                            <a:srgbClr val="000000"/>
                          </a:solidFill>
                          <a:effectLst/>
                          <a:latin typeface="Calibri" panose="020F0502020204030204" pitchFamily="34" charset="0"/>
                        </a:rPr>
                        <a:t> </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pPr algn="l" fontAlgn="b"/>
                      <a:r>
                        <a:rPr lang="it-IT" sz="1100" b="0" i="0" u="none" strike="noStrike">
                          <a:solidFill>
                            <a:srgbClr val="000000"/>
                          </a:solidFill>
                          <a:effectLst/>
                          <a:latin typeface="Calibri" panose="020F0502020204030204" pitchFamily="34" charset="0"/>
                        </a:rPr>
                        <a:t> </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pPr algn="l" fontAlgn="b"/>
                      <a:r>
                        <a:rPr lang="it-IT" sz="1100" b="0" i="0" u="none" strike="noStrike">
                          <a:solidFill>
                            <a:srgbClr val="000000"/>
                          </a:solidFill>
                          <a:effectLst/>
                          <a:latin typeface="Calibri" panose="020F0502020204030204" pitchFamily="34" charset="0"/>
                        </a:rPr>
                        <a:t> </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141734531"/>
                  </a:ext>
                </a:extLst>
              </a:tr>
              <a:tr h="145957">
                <a:tc>
                  <a:txBody>
                    <a:bodyPr/>
                    <a:lstStyle/>
                    <a:p>
                      <a:pPr algn="l" fontAlgn="b"/>
                      <a:r>
                        <a:rPr lang="it-IT" sz="1100" b="0" i="0" u="none" strike="noStrike" kern="1200" dirty="0">
                          <a:solidFill>
                            <a:schemeClr val="bg1"/>
                          </a:solidFill>
                          <a:effectLst/>
                          <a:latin typeface="Calibri" panose="020F0502020204030204" pitchFamily="34" charset="0"/>
                          <a:ea typeface="+mn-ea"/>
                          <a:cs typeface="+mn-cs"/>
                        </a:rPr>
                        <a:t>Totale studi di fattibilità consegnati come da pianificazione</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1">
                        <a:lumMod val="50000"/>
                      </a:schemeClr>
                    </a:solidFill>
                  </a:tcPr>
                </a:tc>
                <a:tc>
                  <a:txBody>
                    <a:bodyPr/>
                    <a:lstStyle/>
                    <a:p>
                      <a:pPr algn="l" fontAlgn="b"/>
                      <a:r>
                        <a:rPr lang="it-IT" sz="1100" b="0" i="0" u="none" strike="noStrike" dirty="0">
                          <a:solidFill>
                            <a:srgbClr val="000000"/>
                          </a:solidFill>
                          <a:effectLst/>
                          <a:latin typeface="Calibri" panose="020F0502020204030204" pitchFamily="34" charset="0"/>
                        </a:rPr>
                        <a:t> </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pPr algn="l" fontAlgn="b"/>
                      <a:r>
                        <a:rPr lang="it-IT" sz="1100" b="0" i="0" u="none" strike="noStrike" dirty="0">
                          <a:solidFill>
                            <a:srgbClr val="000000"/>
                          </a:solidFill>
                          <a:effectLst/>
                          <a:latin typeface="Calibri" panose="020F0502020204030204" pitchFamily="34" charset="0"/>
                        </a:rPr>
                        <a:t> </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pPr algn="l" fontAlgn="b"/>
                      <a:r>
                        <a:rPr lang="it-IT" sz="1100" b="0" i="0" u="none" strike="noStrike" dirty="0">
                          <a:solidFill>
                            <a:srgbClr val="000000"/>
                          </a:solidFill>
                          <a:effectLst/>
                          <a:latin typeface="Calibri" panose="020F0502020204030204" pitchFamily="34" charset="0"/>
                        </a:rPr>
                        <a:t> </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900286593"/>
                  </a:ext>
                </a:extLst>
              </a:tr>
              <a:tr h="180647">
                <a:tc>
                  <a:txBody>
                    <a:bodyPr/>
                    <a:lstStyle/>
                    <a:p>
                      <a:pPr algn="l" fontAlgn="b"/>
                      <a:r>
                        <a:rPr lang="it-IT" sz="1100" b="0" i="0" u="none" strike="noStrike" kern="1200" dirty="0">
                          <a:solidFill>
                            <a:schemeClr val="bg1"/>
                          </a:solidFill>
                          <a:effectLst/>
                          <a:latin typeface="Calibri" panose="020F0502020204030204" pitchFamily="34" charset="0"/>
                          <a:ea typeface="+mn-ea"/>
                          <a:cs typeface="+mn-cs"/>
                        </a:rPr>
                        <a:t>% studi di fattibilità evasi come da </a:t>
                      </a:r>
                      <a:r>
                        <a:rPr lang="it-IT" sz="1100" b="0" i="0" u="none" strike="noStrike" kern="1200" dirty="0">
                          <a:solidFill>
                            <a:srgbClr val="FFFFFF"/>
                          </a:solidFill>
                          <a:effectLst/>
                          <a:latin typeface="Calibri" panose="020F0502020204030204" pitchFamily="34" charset="0"/>
                          <a:ea typeface="+mn-ea"/>
                          <a:cs typeface="+mn-cs"/>
                        </a:rPr>
                        <a:t>pianificazione</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1">
                        <a:lumMod val="50000"/>
                      </a:schemeClr>
                    </a:solidFill>
                  </a:tcPr>
                </a:tc>
                <a:tc>
                  <a:txBody>
                    <a:bodyPr/>
                    <a:lstStyle/>
                    <a:p>
                      <a:pPr algn="l" fontAlgn="b"/>
                      <a:r>
                        <a:rPr lang="it-IT" sz="1100" b="0" i="0" u="none" strike="noStrike" dirty="0">
                          <a:solidFill>
                            <a:srgbClr val="000000"/>
                          </a:solidFill>
                          <a:effectLst/>
                          <a:latin typeface="Calibri" panose="020F0502020204030204" pitchFamily="34" charset="0"/>
                        </a:rPr>
                        <a:t> </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lang="it-IT" sz="1100" b="0" i="0" u="none" strike="noStrike" dirty="0">
                          <a:solidFill>
                            <a:srgbClr val="000000"/>
                          </a:solidFill>
                          <a:effectLst/>
                          <a:latin typeface="Calibri" panose="020F0502020204030204" pitchFamily="34" charset="0"/>
                        </a:rPr>
                        <a:t> </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lang="it-IT" sz="1100" b="0" i="0" u="none" strike="noStrike" dirty="0">
                          <a:solidFill>
                            <a:srgbClr val="000000"/>
                          </a:solidFill>
                          <a:effectLst/>
                          <a:latin typeface="Calibri" panose="020F0502020204030204" pitchFamily="34" charset="0"/>
                        </a:rPr>
                        <a:t> </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955773031"/>
                  </a:ext>
                </a:extLst>
              </a:tr>
              <a:tr h="180647">
                <a:tc>
                  <a:txBody>
                    <a:bodyPr/>
                    <a:lstStyle/>
                    <a:p>
                      <a:pPr algn="l" fontAlgn="b"/>
                      <a:r>
                        <a:rPr lang="it-IT" sz="1100" b="0" i="0" u="none" strike="noStrike" kern="1200" dirty="0">
                          <a:solidFill>
                            <a:schemeClr val="bg1"/>
                          </a:solidFill>
                          <a:effectLst/>
                          <a:latin typeface="Calibri" panose="020F0502020204030204" pitchFamily="34" charset="0"/>
                          <a:ea typeface="+mn-ea"/>
                          <a:cs typeface="+mn-cs"/>
                        </a:rPr>
                        <a:t>Totale studi di fattibilità accettati (entro 1 mese)</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1">
                        <a:lumMod val="50000"/>
                      </a:schemeClr>
                    </a:solidFill>
                  </a:tcPr>
                </a:tc>
                <a:tc>
                  <a:txBody>
                    <a:bodyPr/>
                    <a:lstStyle/>
                    <a:p>
                      <a:pPr algn="l" fontAlgn="b"/>
                      <a:r>
                        <a:rPr lang="it-IT" sz="1100" b="0" i="0" u="none" strike="noStrike" dirty="0">
                          <a:solidFill>
                            <a:srgbClr val="000000"/>
                          </a:solidFill>
                          <a:effectLst/>
                          <a:latin typeface="Calibri" panose="020F0502020204030204" pitchFamily="34" charset="0"/>
                        </a:rPr>
                        <a:t> </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lang="it-IT" sz="1100" b="0" i="0" u="none" strike="noStrike" dirty="0">
                          <a:solidFill>
                            <a:srgbClr val="000000"/>
                          </a:solidFill>
                          <a:effectLst/>
                          <a:latin typeface="Calibri" panose="020F0502020204030204" pitchFamily="34" charset="0"/>
                        </a:rPr>
                        <a:t> </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lang="it-IT" sz="1100" b="0" i="0" u="none" strike="noStrike" dirty="0">
                          <a:solidFill>
                            <a:srgbClr val="000000"/>
                          </a:solidFill>
                          <a:effectLst/>
                          <a:latin typeface="Calibri" panose="020F0502020204030204" pitchFamily="34" charset="0"/>
                        </a:rPr>
                        <a:t> </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259141730"/>
                  </a:ext>
                </a:extLst>
              </a:tr>
              <a:tr h="180647">
                <a:tc>
                  <a:txBody>
                    <a:bodyPr/>
                    <a:lstStyle/>
                    <a:p>
                      <a:pPr algn="l" fontAlgn="b"/>
                      <a:r>
                        <a:rPr lang="it-IT" sz="1100" b="0" i="0" u="none" strike="noStrike" kern="1200" dirty="0">
                          <a:solidFill>
                            <a:schemeClr val="bg1"/>
                          </a:solidFill>
                          <a:effectLst/>
                          <a:latin typeface="Calibri" panose="020F0502020204030204" pitchFamily="34" charset="0"/>
                          <a:ea typeface="+mn-ea"/>
                          <a:cs typeface="+mn-cs"/>
                        </a:rPr>
                        <a:t>% di accettazione studi di fattibilità</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1">
                        <a:lumMod val="50000"/>
                      </a:schemeClr>
                    </a:solidFill>
                  </a:tcPr>
                </a:tc>
                <a:tc>
                  <a:txBody>
                    <a:bodyPr/>
                    <a:lstStyle/>
                    <a:p>
                      <a:pPr algn="l" fontAlgn="b"/>
                      <a:r>
                        <a:rPr lang="it-IT" sz="1100" b="0" i="0" u="none" strike="noStrike" dirty="0">
                          <a:solidFill>
                            <a:srgbClr val="000000"/>
                          </a:solidFill>
                          <a:effectLst/>
                          <a:latin typeface="Calibri" panose="020F0502020204030204" pitchFamily="34" charset="0"/>
                        </a:rPr>
                        <a:t> </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lang="it-IT" sz="1100" b="0" i="0" u="none" strike="noStrike" dirty="0">
                          <a:solidFill>
                            <a:srgbClr val="000000"/>
                          </a:solidFill>
                          <a:effectLst/>
                          <a:latin typeface="Calibri" panose="020F0502020204030204" pitchFamily="34" charset="0"/>
                        </a:rPr>
                        <a:t> </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fontAlgn="b"/>
                      <a:r>
                        <a:rPr lang="it-IT" sz="1100" b="0" i="0" u="none" strike="noStrike" dirty="0">
                          <a:solidFill>
                            <a:srgbClr val="000000"/>
                          </a:solidFill>
                          <a:effectLst/>
                          <a:latin typeface="Calibri" panose="020F0502020204030204" pitchFamily="34" charset="0"/>
                        </a:rPr>
                        <a:t> </a:t>
                      </a:r>
                    </a:p>
                  </a:txBody>
                  <a:tcPr marL="0" marR="0" marT="0" marB="0" anchor="b">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244808467"/>
                  </a:ext>
                </a:extLst>
              </a:tr>
            </a:tbl>
          </a:graphicData>
        </a:graphic>
      </p:graphicFrame>
      <p:graphicFrame>
        <p:nvGraphicFramePr>
          <p:cNvPr id="8" name="Tabella 7">
            <a:extLst>
              <a:ext uri="{FF2B5EF4-FFF2-40B4-BE49-F238E27FC236}">
                <a16:creationId xmlns:a16="http://schemas.microsoft.com/office/drawing/2014/main" id="{A33B70EA-3BE1-B63B-473F-77361CB5502F}"/>
              </a:ext>
            </a:extLst>
          </p:cNvPr>
          <p:cNvGraphicFramePr>
            <a:graphicFrameLocks noGrp="1"/>
          </p:cNvGraphicFramePr>
          <p:nvPr/>
        </p:nvGraphicFramePr>
        <p:xfrm>
          <a:off x="488920" y="1910187"/>
          <a:ext cx="10861385" cy="1721424"/>
        </p:xfrm>
        <a:graphic>
          <a:graphicData uri="http://schemas.openxmlformats.org/drawingml/2006/table">
            <a:tbl>
              <a:tblPr>
                <a:tableStyleId>{5C22544A-7EE6-4342-B048-85BDC9FD1C3A}</a:tableStyleId>
              </a:tblPr>
              <a:tblGrid>
                <a:gridCol w="4074691">
                  <a:extLst>
                    <a:ext uri="{9D8B030D-6E8A-4147-A177-3AD203B41FA5}">
                      <a16:colId xmlns:a16="http://schemas.microsoft.com/office/drawing/2014/main" val="2324477315"/>
                    </a:ext>
                  </a:extLst>
                </a:gridCol>
                <a:gridCol w="1208015">
                  <a:extLst>
                    <a:ext uri="{9D8B030D-6E8A-4147-A177-3AD203B41FA5}">
                      <a16:colId xmlns:a16="http://schemas.microsoft.com/office/drawing/2014/main" val="3597743232"/>
                    </a:ext>
                  </a:extLst>
                </a:gridCol>
                <a:gridCol w="1359016">
                  <a:extLst>
                    <a:ext uri="{9D8B030D-6E8A-4147-A177-3AD203B41FA5}">
                      <a16:colId xmlns:a16="http://schemas.microsoft.com/office/drawing/2014/main" val="147304311"/>
                    </a:ext>
                  </a:extLst>
                </a:gridCol>
                <a:gridCol w="1585520">
                  <a:extLst>
                    <a:ext uri="{9D8B030D-6E8A-4147-A177-3AD203B41FA5}">
                      <a16:colId xmlns:a16="http://schemas.microsoft.com/office/drawing/2014/main" val="3816224970"/>
                    </a:ext>
                  </a:extLst>
                </a:gridCol>
                <a:gridCol w="1459684">
                  <a:extLst>
                    <a:ext uri="{9D8B030D-6E8A-4147-A177-3AD203B41FA5}">
                      <a16:colId xmlns:a16="http://schemas.microsoft.com/office/drawing/2014/main" val="4006317800"/>
                    </a:ext>
                  </a:extLst>
                </a:gridCol>
                <a:gridCol w="1174459">
                  <a:extLst>
                    <a:ext uri="{9D8B030D-6E8A-4147-A177-3AD203B41FA5}">
                      <a16:colId xmlns:a16="http://schemas.microsoft.com/office/drawing/2014/main" val="1444474217"/>
                    </a:ext>
                  </a:extLst>
                </a:gridCol>
              </a:tblGrid>
              <a:tr h="173268">
                <a:tc>
                  <a:txBody>
                    <a:bodyPr/>
                    <a:lstStyle/>
                    <a:p>
                      <a:pPr algn="l" fontAlgn="b"/>
                      <a:r>
                        <a:rPr lang="it-IT" sz="1100" b="0" i="0" u="none" strike="noStrike" dirty="0">
                          <a:solidFill>
                            <a:srgbClr val="FFFFFF"/>
                          </a:solidFill>
                          <a:effectLst/>
                          <a:latin typeface="Calibri" panose="020F0502020204030204" pitchFamily="34" charset="0"/>
                        </a:rPr>
                        <a:t>Nome iniziativa</a:t>
                      </a:r>
                    </a:p>
                  </a:txBody>
                  <a:tcPr marL="0" marR="0" marT="0" marB="0" anchor="b">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rgbClr val="002060"/>
                    </a:solidFill>
                  </a:tcPr>
                </a:tc>
                <a:tc>
                  <a:txBody>
                    <a:bodyPr/>
                    <a:lstStyle/>
                    <a:p>
                      <a:pPr algn="l" fontAlgn="b"/>
                      <a:r>
                        <a:rPr lang="it-IT" sz="1100" b="0" i="0" u="none" strike="noStrike">
                          <a:solidFill>
                            <a:srgbClr val="FFFFFF"/>
                          </a:solidFill>
                          <a:effectLst/>
                          <a:latin typeface="Calibri" panose="020F0502020204030204" pitchFamily="34" charset="0"/>
                        </a:rPr>
                        <a:t>Data consegna requisito</a:t>
                      </a:r>
                    </a:p>
                  </a:txBody>
                  <a:tcPr marL="0" marR="0" marT="0" marB="0" anchor="b">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rgbClr val="002060"/>
                    </a:solidFill>
                  </a:tcPr>
                </a:tc>
                <a:tc>
                  <a:txBody>
                    <a:bodyPr/>
                    <a:lstStyle/>
                    <a:p>
                      <a:pPr algn="l" fontAlgn="b"/>
                      <a:r>
                        <a:rPr lang="it-IT" sz="1100" b="0" i="0" u="none" strike="noStrike">
                          <a:solidFill>
                            <a:srgbClr val="FFFFFF"/>
                          </a:solidFill>
                          <a:effectLst/>
                          <a:latin typeface="Calibri" panose="020F0502020204030204" pitchFamily="34" charset="0"/>
                        </a:rPr>
                        <a:t>Data approvazione requisito</a:t>
                      </a:r>
                    </a:p>
                  </a:txBody>
                  <a:tcPr marL="0" marR="0" marT="0" marB="0" anchor="b">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rgbClr val="002060"/>
                    </a:solidFill>
                  </a:tcPr>
                </a:tc>
                <a:tc>
                  <a:txBody>
                    <a:bodyPr/>
                    <a:lstStyle/>
                    <a:p>
                      <a:pPr algn="l" fontAlgn="b"/>
                      <a:r>
                        <a:rPr lang="it-IT" sz="1100" b="0" i="0" u="none" strike="noStrike" dirty="0">
                          <a:solidFill>
                            <a:srgbClr val="FFFFFF"/>
                          </a:solidFill>
                          <a:effectLst/>
                          <a:latin typeface="Calibri" panose="020F0502020204030204" pitchFamily="34" charset="0"/>
                        </a:rPr>
                        <a:t>Data pianificata consegna studio di fattibilità</a:t>
                      </a:r>
                    </a:p>
                  </a:txBody>
                  <a:tcPr marL="0" marR="0" marT="0" marB="0" anchor="b">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rgbClr val="002060"/>
                    </a:solidFill>
                  </a:tcPr>
                </a:tc>
                <a:tc>
                  <a:txBody>
                    <a:bodyPr/>
                    <a:lstStyle/>
                    <a:p>
                      <a:pPr algn="l" fontAlgn="b"/>
                      <a:r>
                        <a:rPr lang="it-IT" sz="1100" b="0" i="0" u="none" strike="noStrike">
                          <a:solidFill>
                            <a:srgbClr val="FFFFFF"/>
                          </a:solidFill>
                          <a:effectLst/>
                          <a:latin typeface="Calibri" panose="020F0502020204030204" pitchFamily="34" charset="0"/>
                        </a:rPr>
                        <a:t>Data effettiva consegna studio di fattibilità</a:t>
                      </a:r>
                    </a:p>
                  </a:txBody>
                  <a:tcPr marL="0" marR="0" marT="0" marB="0" anchor="b">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rgbClr val="002060"/>
                    </a:solidFill>
                  </a:tcPr>
                </a:tc>
                <a:tc>
                  <a:txBody>
                    <a:bodyPr/>
                    <a:lstStyle/>
                    <a:p>
                      <a:pPr algn="l" fontAlgn="b"/>
                      <a:r>
                        <a:rPr lang="it-IT" sz="1100" b="0" i="0" u="none" strike="noStrike">
                          <a:solidFill>
                            <a:srgbClr val="FFFFFF"/>
                          </a:solidFill>
                          <a:effectLst/>
                          <a:latin typeface="Calibri" panose="020F0502020204030204" pitchFamily="34" charset="0"/>
                        </a:rPr>
                        <a:t>Data accettazione studio di fattibilità</a:t>
                      </a:r>
                    </a:p>
                  </a:txBody>
                  <a:tcPr marL="0" marR="0" marT="0" marB="0" anchor="b">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rgbClr val="002060"/>
                    </a:solidFill>
                  </a:tcPr>
                </a:tc>
                <a:extLst>
                  <a:ext uri="{0D108BD9-81ED-4DB2-BD59-A6C34878D82A}">
                    <a16:rowId xmlns:a16="http://schemas.microsoft.com/office/drawing/2014/main" val="3330255069"/>
                  </a:ext>
                </a:extLst>
              </a:tr>
              <a:tr h="173268">
                <a:tc>
                  <a:txBody>
                    <a:bodyPr/>
                    <a:lstStyle/>
                    <a:p>
                      <a:pPr algn="l" fontAlgn="t"/>
                      <a:r>
                        <a:rPr lang="it-IT" sz="1100" b="0" i="0" u="none" strike="noStrike">
                          <a:solidFill>
                            <a:srgbClr val="000000"/>
                          </a:solidFill>
                          <a:effectLst/>
                          <a:latin typeface="Calibri" panose="020F0502020204030204" pitchFamily="34" charset="0"/>
                        </a:rPr>
                        <a:t> </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algn="l" fontAlgn="t"/>
                      <a:r>
                        <a:rPr lang="it-IT" sz="1100" b="0" i="0" u="none" strike="noStrike">
                          <a:solidFill>
                            <a:srgbClr val="000000"/>
                          </a:solidFill>
                          <a:effectLst/>
                          <a:latin typeface="Calibri" panose="020F0502020204030204" pitchFamily="34" charset="0"/>
                        </a:rPr>
                        <a:t> </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algn="l" fontAlgn="t"/>
                      <a:r>
                        <a:rPr lang="it-IT" sz="1100" b="0" i="0" u="none" strike="noStrike">
                          <a:solidFill>
                            <a:srgbClr val="000000"/>
                          </a:solidFill>
                          <a:effectLst/>
                          <a:latin typeface="Calibri" panose="020F0502020204030204" pitchFamily="34" charset="0"/>
                        </a:rPr>
                        <a:t> </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algn="l" fontAlgn="t"/>
                      <a:r>
                        <a:rPr lang="it-IT" sz="1100" b="0" i="0" u="none" strike="noStrike">
                          <a:solidFill>
                            <a:srgbClr val="000000"/>
                          </a:solidFill>
                          <a:effectLst/>
                          <a:latin typeface="Calibri" panose="020F0502020204030204" pitchFamily="34" charset="0"/>
                        </a:rPr>
                        <a:t> </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algn="l" fontAlgn="t"/>
                      <a:r>
                        <a:rPr lang="it-IT" sz="1100" b="0" i="0" u="none" strike="noStrike">
                          <a:solidFill>
                            <a:srgbClr val="000000"/>
                          </a:solidFill>
                          <a:effectLst/>
                          <a:latin typeface="Calibri" panose="020F0502020204030204" pitchFamily="34" charset="0"/>
                        </a:rPr>
                        <a:t> </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algn="r" fontAlgn="t"/>
                      <a:r>
                        <a:rPr lang="it-IT" sz="1100" b="0" i="0" u="none" strike="noStrike">
                          <a:solidFill>
                            <a:srgbClr val="000000"/>
                          </a:solidFill>
                          <a:effectLst/>
                          <a:latin typeface="Calibri" panose="020F0502020204030204" pitchFamily="34" charset="0"/>
                        </a:rPr>
                        <a:t> </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165166232"/>
                  </a:ext>
                </a:extLst>
              </a:tr>
              <a:tr h="173268">
                <a:tc>
                  <a:txBody>
                    <a:bodyPr/>
                    <a:lstStyle/>
                    <a:p>
                      <a:pPr algn="l" fontAlgn="t"/>
                      <a:r>
                        <a:rPr lang="it-IT" sz="1100" b="0" i="0" u="none" strike="noStrike">
                          <a:solidFill>
                            <a:srgbClr val="000000"/>
                          </a:solidFill>
                          <a:effectLst/>
                          <a:latin typeface="Calibri" panose="020F0502020204030204" pitchFamily="34" charset="0"/>
                        </a:rPr>
                        <a:t> </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algn="l" fontAlgn="t"/>
                      <a:r>
                        <a:rPr lang="it-IT" sz="1100" b="0" i="0" u="none" strike="noStrike">
                          <a:solidFill>
                            <a:srgbClr val="000000"/>
                          </a:solidFill>
                          <a:effectLst/>
                          <a:latin typeface="Calibri" panose="020F0502020204030204" pitchFamily="34" charset="0"/>
                        </a:rPr>
                        <a:t> </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algn="l" fontAlgn="t"/>
                      <a:r>
                        <a:rPr lang="it-IT" sz="1100" b="0" i="0" u="none" strike="noStrike">
                          <a:solidFill>
                            <a:srgbClr val="000000"/>
                          </a:solidFill>
                          <a:effectLst/>
                          <a:latin typeface="Calibri" panose="020F0502020204030204" pitchFamily="34" charset="0"/>
                        </a:rPr>
                        <a:t> </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algn="l" fontAlgn="t"/>
                      <a:r>
                        <a:rPr lang="it-IT" sz="1100" b="0" i="0" u="none" strike="noStrike">
                          <a:solidFill>
                            <a:srgbClr val="000000"/>
                          </a:solidFill>
                          <a:effectLst/>
                          <a:latin typeface="Calibri" panose="020F0502020204030204" pitchFamily="34" charset="0"/>
                        </a:rPr>
                        <a:t> </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algn="l" fontAlgn="t"/>
                      <a:r>
                        <a:rPr lang="it-IT" sz="1100" b="0" i="0" u="none" strike="noStrike">
                          <a:solidFill>
                            <a:srgbClr val="000000"/>
                          </a:solidFill>
                          <a:effectLst/>
                          <a:latin typeface="Calibri" panose="020F0502020204030204" pitchFamily="34" charset="0"/>
                        </a:rPr>
                        <a:t> </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algn="r" fontAlgn="t"/>
                      <a:r>
                        <a:rPr lang="it-IT" sz="1100" b="0" i="0" u="none" strike="noStrike">
                          <a:solidFill>
                            <a:srgbClr val="000000"/>
                          </a:solidFill>
                          <a:effectLst/>
                          <a:latin typeface="Calibri" panose="020F0502020204030204" pitchFamily="34" charset="0"/>
                        </a:rPr>
                        <a:t> </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254334290"/>
                  </a:ext>
                </a:extLst>
              </a:tr>
              <a:tr h="173268">
                <a:tc>
                  <a:txBody>
                    <a:bodyPr/>
                    <a:lstStyle/>
                    <a:p>
                      <a:pPr algn="l" fontAlgn="t"/>
                      <a:r>
                        <a:rPr lang="it-IT" sz="1100" b="0" i="0" u="none" strike="noStrike">
                          <a:solidFill>
                            <a:srgbClr val="000000"/>
                          </a:solidFill>
                          <a:effectLst/>
                          <a:latin typeface="Calibri" panose="020F0502020204030204" pitchFamily="34" charset="0"/>
                        </a:rPr>
                        <a:t> </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algn="l" fontAlgn="t"/>
                      <a:r>
                        <a:rPr lang="it-IT" sz="1100" b="0" i="0" u="none" strike="noStrike">
                          <a:solidFill>
                            <a:srgbClr val="000000"/>
                          </a:solidFill>
                          <a:effectLst/>
                          <a:latin typeface="Calibri" panose="020F0502020204030204" pitchFamily="34" charset="0"/>
                        </a:rPr>
                        <a:t> </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algn="l" fontAlgn="t"/>
                      <a:r>
                        <a:rPr lang="it-IT" sz="1100" b="0" i="0" u="none" strike="noStrike" dirty="0">
                          <a:solidFill>
                            <a:srgbClr val="000000"/>
                          </a:solidFill>
                          <a:effectLst/>
                          <a:latin typeface="Calibri" panose="020F0502020204030204" pitchFamily="34" charset="0"/>
                        </a:rPr>
                        <a:t> </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algn="l" fontAlgn="t"/>
                      <a:r>
                        <a:rPr lang="it-IT" sz="1100" b="0" i="0" u="none" strike="noStrike">
                          <a:solidFill>
                            <a:srgbClr val="000000"/>
                          </a:solidFill>
                          <a:effectLst/>
                          <a:latin typeface="Calibri" panose="020F0502020204030204" pitchFamily="34" charset="0"/>
                        </a:rPr>
                        <a:t> </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algn="l" fontAlgn="t"/>
                      <a:r>
                        <a:rPr lang="it-IT" sz="1100" b="0" i="0" u="none" strike="noStrike">
                          <a:solidFill>
                            <a:srgbClr val="000000"/>
                          </a:solidFill>
                          <a:effectLst/>
                          <a:latin typeface="Calibri" panose="020F0502020204030204" pitchFamily="34" charset="0"/>
                        </a:rPr>
                        <a:t> </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algn="r" fontAlgn="t"/>
                      <a:r>
                        <a:rPr lang="it-IT" sz="1100" b="0" i="0" u="none" strike="noStrike">
                          <a:solidFill>
                            <a:srgbClr val="000000"/>
                          </a:solidFill>
                          <a:effectLst/>
                          <a:latin typeface="Calibri" panose="020F0502020204030204" pitchFamily="34" charset="0"/>
                        </a:rPr>
                        <a:t> </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927145154"/>
                  </a:ext>
                </a:extLst>
              </a:tr>
              <a:tr h="173268">
                <a:tc>
                  <a:txBody>
                    <a:bodyPr/>
                    <a:lstStyle/>
                    <a:p>
                      <a:pPr algn="l" fontAlgn="t"/>
                      <a:r>
                        <a:rPr lang="it-IT" sz="1100" b="0" i="0" u="none" strike="noStrike">
                          <a:solidFill>
                            <a:srgbClr val="000000"/>
                          </a:solidFill>
                          <a:effectLst/>
                          <a:latin typeface="Calibri" panose="020F0502020204030204" pitchFamily="34" charset="0"/>
                        </a:rPr>
                        <a:t> </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algn="l" fontAlgn="t"/>
                      <a:r>
                        <a:rPr lang="it-IT" sz="1100" b="0" i="0" u="none" strike="noStrike">
                          <a:solidFill>
                            <a:srgbClr val="000000"/>
                          </a:solidFill>
                          <a:effectLst/>
                          <a:latin typeface="Calibri" panose="020F0502020204030204" pitchFamily="34" charset="0"/>
                        </a:rPr>
                        <a:t> </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algn="l" fontAlgn="t"/>
                      <a:r>
                        <a:rPr lang="it-IT" sz="1100" b="0" i="0" u="none" strike="noStrike">
                          <a:solidFill>
                            <a:srgbClr val="000000"/>
                          </a:solidFill>
                          <a:effectLst/>
                          <a:latin typeface="Calibri" panose="020F0502020204030204" pitchFamily="34" charset="0"/>
                        </a:rPr>
                        <a:t> </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algn="l" fontAlgn="t"/>
                      <a:r>
                        <a:rPr lang="it-IT" sz="1100" b="0" i="0" u="none" strike="noStrike">
                          <a:solidFill>
                            <a:srgbClr val="000000"/>
                          </a:solidFill>
                          <a:effectLst/>
                          <a:latin typeface="Calibri" panose="020F0502020204030204" pitchFamily="34" charset="0"/>
                        </a:rPr>
                        <a:t> </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algn="l" fontAlgn="t"/>
                      <a:r>
                        <a:rPr lang="it-IT" sz="1100" b="0" i="0" u="none" strike="noStrike">
                          <a:solidFill>
                            <a:srgbClr val="000000"/>
                          </a:solidFill>
                          <a:effectLst/>
                          <a:latin typeface="Calibri" panose="020F0502020204030204" pitchFamily="34" charset="0"/>
                        </a:rPr>
                        <a:t> </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algn="r" fontAlgn="t"/>
                      <a:r>
                        <a:rPr lang="it-IT" sz="1100" b="0" i="0" u="none" strike="noStrike">
                          <a:solidFill>
                            <a:srgbClr val="000000"/>
                          </a:solidFill>
                          <a:effectLst/>
                          <a:latin typeface="Calibri" panose="020F0502020204030204" pitchFamily="34" charset="0"/>
                        </a:rPr>
                        <a:t> </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424885452"/>
                  </a:ext>
                </a:extLst>
              </a:tr>
              <a:tr h="173268">
                <a:tc>
                  <a:txBody>
                    <a:bodyPr/>
                    <a:lstStyle/>
                    <a:p>
                      <a:pPr algn="l" fontAlgn="t"/>
                      <a:r>
                        <a:rPr lang="it-IT" sz="1100" b="0" i="0" u="none" strike="noStrike">
                          <a:solidFill>
                            <a:srgbClr val="000000"/>
                          </a:solidFill>
                          <a:effectLst/>
                          <a:latin typeface="Calibri" panose="020F0502020204030204" pitchFamily="34" charset="0"/>
                        </a:rPr>
                        <a:t> </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algn="l" fontAlgn="t"/>
                      <a:r>
                        <a:rPr lang="it-IT" sz="1100" b="0" i="0" u="none" strike="noStrike">
                          <a:solidFill>
                            <a:srgbClr val="000000"/>
                          </a:solidFill>
                          <a:effectLst/>
                          <a:latin typeface="Calibri" panose="020F0502020204030204" pitchFamily="34" charset="0"/>
                        </a:rPr>
                        <a:t> </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algn="l" fontAlgn="t"/>
                      <a:r>
                        <a:rPr lang="it-IT" sz="1100" b="0" i="0" u="none" strike="noStrike">
                          <a:solidFill>
                            <a:srgbClr val="000000"/>
                          </a:solidFill>
                          <a:effectLst/>
                          <a:latin typeface="Calibri" panose="020F0502020204030204" pitchFamily="34" charset="0"/>
                        </a:rPr>
                        <a:t> </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algn="l" fontAlgn="t"/>
                      <a:r>
                        <a:rPr lang="it-IT" sz="1100" b="0" i="0" u="none" strike="noStrike">
                          <a:solidFill>
                            <a:srgbClr val="000000"/>
                          </a:solidFill>
                          <a:effectLst/>
                          <a:latin typeface="Calibri" panose="020F0502020204030204" pitchFamily="34" charset="0"/>
                        </a:rPr>
                        <a:t> </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algn="l" fontAlgn="t"/>
                      <a:r>
                        <a:rPr lang="it-IT" sz="1100" b="0" i="0" u="none" strike="noStrike">
                          <a:solidFill>
                            <a:srgbClr val="000000"/>
                          </a:solidFill>
                          <a:effectLst/>
                          <a:latin typeface="Calibri" panose="020F0502020204030204" pitchFamily="34" charset="0"/>
                        </a:rPr>
                        <a:t> </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algn="r" fontAlgn="t"/>
                      <a:r>
                        <a:rPr lang="it-IT" sz="1100" b="0" i="0" u="none" strike="noStrike">
                          <a:solidFill>
                            <a:srgbClr val="000000"/>
                          </a:solidFill>
                          <a:effectLst/>
                          <a:latin typeface="Calibri" panose="020F0502020204030204" pitchFamily="34" charset="0"/>
                        </a:rPr>
                        <a:t> </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83811823"/>
                  </a:ext>
                </a:extLst>
              </a:tr>
              <a:tr h="173268">
                <a:tc>
                  <a:txBody>
                    <a:bodyPr/>
                    <a:lstStyle/>
                    <a:p>
                      <a:pPr algn="l" fontAlgn="t"/>
                      <a:r>
                        <a:rPr lang="it-IT" sz="1100" b="0" i="0" u="none" strike="noStrike">
                          <a:solidFill>
                            <a:srgbClr val="000000"/>
                          </a:solidFill>
                          <a:effectLst/>
                          <a:latin typeface="Calibri" panose="020F0502020204030204" pitchFamily="34" charset="0"/>
                        </a:rPr>
                        <a:t> </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algn="l" fontAlgn="t"/>
                      <a:r>
                        <a:rPr lang="it-IT" sz="1100" b="0" i="0" u="none" strike="noStrike">
                          <a:solidFill>
                            <a:srgbClr val="000000"/>
                          </a:solidFill>
                          <a:effectLst/>
                          <a:latin typeface="Calibri" panose="020F0502020204030204" pitchFamily="34" charset="0"/>
                        </a:rPr>
                        <a:t> </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algn="l" fontAlgn="t"/>
                      <a:r>
                        <a:rPr lang="it-IT" sz="1100" b="0" i="0" u="none" strike="noStrike">
                          <a:solidFill>
                            <a:srgbClr val="000000"/>
                          </a:solidFill>
                          <a:effectLst/>
                          <a:latin typeface="Calibri" panose="020F0502020204030204" pitchFamily="34" charset="0"/>
                        </a:rPr>
                        <a:t> </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algn="l" fontAlgn="t"/>
                      <a:r>
                        <a:rPr lang="it-IT" sz="1100" b="0" i="0" u="none" strike="noStrike" dirty="0">
                          <a:solidFill>
                            <a:srgbClr val="000000"/>
                          </a:solidFill>
                          <a:effectLst/>
                          <a:latin typeface="Calibri" panose="020F0502020204030204" pitchFamily="34" charset="0"/>
                        </a:rPr>
                        <a:t> </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algn="l" fontAlgn="t"/>
                      <a:r>
                        <a:rPr lang="it-IT" sz="1100" b="0" i="0" u="none" strike="noStrike">
                          <a:solidFill>
                            <a:srgbClr val="000000"/>
                          </a:solidFill>
                          <a:effectLst/>
                          <a:latin typeface="Calibri" panose="020F0502020204030204" pitchFamily="34" charset="0"/>
                        </a:rPr>
                        <a:t> </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algn="r" fontAlgn="t"/>
                      <a:r>
                        <a:rPr lang="it-IT" sz="1100" b="0" i="0" u="none" strike="noStrike">
                          <a:solidFill>
                            <a:srgbClr val="000000"/>
                          </a:solidFill>
                          <a:effectLst/>
                          <a:latin typeface="Calibri" panose="020F0502020204030204" pitchFamily="34" charset="0"/>
                        </a:rPr>
                        <a:t> </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228095491"/>
                  </a:ext>
                </a:extLst>
              </a:tr>
              <a:tr h="173268">
                <a:tc>
                  <a:txBody>
                    <a:bodyPr/>
                    <a:lstStyle/>
                    <a:p>
                      <a:pPr algn="l" fontAlgn="t"/>
                      <a:r>
                        <a:rPr lang="it-IT" sz="1100" b="0" i="0" u="none" strike="noStrike">
                          <a:solidFill>
                            <a:srgbClr val="000000"/>
                          </a:solidFill>
                          <a:effectLst/>
                          <a:latin typeface="Calibri" panose="020F0502020204030204" pitchFamily="34" charset="0"/>
                        </a:rPr>
                        <a:t> </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algn="l" fontAlgn="t"/>
                      <a:r>
                        <a:rPr lang="it-IT" sz="1100" b="0" i="0" u="none" strike="noStrike">
                          <a:solidFill>
                            <a:srgbClr val="000000"/>
                          </a:solidFill>
                          <a:effectLst/>
                          <a:latin typeface="Calibri" panose="020F0502020204030204" pitchFamily="34" charset="0"/>
                        </a:rPr>
                        <a:t> </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algn="l" fontAlgn="t"/>
                      <a:r>
                        <a:rPr lang="it-IT" sz="1100" b="0" i="0" u="none" strike="noStrike">
                          <a:solidFill>
                            <a:srgbClr val="000000"/>
                          </a:solidFill>
                          <a:effectLst/>
                          <a:latin typeface="Calibri" panose="020F0502020204030204" pitchFamily="34" charset="0"/>
                        </a:rPr>
                        <a:t> </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algn="l" fontAlgn="t"/>
                      <a:r>
                        <a:rPr lang="it-IT" sz="1100" b="0" i="0" u="none" strike="noStrike">
                          <a:solidFill>
                            <a:srgbClr val="000000"/>
                          </a:solidFill>
                          <a:effectLst/>
                          <a:latin typeface="Calibri" panose="020F0502020204030204" pitchFamily="34" charset="0"/>
                        </a:rPr>
                        <a:t> </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algn="l" fontAlgn="t"/>
                      <a:r>
                        <a:rPr lang="it-IT" sz="1100" b="0" i="0" u="none" strike="noStrike">
                          <a:solidFill>
                            <a:srgbClr val="000000"/>
                          </a:solidFill>
                          <a:effectLst/>
                          <a:latin typeface="Calibri" panose="020F0502020204030204" pitchFamily="34" charset="0"/>
                        </a:rPr>
                        <a:t> </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algn="r" fontAlgn="t"/>
                      <a:r>
                        <a:rPr lang="it-IT" sz="1100" b="0" i="0" u="none" strike="noStrike">
                          <a:solidFill>
                            <a:srgbClr val="000000"/>
                          </a:solidFill>
                          <a:effectLst/>
                          <a:latin typeface="Calibri" panose="020F0502020204030204" pitchFamily="34" charset="0"/>
                        </a:rPr>
                        <a:t> </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77418168"/>
                  </a:ext>
                </a:extLst>
              </a:tr>
              <a:tr h="173268">
                <a:tc>
                  <a:txBody>
                    <a:bodyPr/>
                    <a:lstStyle/>
                    <a:p>
                      <a:pPr algn="l" fontAlgn="b"/>
                      <a:endParaRPr lang="it-IT" sz="1100" b="0" i="0" u="none" strike="noStrike">
                        <a:solidFill>
                          <a:srgbClr val="000000"/>
                        </a:solidFill>
                        <a:effectLst/>
                        <a:latin typeface="Calibri" panose="020F0502020204030204" pitchFamily="34" charset="0"/>
                      </a:endParaRPr>
                    </a:p>
                  </a:txBody>
                  <a:tcPr marL="0" marR="0" marT="0" marB="0" anchor="b">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algn="l" fontAlgn="b"/>
                      <a:endParaRPr lang="it-IT" sz="1100" b="0" i="0" u="none" strike="noStrike">
                        <a:solidFill>
                          <a:srgbClr val="000000"/>
                        </a:solidFill>
                        <a:effectLst/>
                        <a:latin typeface="Calibri" panose="020F0502020204030204" pitchFamily="34" charset="0"/>
                      </a:endParaRPr>
                    </a:p>
                  </a:txBody>
                  <a:tcPr marL="0" marR="0" marT="0" marB="0" anchor="b">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algn="l" fontAlgn="b"/>
                      <a:endParaRPr lang="it-IT" sz="1100" b="0" i="0" u="none" strike="noStrike">
                        <a:solidFill>
                          <a:srgbClr val="000000"/>
                        </a:solidFill>
                        <a:effectLst/>
                        <a:latin typeface="Calibri" panose="020F0502020204030204" pitchFamily="34" charset="0"/>
                      </a:endParaRPr>
                    </a:p>
                  </a:txBody>
                  <a:tcPr marL="0" marR="0" marT="0" marB="0" anchor="b">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algn="l" fontAlgn="b"/>
                      <a:endParaRPr lang="it-IT" sz="1100" b="0" i="0" u="none" strike="noStrike">
                        <a:solidFill>
                          <a:srgbClr val="000000"/>
                        </a:solidFill>
                        <a:effectLst/>
                        <a:latin typeface="Calibri" panose="020F0502020204030204" pitchFamily="34" charset="0"/>
                      </a:endParaRPr>
                    </a:p>
                  </a:txBody>
                  <a:tcPr marL="0" marR="0" marT="0" marB="0" anchor="b">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algn="l" fontAlgn="b"/>
                      <a:endParaRPr lang="it-IT" sz="1100" b="0" i="0" u="none" strike="noStrike">
                        <a:solidFill>
                          <a:srgbClr val="000000"/>
                        </a:solidFill>
                        <a:effectLst/>
                        <a:latin typeface="Calibri" panose="020F0502020204030204" pitchFamily="34" charset="0"/>
                      </a:endParaRPr>
                    </a:p>
                  </a:txBody>
                  <a:tcPr marL="0" marR="0" marT="0" marB="0" anchor="b">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algn="l" fontAlgn="b"/>
                      <a:endParaRPr lang="it-IT" sz="1100" b="0" i="0" u="none" strike="noStrike" dirty="0">
                        <a:solidFill>
                          <a:srgbClr val="000000"/>
                        </a:solidFill>
                        <a:effectLst/>
                        <a:latin typeface="Calibri" panose="020F0502020204030204" pitchFamily="34" charset="0"/>
                      </a:endParaRPr>
                    </a:p>
                  </a:txBody>
                  <a:tcPr marL="0" marR="0" marT="0" marB="0" anchor="b">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75470317"/>
                  </a:ext>
                </a:extLst>
              </a:tr>
            </a:tbl>
          </a:graphicData>
        </a:graphic>
      </p:graphicFrame>
      <p:sp>
        <p:nvSpPr>
          <p:cNvPr id="5" name="CasellaDiTesto 4">
            <a:extLst>
              <a:ext uri="{FF2B5EF4-FFF2-40B4-BE49-F238E27FC236}">
                <a16:creationId xmlns:a16="http://schemas.microsoft.com/office/drawing/2014/main" id="{808BF41E-335D-5B87-7695-EE73F38F4669}"/>
              </a:ext>
            </a:extLst>
          </p:cNvPr>
          <p:cNvSpPr txBox="1"/>
          <p:nvPr/>
        </p:nvSpPr>
        <p:spPr>
          <a:xfrm>
            <a:off x="10125512" y="60194"/>
            <a:ext cx="2030136" cy="369332"/>
          </a:xfrm>
          <a:prstGeom prst="rect">
            <a:avLst/>
          </a:prstGeom>
          <a:noFill/>
        </p:spPr>
        <p:txBody>
          <a:bodyPr wrap="square" rtlCol="0">
            <a:spAutoFit/>
          </a:bodyPr>
          <a:lstStyle/>
          <a:p>
            <a:r>
              <a:rPr lang="it-IT" dirty="0">
                <a:solidFill>
                  <a:srgbClr val="C00000"/>
                </a:solidFill>
              </a:rPr>
              <a:t>REPORT MANUALE</a:t>
            </a:r>
          </a:p>
        </p:txBody>
      </p:sp>
      <p:sp>
        <p:nvSpPr>
          <p:cNvPr id="10" name="Rectangle: Rounded Corners 9">
            <a:extLst>
              <a:ext uri="{FF2B5EF4-FFF2-40B4-BE49-F238E27FC236}">
                <a16:creationId xmlns:a16="http://schemas.microsoft.com/office/drawing/2014/main" id="{7DE3C7A2-9C38-45F5-9C36-E7048682CA2E}"/>
              </a:ext>
            </a:extLst>
          </p:cNvPr>
          <p:cNvSpPr/>
          <p:nvPr/>
        </p:nvSpPr>
        <p:spPr>
          <a:xfrm>
            <a:off x="8651885" y="884071"/>
            <a:ext cx="3168640" cy="557727"/>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i="1" dirty="0">
                <a:solidFill>
                  <a:schemeClr val="tx2"/>
                </a:solidFill>
                <a:sym typeface="Wingdings" panose="05000000000000000000" pitchFamily="2" charset="2"/>
              </a:rPr>
              <a:t>Art. 24.4”: le </a:t>
            </a:r>
            <a:r>
              <a:rPr lang="en-US" sz="1200" b="1" i="1" dirty="0" err="1">
                <a:solidFill>
                  <a:schemeClr val="tx2"/>
                </a:solidFill>
                <a:sym typeface="Wingdings" panose="05000000000000000000" pitchFamily="2" charset="2"/>
              </a:rPr>
              <a:t>soglie</a:t>
            </a:r>
            <a:r>
              <a:rPr lang="en-US" sz="1200" b="1" i="1" dirty="0">
                <a:solidFill>
                  <a:schemeClr val="tx2"/>
                </a:solidFill>
                <a:sym typeface="Wingdings" panose="05000000000000000000" pitchFamily="2" charset="2"/>
              </a:rPr>
              <a:t> </a:t>
            </a:r>
            <a:r>
              <a:rPr lang="en-US" sz="1200" b="1" i="1" dirty="0" err="1">
                <a:solidFill>
                  <a:schemeClr val="tx2"/>
                </a:solidFill>
                <a:sym typeface="Wingdings" panose="05000000000000000000" pitchFamily="2" charset="2"/>
              </a:rPr>
              <a:t>verranno</a:t>
            </a:r>
            <a:r>
              <a:rPr lang="en-US" sz="1200" b="1" i="1" dirty="0">
                <a:solidFill>
                  <a:schemeClr val="tx2"/>
                </a:solidFill>
                <a:sym typeface="Wingdings" panose="05000000000000000000" pitchFamily="2" charset="2"/>
              </a:rPr>
              <a:t> </a:t>
            </a:r>
            <a:r>
              <a:rPr lang="en-US" sz="1200" b="1" i="1" dirty="0" err="1">
                <a:solidFill>
                  <a:schemeClr val="tx2"/>
                </a:solidFill>
                <a:sym typeface="Wingdings" panose="05000000000000000000" pitchFamily="2" charset="2"/>
              </a:rPr>
              <a:t>ricalcolate</a:t>
            </a:r>
            <a:r>
              <a:rPr lang="en-US" sz="1200" b="1" i="1" dirty="0">
                <a:solidFill>
                  <a:schemeClr val="tx2"/>
                </a:solidFill>
                <a:sym typeface="Wingdings" panose="05000000000000000000" pitchFamily="2" charset="2"/>
              </a:rPr>
              <a:t> a </a:t>
            </a:r>
            <a:r>
              <a:rPr lang="en-US" sz="1200" b="1" i="1" dirty="0" err="1">
                <a:solidFill>
                  <a:schemeClr val="tx2"/>
                </a:solidFill>
                <a:sym typeface="Wingdings" panose="05000000000000000000" pitchFamily="2" charset="2"/>
              </a:rPr>
              <a:t>fronte</a:t>
            </a:r>
            <a:r>
              <a:rPr lang="en-US" sz="1200" b="1" i="1" dirty="0">
                <a:solidFill>
                  <a:schemeClr val="tx2"/>
                </a:solidFill>
                <a:sym typeface="Wingdings" panose="05000000000000000000" pitchFamily="2" charset="2"/>
              </a:rPr>
              <a:t> </a:t>
            </a:r>
            <a:r>
              <a:rPr lang="en-US" sz="1200" b="1" i="1" dirty="0" err="1">
                <a:solidFill>
                  <a:schemeClr val="tx2"/>
                </a:solidFill>
                <a:sym typeface="Wingdings" panose="05000000000000000000" pitchFamily="2" charset="2"/>
              </a:rPr>
              <a:t>della</a:t>
            </a:r>
            <a:r>
              <a:rPr lang="en-US" sz="1200" b="1" i="1" dirty="0">
                <a:solidFill>
                  <a:schemeClr val="tx2"/>
                </a:solidFill>
                <a:sym typeface="Wingdings" panose="05000000000000000000" pitchFamily="2" charset="2"/>
              </a:rPr>
              <a:t> </a:t>
            </a:r>
            <a:r>
              <a:rPr lang="en-US" sz="1200" b="1" i="1" dirty="0" err="1">
                <a:solidFill>
                  <a:schemeClr val="tx2"/>
                </a:solidFill>
                <a:sym typeface="Wingdings" panose="05000000000000000000" pitchFamily="2" charset="2"/>
              </a:rPr>
              <a:t>presenza</a:t>
            </a:r>
            <a:r>
              <a:rPr lang="en-US" sz="1200" b="1" i="1" dirty="0">
                <a:solidFill>
                  <a:schemeClr val="tx2"/>
                </a:solidFill>
                <a:sym typeface="Wingdings" panose="05000000000000000000" pitchFamily="2" charset="2"/>
              </a:rPr>
              <a:t> di incident </a:t>
            </a:r>
            <a:r>
              <a:rPr lang="en-US" sz="1200" b="1" i="1" dirty="0" err="1">
                <a:solidFill>
                  <a:schemeClr val="tx2"/>
                </a:solidFill>
                <a:sym typeface="Wingdings" panose="05000000000000000000" pitchFamily="2" charset="2"/>
              </a:rPr>
              <a:t>trasversali</a:t>
            </a:r>
            <a:endParaRPr lang="en-US" sz="1200" b="1" i="1" dirty="0">
              <a:solidFill>
                <a:schemeClr val="tx2"/>
              </a:solidFill>
            </a:endParaRPr>
          </a:p>
        </p:txBody>
      </p:sp>
    </p:spTree>
    <p:extLst>
      <p:ext uri="{BB962C8B-B14F-4D97-AF65-F5344CB8AC3E}">
        <p14:creationId xmlns:p14="http://schemas.microsoft.com/office/powerpoint/2010/main" val="24683633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testo 1">
            <a:extLst>
              <a:ext uri="{FF2B5EF4-FFF2-40B4-BE49-F238E27FC236}">
                <a16:creationId xmlns:a16="http://schemas.microsoft.com/office/drawing/2014/main" id="{C1FC055D-BC62-C270-6669-7320F79D9E8A}"/>
              </a:ext>
            </a:extLst>
          </p:cNvPr>
          <p:cNvSpPr>
            <a:spLocks noGrp="1"/>
          </p:cNvSpPr>
          <p:nvPr>
            <p:ph type="body" sz="quarter" idx="10"/>
          </p:nvPr>
        </p:nvSpPr>
        <p:spPr/>
        <p:txBody>
          <a:bodyPr/>
          <a:lstStyle/>
          <a:p>
            <a:r>
              <a:rPr lang="it-IT" dirty="0"/>
              <a:t>Template SLA – T10</a:t>
            </a:r>
          </a:p>
          <a:p>
            <a:r>
              <a:rPr lang="it-IT" dirty="0"/>
              <a:t>AAAA – Segnalazioni e tempistiche inerenti ai major/minor </a:t>
            </a:r>
            <a:r>
              <a:rPr lang="it-IT" dirty="0" err="1"/>
              <a:t>incident</a:t>
            </a:r>
            <a:r>
              <a:rPr lang="it-IT" dirty="0"/>
              <a:t> in compliance con la normativa vigente (ID103)</a:t>
            </a:r>
          </a:p>
        </p:txBody>
      </p:sp>
      <p:sp>
        <p:nvSpPr>
          <p:cNvPr id="6" name="CasellaDiTesto 5">
            <a:extLst>
              <a:ext uri="{FF2B5EF4-FFF2-40B4-BE49-F238E27FC236}">
                <a16:creationId xmlns:a16="http://schemas.microsoft.com/office/drawing/2014/main" id="{3492011C-4B6C-BD8C-6465-442E8F4D89F6}"/>
              </a:ext>
            </a:extLst>
          </p:cNvPr>
          <p:cNvSpPr txBox="1"/>
          <p:nvPr/>
        </p:nvSpPr>
        <p:spPr>
          <a:xfrm>
            <a:off x="371474" y="1540855"/>
            <a:ext cx="2296225" cy="369332"/>
          </a:xfrm>
          <a:prstGeom prst="rect">
            <a:avLst/>
          </a:prstGeom>
          <a:noFill/>
        </p:spPr>
        <p:txBody>
          <a:bodyPr wrap="square" rtlCol="0">
            <a:spAutoFit/>
          </a:bodyPr>
          <a:lstStyle/>
          <a:p>
            <a:r>
              <a:rPr lang="it-IT" dirty="0"/>
              <a:t>TAB 1</a:t>
            </a:r>
          </a:p>
        </p:txBody>
      </p:sp>
      <p:sp>
        <p:nvSpPr>
          <p:cNvPr id="7" name="CasellaDiTesto 6">
            <a:extLst>
              <a:ext uri="{FF2B5EF4-FFF2-40B4-BE49-F238E27FC236}">
                <a16:creationId xmlns:a16="http://schemas.microsoft.com/office/drawing/2014/main" id="{0AA6754F-FF4E-94FD-9B06-54404C03C391}"/>
              </a:ext>
            </a:extLst>
          </p:cNvPr>
          <p:cNvSpPr txBox="1"/>
          <p:nvPr/>
        </p:nvSpPr>
        <p:spPr>
          <a:xfrm>
            <a:off x="10125512" y="60194"/>
            <a:ext cx="2030136" cy="369332"/>
          </a:xfrm>
          <a:prstGeom prst="rect">
            <a:avLst/>
          </a:prstGeom>
          <a:noFill/>
        </p:spPr>
        <p:txBody>
          <a:bodyPr wrap="square" rtlCol="0">
            <a:spAutoFit/>
          </a:bodyPr>
          <a:lstStyle/>
          <a:p>
            <a:r>
              <a:rPr lang="it-IT" dirty="0">
                <a:solidFill>
                  <a:srgbClr val="C00000"/>
                </a:solidFill>
              </a:rPr>
              <a:t>REPORT MANUALE</a:t>
            </a:r>
          </a:p>
        </p:txBody>
      </p:sp>
      <p:sp>
        <p:nvSpPr>
          <p:cNvPr id="10" name="CasellaDiTesto 5">
            <a:extLst>
              <a:ext uri="{FF2B5EF4-FFF2-40B4-BE49-F238E27FC236}">
                <a16:creationId xmlns:a16="http://schemas.microsoft.com/office/drawing/2014/main" id="{3DAE8A6E-FB7A-4F54-827E-401835B6CED4}"/>
              </a:ext>
            </a:extLst>
          </p:cNvPr>
          <p:cNvSpPr txBox="1"/>
          <p:nvPr/>
        </p:nvSpPr>
        <p:spPr>
          <a:xfrm>
            <a:off x="371474" y="4284055"/>
            <a:ext cx="3962401" cy="369332"/>
          </a:xfrm>
          <a:prstGeom prst="rect">
            <a:avLst/>
          </a:prstGeom>
          <a:noFill/>
        </p:spPr>
        <p:txBody>
          <a:bodyPr wrap="square" rtlCol="0">
            <a:spAutoFit/>
          </a:bodyPr>
          <a:lstStyle/>
          <a:p>
            <a:r>
              <a:rPr lang="it-IT" dirty="0"/>
              <a:t>Elenco </a:t>
            </a:r>
            <a:r>
              <a:rPr lang="it-IT"/>
              <a:t>notifiche </a:t>
            </a:r>
            <a:r>
              <a:rPr lang="it-IT" dirty="0" err="1"/>
              <a:t>incident</a:t>
            </a:r>
            <a:endParaRPr lang="it-IT" dirty="0"/>
          </a:p>
        </p:txBody>
      </p:sp>
      <p:graphicFrame>
        <p:nvGraphicFramePr>
          <p:cNvPr id="11" name="Tabella 7">
            <a:extLst>
              <a:ext uri="{FF2B5EF4-FFF2-40B4-BE49-F238E27FC236}">
                <a16:creationId xmlns:a16="http://schemas.microsoft.com/office/drawing/2014/main" id="{CFC62DFC-E68B-477F-B7A0-C1E234D99E67}"/>
              </a:ext>
            </a:extLst>
          </p:cNvPr>
          <p:cNvGraphicFramePr>
            <a:graphicFrameLocks noGrp="1"/>
          </p:cNvGraphicFramePr>
          <p:nvPr>
            <p:extLst>
              <p:ext uri="{D42A27DB-BD31-4B8C-83A1-F6EECF244321}">
                <p14:modId xmlns:p14="http://schemas.microsoft.com/office/powerpoint/2010/main" val="1053702613"/>
              </p:ext>
            </p:extLst>
          </p:nvPr>
        </p:nvGraphicFramePr>
        <p:xfrm>
          <a:off x="455363" y="4613118"/>
          <a:ext cx="6817891" cy="1559412"/>
        </p:xfrm>
        <a:graphic>
          <a:graphicData uri="http://schemas.openxmlformats.org/drawingml/2006/table">
            <a:tbl>
              <a:tblPr>
                <a:tableStyleId>{5C22544A-7EE6-4342-B048-85BDC9FD1C3A}</a:tableStyleId>
              </a:tblPr>
              <a:tblGrid>
                <a:gridCol w="4331242">
                  <a:extLst>
                    <a:ext uri="{9D8B030D-6E8A-4147-A177-3AD203B41FA5}">
                      <a16:colId xmlns:a16="http://schemas.microsoft.com/office/drawing/2014/main" val="2324477315"/>
                    </a:ext>
                  </a:extLst>
                </a:gridCol>
                <a:gridCol w="1205574">
                  <a:extLst>
                    <a:ext uri="{9D8B030D-6E8A-4147-A177-3AD203B41FA5}">
                      <a16:colId xmlns:a16="http://schemas.microsoft.com/office/drawing/2014/main" val="3597743232"/>
                    </a:ext>
                  </a:extLst>
                </a:gridCol>
                <a:gridCol w="1281075">
                  <a:extLst>
                    <a:ext uri="{9D8B030D-6E8A-4147-A177-3AD203B41FA5}">
                      <a16:colId xmlns:a16="http://schemas.microsoft.com/office/drawing/2014/main" val="3600662334"/>
                    </a:ext>
                  </a:extLst>
                </a:gridCol>
              </a:tblGrid>
              <a:tr h="173268">
                <a:tc>
                  <a:txBody>
                    <a:bodyPr/>
                    <a:lstStyle/>
                    <a:p>
                      <a:pPr algn="l" fontAlgn="b"/>
                      <a:r>
                        <a:rPr lang="it-IT" sz="1100" b="0" i="0" u="none" strike="noStrike" dirty="0">
                          <a:solidFill>
                            <a:srgbClr val="FFFFFF"/>
                          </a:solidFill>
                          <a:effectLst/>
                          <a:latin typeface="Calibri" panose="020F0502020204030204" pitchFamily="34" charset="0"/>
                        </a:rPr>
                        <a:t>DESCRIZIONE MAJOR INCIDENT</a:t>
                      </a:r>
                    </a:p>
                  </a:txBody>
                  <a:tcPr marL="0" marR="0" marT="0" marB="0" anchor="b">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rgbClr val="002060"/>
                    </a:solidFill>
                  </a:tcPr>
                </a:tc>
                <a:tc>
                  <a:txBody>
                    <a:bodyPr/>
                    <a:lstStyle/>
                    <a:p>
                      <a:pPr algn="l" fontAlgn="b"/>
                      <a:r>
                        <a:rPr lang="it-IT" sz="1100" b="0" i="0" u="none" strike="noStrike" dirty="0">
                          <a:solidFill>
                            <a:srgbClr val="FFFFFF"/>
                          </a:solidFill>
                          <a:effectLst/>
                          <a:latin typeface="Calibri" panose="020F0502020204030204" pitchFamily="34" charset="0"/>
                        </a:rPr>
                        <a:t>DATA RILEVAZIONE</a:t>
                      </a:r>
                    </a:p>
                  </a:txBody>
                  <a:tcPr marL="0" marR="0" marT="0" marB="0" anchor="b">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rgbClr val="002060"/>
                    </a:solidFill>
                  </a:tcPr>
                </a:tc>
                <a:tc>
                  <a:txBody>
                    <a:bodyPr/>
                    <a:lstStyle/>
                    <a:p>
                      <a:pPr algn="l" fontAlgn="b"/>
                      <a:r>
                        <a:rPr lang="it-IT" sz="1100" b="0" i="0" u="none" strike="noStrike" dirty="0">
                          <a:solidFill>
                            <a:srgbClr val="FFFFFF"/>
                          </a:solidFill>
                          <a:effectLst/>
                          <a:latin typeface="Calibri" panose="020F0502020204030204" pitchFamily="34" charset="0"/>
                        </a:rPr>
                        <a:t>DATA NOTIFICA</a:t>
                      </a:r>
                    </a:p>
                  </a:txBody>
                  <a:tcPr marL="0" marR="0" marT="0" marB="0" anchor="b">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rgbClr val="002060"/>
                    </a:solidFill>
                  </a:tcPr>
                </a:tc>
                <a:extLst>
                  <a:ext uri="{0D108BD9-81ED-4DB2-BD59-A6C34878D82A}">
                    <a16:rowId xmlns:a16="http://schemas.microsoft.com/office/drawing/2014/main" val="3330255069"/>
                  </a:ext>
                </a:extLst>
              </a:tr>
              <a:tr h="173268">
                <a:tc>
                  <a:txBody>
                    <a:bodyPr/>
                    <a:lstStyle/>
                    <a:p>
                      <a:pPr algn="l" fontAlgn="t"/>
                      <a:r>
                        <a:rPr lang="it-IT" sz="1100" b="0" i="0" u="none" strike="noStrike">
                          <a:solidFill>
                            <a:srgbClr val="000000"/>
                          </a:solidFill>
                          <a:effectLst/>
                          <a:latin typeface="Calibri" panose="020F0502020204030204" pitchFamily="34" charset="0"/>
                        </a:rPr>
                        <a:t> </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algn="l" fontAlgn="t"/>
                      <a:r>
                        <a:rPr lang="it-IT" sz="1100" b="0" i="0" u="none" strike="noStrike" dirty="0">
                          <a:solidFill>
                            <a:srgbClr val="000000"/>
                          </a:solidFill>
                          <a:effectLst/>
                          <a:latin typeface="Calibri" panose="020F0502020204030204" pitchFamily="34" charset="0"/>
                        </a:rPr>
                        <a:t> </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algn="l" fontAlgn="t"/>
                      <a:endParaRPr lang="it-IT" sz="1100" b="0" i="0" u="none" strike="noStrike" dirty="0">
                        <a:solidFill>
                          <a:srgbClr val="000000"/>
                        </a:solidFill>
                        <a:effectLst/>
                        <a:latin typeface="Calibri" panose="020F0502020204030204" pitchFamily="34" charset="0"/>
                      </a:endParaRP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165166232"/>
                  </a:ext>
                </a:extLst>
              </a:tr>
              <a:tr h="173268">
                <a:tc>
                  <a:txBody>
                    <a:bodyPr/>
                    <a:lstStyle/>
                    <a:p>
                      <a:pPr algn="l" fontAlgn="t"/>
                      <a:r>
                        <a:rPr lang="it-IT" sz="1100" b="0" i="0" u="none" strike="noStrike">
                          <a:solidFill>
                            <a:srgbClr val="000000"/>
                          </a:solidFill>
                          <a:effectLst/>
                          <a:latin typeface="Calibri" panose="020F0502020204030204" pitchFamily="34" charset="0"/>
                        </a:rPr>
                        <a:t> </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algn="l" fontAlgn="t"/>
                      <a:r>
                        <a:rPr lang="it-IT" sz="1100" b="0" i="0" u="none" strike="noStrike" dirty="0">
                          <a:solidFill>
                            <a:srgbClr val="000000"/>
                          </a:solidFill>
                          <a:effectLst/>
                          <a:latin typeface="Calibri" panose="020F0502020204030204" pitchFamily="34" charset="0"/>
                        </a:rPr>
                        <a:t> </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algn="l" fontAlgn="t"/>
                      <a:endParaRPr lang="it-IT" sz="1100" b="0" i="0" u="none" strike="noStrike" dirty="0">
                        <a:solidFill>
                          <a:srgbClr val="000000"/>
                        </a:solidFill>
                        <a:effectLst/>
                        <a:latin typeface="Calibri" panose="020F0502020204030204" pitchFamily="34" charset="0"/>
                      </a:endParaRP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254334290"/>
                  </a:ext>
                </a:extLst>
              </a:tr>
              <a:tr h="173268">
                <a:tc>
                  <a:txBody>
                    <a:bodyPr/>
                    <a:lstStyle/>
                    <a:p>
                      <a:pPr algn="l" fontAlgn="t"/>
                      <a:r>
                        <a:rPr lang="it-IT" sz="1100" b="0" i="0" u="none" strike="noStrike">
                          <a:solidFill>
                            <a:srgbClr val="000000"/>
                          </a:solidFill>
                          <a:effectLst/>
                          <a:latin typeface="Calibri" panose="020F0502020204030204" pitchFamily="34" charset="0"/>
                        </a:rPr>
                        <a:t> </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algn="l" fontAlgn="t"/>
                      <a:r>
                        <a:rPr lang="it-IT" sz="1100" b="0" i="0" u="none" strike="noStrike" dirty="0">
                          <a:solidFill>
                            <a:srgbClr val="000000"/>
                          </a:solidFill>
                          <a:effectLst/>
                          <a:latin typeface="Calibri" panose="020F0502020204030204" pitchFamily="34" charset="0"/>
                        </a:rPr>
                        <a:t> </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algn="l" fontAlgn="t"/>
                      <a:endParaRPr lang="it-IT" sz="1100" b="0" i="0" u="none" strike="noStrike" dirty="0">
                        <a:solidFill>
                          <a:srgbClr val="000000"/>
                        </a:solidFill>
                        <a:effectLst/>
                        <a:latin typeface="Calibri" panose="020F0502020204030204" pitchFamily="34" charset="0"/>
                      </a:endParaRP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927145154"/>
                  </a:ext>
                </a:extLst>
              </a:tr>
              <a:tr h="173268">
                <a:tc>
                  <a:txBody>
                    <a:bodyPr/>
                    <a:lstStyle/>
                    <a:p>
                      <a:pPr algn="l" fontAlgn="t"/>
                      <a:r>
                        <a:rPr lang="it-IT" sz="1100" b="0" i="0" u="none" strike="noStrike">
                          <a:solidFill>
                            <a:srgbClr val="000000"/>
                          </a:solidFill>
                          <a:effectLst/>
                          <a:latin typeface="Calibri" panose="020F0502020204030204" pitchFamily="34" charset="0"/>
                        </a:rPr>
                        <a:t> </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algn="l" fontAlgn="t"/>
                      <a:r>
                        <a:rPr lang="it-IT" sz="1100" b="0" i="0" u="none" strike="noStrike" dirty="0">
                          <a:solidFill>
                            <a:srgbClr val="000000"/>
                          </a:solidFill>
                          <a:effectLst/>
                          <a:latin typeface="Calibri" panose="020F0502020204030204" pitchFamily="34" charset="0"/>
                        </a:rPr>
                        <a:t> </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algn="l" fontAlgn="t"/>
                      <a:endParaRPr lang="it-IT" sz="1100" b="0" i="0" u="none" strike="noStrike" dirty="0">
                        <a:solidFill>
                          <a:srgbClr val="000000"/>
                        </a:solidFill>
                        <a:effectLst/>
                        <a:latin typeface="Calibri" panose="020F0502020204030204" pitchFamily="34" charset="0"/>
                      </a:endParaRP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424885452"/>
                  </a:ext>
                </a:extLst>
              </a:tr>
              <a:tr h="173268">
                <a:tc>
                  <a:txBody>
                    <a:bodyPr/>
                    <a:lstStyle/>
                    <a:p>
                      <a:pPr algn="l" fontAlgn="t"/>
                      <a:r>
                        <a:rPr lang="it-IT" sz="1100" b="0" i="0" u="none" strike="noStrike">
                          <a:solidFill>
                            <a:srgbClr val="000000"/>
                          </a:solidFill>
                          <a:effectLst/>
                          <a:latin typeface="Calibri" panose="020F0502020204030204" pitchFamily="34" charset="0"/>
                        </a:rPr>
                        <a:t> </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algn="l" fontAlgn="t"/>
                      <a:r>
                        <a:rPr lang="it-IT" sz="1100" b="0" i="0" u="none" strike="noStrike" dirty="0">
                          <a:solidFill>
                            <a:srgbClr val="000000"/>
                          </a:solidFill>
                          <a:effectLst/>
                          <a:latin typeface="Calibri" panose="020F0502020204030204" pitchFamily="34" charset="0"/>
                        </a:rPr>
                        <a:t> </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algn="l" fontAlgn="t"/>
                      <a:endParaRPr lang="it-IT" sz="1100" b="0" i="0" u="none" strike="noStrike" dirty="0">
                        <a:solidFill>
                          <a:srgbClr val="000000"/>
                        </a:solidFill>
                        <a:effectLst/>
                        <a:latin typeface="Calibri" panose="020F0502020204030204" pitchFamily="34" charset="0"/>
                      </a:endParaRP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83811823"/>
                  </a:ext>
                </a:extLst>
              </a:tr>
              <a:tr h="173268">
                <a:tc>
                  <a:txBody>
                    <a:bodyPr/>
                    <a:lstStyle/>
                    <a:p>
                      <a:pPr algn="l" fontAlgn="t"/>
                      <a:r>
                        <a:rPr lang="it-IT" sz="1100" b="0" i="0" u="none" strike="noStrike" dirty="0">
                          <a:solidFill>
                            <a:srgbClr val="000000"/>
                          </a:solidFill>
                          <a:effectLst/>
                          <a:latin typeface="Calibri" panose="020F0502020204030204" pitchFamily="34" charset="0"/>
                        </a:rPr>
                        <a:t> </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algn="l" fontAlgn="t"/>
                      <a:r>
                        <a:rPr lang="it-IT" sz="1100" b="0" i="0" u="none" strike="noStrike" dirty="0">
                          <a:solidFill>
                            <a:srgbClr val="000000"/>
                          </a:solidFill>
                          <a:effectLst/>
                          <a:latin typeface="Calibri" panose="020F0502020204030204" pitchFamily="34" charset="0"/>
                        </a:rPr>
                        <a:t> </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algn="l" fontAlgn="t"/>
                      <a:endParaRPr lang="it-IT" sz="1100" b="0" i="0" u="none" strike="noStrike" dirty="0">
                        <a:solidFill>
                          <a:srgbClr val="000000"/>
                        </a:solidFill>
                        <a:effectLst/>
                        <a:latin typeface="Calibri" panose="020F0502020204030204" pitchFamily="34" charset="0"/>
                      </a:endParaRP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228095491"/>
                  </a:ext>
                </a:extLst>
              </a:tr>
              <a:tr h="173268">
                <a:tc>
                  <a:txBody>
                    <a:bodyPr/>
                    <a:lstStyle/>
                    <a:p>
                      <a:pPr algn="l" fontAlgn="t"/>
                      <a:r>
                        <a:rPr lang="it-IT" sz="1100" b="0" i="0" u="none" strike="noStrike">
                          <a:solidFill>
                            <a:srgbClr val="000000"/>
                          </a:solidFill>
                          <a:effectLst/>
                          <a:latin typeface="Calibri" panose="020F0502020204030204" pitchFamily="34" charset="0"/>
                        </a:rPr>
                        <a:t> </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algn="l" fontAlgn="t"/>
                      <a:r>
                        <a:rPr lang="it-IT" sz="1100" b="0" i="0" u="none" strike="noStrike" dirty="0">
                          <a:solidFill>
                            <a:srgbClr val="000000"/>
                          </a:solidFill>
                          <a:effectLst/>
                          <a:latin typeface="Calibri" panose="020F0502020204030204" pitchFamily="34" charset="0"/>
                        </a:rPr>
                        <a:t> </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algn="l" fontAlgn="t"/>
                      <a:endParaRPr lang="it-IT" sz="1100" b="0" i="0" u="none" strike="noStrike" dirty="0">
                        <a:solidFill>
                          <a:srgbClr val="000000"/>
                        </a:solidFill>
                        <a:effectLst/>
                        <a:latin typeface="Calibri" panose="020F0502020204030204" pitchFamily="34" charset="0"/>
                      </a:endParaRP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77418168"/>
                  </a:ext>
                </a:extLst>
              </a:tr>
              <a:tr h="173268">
                <a:tc>
                  <a:txBody>
                    <a:bodyPr/>
                    <a:lstStyle/>
                    <a:p>
                      <a:pPr algn="l" fontAlgn="b"/>
                      <a:endParaRPr lang="it-IT" sz="1100" b="0" i="0" u="none" strike="noStrike" dirty="0">
                        <a:solidFill>
                          <a:srgbClr val="000000"/>
                        </a:solidFill>
                        <a:effectLst/>
                        <a:latin typeface="Calibri" panose="020F0502020204030204" pitchFamily="34" charset="0"/>
                      </a:endParaRPr>
                    </a:p>
                  </a:txBody>
                  <a:tcPr marL="0" marR="0" marT="0" marB="0" anchor="b">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algn="l" fontAlgn="b"/>
                      <a:endParaRPr lang="it-IT" sz="1100" b="0" i="0" u="none" strike="noStrike" dirty="0">
                        <a:solidFill>
                          <a:srgbClr val="000000"/>
                        </a:solidFill>
                        <a:effectLst/>
                        <a:latin typeface="Calibri" panose="020F0502020204030204" pitchFamily="34" charset="0"/>
                      </a:endParaRPr>
                    </a:p>
                  </a:txBody>
                  <a:tcPr marL="0" marR="0" marT="0" marB="0" anchor="b">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algn="l" fontAlgn="b"/>
                      <a:endParaRPr lang="it-IT" sz="1100" b="0" i="0" u="none" strike="noStrike" dirty="0">
                        <a:solidFill>
                          <a:srgbClr val="000000"/>
                        </a:solidFill>
                        <a:effectLst/>
                        <a:latin typeface="Calibri" panose="020F0502020204030204" pitchFamily="34" charset="0"/>
                      </a:endParaRPr>
                    </a:p>
                  </a:txBody>
                  <a:tcPr marL="0" marR="0" marT="0" marB="0" anchor="b">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75470317"/>
                  </a:ext>
                </a:extLst>
              </a:tr>
            </a:tbl>
          </a:graphicData>
        </a:graphic>
      </p:graphicFrame>
      <p:graphicFrame>
        <p:nvGraphicFramePr>
          <p:cNvPr id="12" name="Tabella 7">
            <a:extLst>
              <a:ext uri="{FF2B5EF4-FFF2-40B4-BE49-F238E27FC236}">
                <a16:creationId xmlns:a16="http://schemas.microsoft.com/office/drawing/2014/main" id="{79A3AFA7-8CF7-42D5-8AE1-1D4080EAACCC}"/>
              </a:ext>
            </a:extLst>
          </p:cNvPr>
          <p:cNvGraphicFramePr>
            <a:graphicFrameLocks noGrp="1"/>
          </p:cNvGraphicFramePr>
          <p:nvPr>
            <p:extLst>
              <p:ext uri="{D42A27DB-BD31-4B8C-83A1-F6EECF244321}">
                <p14:modId xmlns:p14="http://schemas.microsoft.com/office/powerpoint/2010/main" val="2981234740"/>
              </p:ext>
            </p:extLst>
          </p:nvPr>
        </p:nvGraphicFramePr>
        <p:xfrm>
          <a:off x="371474" y="1910187"/>
          <a:ext cx="11463336" cy="838200"/>
        </p:xfrm>
        <a:graphic>
          <a:graphicData uri="http://schemas.openxmlformats.org/drawingml/2006/table">
            <a:tbl>
              <a:tblPr>
                <a:tableStyleId>{5C22544A-7EE6-4342-B048-85BDC9FD1C3A}</a:tableStyleId>
              </a:tblPr>
              <a:tblGrid>
                <a:gridCol w="467839">
                  <a:extLst>
                    <a:ext uri="{9D8B030D-6E8A-4147-A177-3AD203B41FA5}">
                      <a16:colId xmlns:a16="http://schemas.microsoft.com/office/drawing/2014/main" val="2324477315"/>
                    </a:ext>
                  </a:extLst>
                </a:gridCol>
                <a:gridCol w="3259989">
                  <a:extLst>
                    <a:ext uri="{9D8B030D-6E8A-4147-A177-3AD203B41FA5}">
                      <a16:colId xmlns:a16="http://schemas.microsoft.com/office/drawing/2014/main" val="3597743232"/>
                    </a:ext>
                  </a:extLst>
                </a:gridCol>
                <a:gridCol w="1255362">
                  <a:extLst>
                    <a:ext uri="{9D8B030D-6E8A-4147-A177-3AD203B41FA5}">
                      <a16:colId xmlns:a16="http://schemas.microsoft.com/office/drawing/2014/main" val="116243181"/>
                    </a:ext>
                  </a:extLst>
                </a:gridCol>
                <a:gridCol w="1425844">
                  <a:extLst>
                    <a:ext uri="{9D8B030D-6E8A-4147-A177-3AD203B41FA5}">
                      <a16:colId xmlns:a16="http://schemas.microsoft.com/office/drawing/2014/main" val="4044913926"/>
                    </a:ext>
                  </a:extLst>
                </a:gridCol>
                <a:gridCol w="1987972">
                  <a:extLst>
                    <a:ext uri="{9D8B030D-6E8A-4147-A177-3AD203B41FA5}">
                      <a16:colId xmlns:a16="http://schemas.microsoft.com/office/drawing/2014/main" val="3946685271"/>
                    </a:ext>
                  </a:extLst>
                </a:gridCol>
                <a:gridCol w="1204717">
                  <a:extLst>
                    <a:ext uri="{9D8B030D-6E8A-4147-A177-3AD203B41FA5}">
                      <a16:colId xmlns:a16="http://schemas.microsoft.com/office/drawing/2014/main" val="147304311"/>
                    </a:ext>
                  </a:extLst>
                </a:gridCol>
                <a:gridCol w="994160">
                  <a:extLst>
                    <a:ext uri="{9D8B030D-6E8A-4147-A177-3AD203B41FA5}">
                      <a16:colId xmlns:a16="http://schemas.microsoft.com/office/drawing/2014/main" val="4006317800"/>
                    </a:ext>
                  </a:extLst>
                </a:gridCol>
                <a:gridCol w="867453">
                  <a:extLst>
                    <a:ext uri="{9D8B030D-6E8A-4147-A177-3AD203B41FA5}">
                      <a16:colId xmlns:a16="http://schemas.microsoft.com/office/drawing/2014/main" val="1444474217"/>
                    </a:ext>
                  </a:extLst>
                </a:gridCol>
              </a:tblGrid>
              <a:tr h="173268">
                <a:tc>
                  <a:txBody>
                    <a:bodyPr/>
                    <a:lstStyle/>
                    <a:p>
                      <a:pPr marL="0" algn="ctr" defTabSz="914400" rtl="0" eaLnBrk="1" fontAlgn="b" latinLnBrk="0" hangingPunct="1"/>
                      <a:r>
                        <a:rPr lang="it-IT" sz="1100" b="0" i="0" u="none" strike="noStrike" kern="1200" dirty="0">
                          <a:solidFill>
                            <a:srgbClr val="FFFFFF"/>
                          </a:solidFill>
                          <a:effectLst/>
                          <a:latin typeface="Calibri" panose="020F0502020204030204" pitchFamily="34" charset="0"/>
                          <a:ea typeface="+mn-ea"/>
                          <a:cs typeface="+mn-cs"/>
                        </a:rPr>
                        <a:t>ID SLA</a:t>
                      </a:r>
                    </a:p>
                  </a:txBody>
                  <a:tcPr marL="0" marR="0" marT="0" marB="0" anchor="b">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rgbClr val="002060"/>
                    </a:solidFill>
                  </a:tcPr>
                </a:tc>
                <a:tc>
                  <a:txBody>
                    <a:bodyPr/>
                    <a:lstStyle/>
                    <a:p>
                      <a:pPr marL="0" algn="l" defTabSz="914400" rtl="0" eaLnBrk="1" fontAlgn="b" latinLnBrk="0" hangingPunct="1"/>
                      <a:r>
                        <a:rPr lang="it-IT" sz="1100" b="0" i="0" u="none" strike="noStrike" kern="1200" dirty="0">
                          <a:solidFill>
                            <a:srgbClr val="FFFFFF"/>
                          </a:solidFill>
                          <a:effectLst/>
                          <a:latin typeface="Calibri" panose="020F0502020204030204" pitchFamily="34" charset="0"/>
                          <a:ea typeface="+mn-ea"/>
                          <a:cs typeface="+mn-cs"/>
                        </a:rPr>
                        <a:t>NOME SLA</a:t>
                      </a:r>
                    </a:p>
                  </a:txBody>
                  <a:tcPr marL="0" marR="0" marT="0" marB="0" anchor="b">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rgbClr val="002060"/>
                    </a:solidFill>
                  </a:tcPr>
                </a:tc>
                <a:tc>
                  <a:txBody>
                    <a:bodyPr/>
                    <a:lstStyle/>
                    <a:p>
                      <a:pPr marL="0" algn="l" defTabSz="914400" rtl="0" eaLnBrk="1" fontAlgn="b" latinLnBrk="0" hangingPunct="1"/>
                      <a:r>
                        <a:rPr lang="it-IT" sz="1100" b="0" i="0" u="none" strike="noStrike" kern="1200" dirty="0">
                          <a:solidFill>
                            <a:srgbClr val="FFFFFF"/>
                          </a:solidFill>
                          <a:effectLst/>
                          <a:latin typeface="Calibri" panose="020F0502020204030204" pitchFamily="34" charset="0"/>
                          <a:ea typeface="+mn-ea"/>
                          <a:cs typeface="+mn-cs"/>
                        </a:rPr>
                        <a:t>ATTRIBUTO TEMPORALE</a:t>
                      </a:r>
                    </a:p>
                  </a:txBody>
                  <a:tcPr marL="0" marR="0" marT="0" marB="0" anchor="b">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rgbClr val="002060"/>
                    </a:solidFill>
                  </a:tcPr>
                </a:tc>
                <a:tc>
                  <a:txBody>
                    <a:bodyPr/>
                    <a:lstStyle/>
                    <a:p>
                      <a:pPr marL="0" algn="l" defTabSz="914400" rtl="0" eaLnBrk="1" fontAlgn="b" latinLnBrk="0" hangingPunct="1"/>
                      <a:r>
                        <a:rPr lang="it-IT" sz="1100" b="0" i="0" u="none" strike="noStrike" kern="1200" dirty="0">
                          <a:solidFill>
                            <a:srgbClr val="FFFFFF"/>
                          </a:solidFill>
                          <a:effectLst/>
                          <a:latin typeface="Calibri" panose="020F0502020204030204" pitchFamily="34" charset="0"/>
                          <a:ea typeface="+mn-ea"/>
                          <a:cs typeface="+mn-cs"/>
                        </a:rPr>
                        <a:t>Tempi normativa</a:t>
                      </a:r>
                    </a:p>
                  </a:txBody>
                  <a:tcPr marL="0" marR="0" marT="0" marB="0" anchor="b">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rgbClr val="002060"/>
                    </a:solidFill>
                  </a:tcPr>
                </a:tc>
                <a:tc>
                  <a:txBody>
                    <a:bodyPr/>
                    <a:lstStyle/>
                    <a:p>
                      <a:pPr marL="0" algn="l" defTabSz="914400" rtl="0" eaLnBrk="1" fontAlgn="b" latinLnBrk="0" hangingPunct="1"/>
                      <a:r>
                        <a:rPr lang="it-IT" sz="1100" b="0" i="0" u="none" strike="noStrike" kern="1200" dirty="0">
                          <a:solidFill>
                            <a:schemeClr val="tx2"/>
                          </a:solidFill>
                          <a:effectLst/>
                          <a:latin typeface="Calibri" panose="020F0502020204030204" pitchFamily="34" charset="0"/>
                          <a:ea typeface="+mn-ea"/>
                          <a:cs typeface="+mn-cs"/>
                        </a:rPr>
                        <a:t>Numero di major </a:t>
                      </a:r>
                      <a:r>
                        <a:rPr lang="it-IT" sz="1100" b="0" i="0" u="none" strike="noStrike" kern="1200" dirty="0" err="1">
                          <a:solidFill>
                            <a:schemeClr val="tx2"/>
                          </a:solidFill>
                          <a:effectLst/>
                          <a:latin typeface="Calibri" panose="020F0502020204030204" pitchFamily="34" charset="0"/>
                          <a:ea typeface="+mn-ea"/>
                          <a:cs typeface="+mn-cs"/>
                        </a:rPr>
                        <a:t>incident</a:t>
                      </a:r>
                      <a:r>
                        <a:rPr lang="it-IT" sz="1100" b="0" i="0" u="none" strike="noStrike" kern="1200" dirty="0">
                          <a:solidFill>
                            <a:schemeClr val="tx2"/>
                          </a:solidFill>
                          <a:effectLst/>
                          <a:latin typeface="Calibri" panose="020F0502020204030204" pitchFamily="34" charset="0"/>
                          <a:ea typeface="+mn-ea"/>
                          <a:cs typeface="+mn-cs"/>
                        </a:rPr>
                        <a:t> notificati nei tempi </a:t>
                      </a:r>
                      <a:r>
                        <a:rPr lang="it-IT" sz="1100" u="none" strike="noStrike" kern="1200" dirty="0">
                          <a:solidFill>
                            <a:schemeClr val="tx2"/>
                          </a:solidFill>
                          <a:effectLst/>
                          <a:latin typeface="+mn-lt"/>
                          <a:ea typeface="+mn-ea"/>
                          <a:cs typeface="+mn-cs"/>
                        </a:rPr>
                        <a:t>(uso interno)</a:t>
                      </a:r>
                      <a:endParaRPr lang="it-IT" sz="1100" b="0" i="0" u="none" strike="noStrike" kern="1200" dirty="0">
                        <a:solidFill>
                          <a:schemeClr val="tx2"/>
                        </a:solidFill>
                        <a:effectLst/>
                        <a:latin typeface="Calibri" panose="020F0502020204030204" pitchFamily="34" charset="0"/>
                        <a:ea typeface="+mn-ea"/>
                        <a:cs typeface="+mn-cs"/>
                      </a:endParaRPr>
                    </a:p>
                  </a:txBody>
                  <a:tcPr marL="0" marR="0" marT="0" marB="0" anchor="b">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rgbClr val="FFFF00"/>
                    </a:solidFill>
                  </a:tcPr>
                </a:tc>
                <a:tc>
                  <a:txBody>
                    <a:bodyPr/>
                    <a:lstStyle/>
                    <a:p>
                      <a:pPr marL="0" algn="l" defTabSz="914400" rtl="0" eaLnBrk="1" fontAlgn="b" latinLnBrk="0" hangingPunct="1"/>
                      <a:r>
                        <a:rPr lang="it-IT" sz="1100" b="0" i="0" u="none" strike="noStrike" kern="1200" dirty="0">
                          <a:solidFill>
                            <a:schemeClr val="tx2"/>
                          </a:solidFill>
                          <a:effectLst/>
                          <a:latin typeface="Calibri" panose="020F0502020204030204" pitchFamily="34" charset="0"/>
                          <a:ea typeface="+mn-ea"/>
                          <a:cs typeface="+mn-cs"/>
                        </a:rPr>
                        <a:t>Numero di major </a:t>
                      </a:r>
                      <a:r>
                        <a:rPr lang="it-IT" sz="1100" b="0" i="0" u="none" strike="noStrike" kern="1200" dirty="0" err="1">
                          <a:solidFill>
                            <a:schemeClr val="tx2"/>
                          </a:solidFill>
                          <a:effectLst/>
                          <a:latin typeface="Calibri" panose="020F0502020204030204" pitchFamily="34" charset="0"/>
                          <a:ea typeface="+mn-ea"/>
                          <a:cs typeface="+mn-cs"/>
                        </a:rPr>
                        <a:t>incident</a:t>
                      </a:r>
                      <a:r>
                        <a:rPr lang="it-IT" sz="1100" b="0" i="0" u="none" strike="noStrike" kern="1200" dirty="0">
                          <a:solidFill>
                            <a:schemeClr val="tx2"/>
                          </a:solidFill>
                          <a:effectLst/>
                          <a:latin typeface="Calibri" panose="020F0502020204030204" pitchFamily="34" charset="0"/>
                          <a:ea typeface="+mn-ea"/>
                          <a:cs typeface="+mn-cs"/>
                        </a:rPr>
                        <a:t> totali </a:t>
                      </a:r>
                      <a:r>
                        <a:rPr lang="it-IT" sz="1100" u="none" strike="noStrike" kern="1200" dirty="0">
                          <a:solidFill>
                            <a:schemeClr val="tx2"/>
                          </a:solidFill>
                          <a:effectLst/>
                          <a:latin typeface="+mn-lt"/>
                          <a:ea typeface="+mn-ea"/>
                          <a:cs typeface="+mn-cs"/>
                        </a:rPr>
                        <a:t>(uso interno)</a:t>
                      </a:r>
                      <a:endParaRPr lang="it-IT" sz="1100" b="0" i="0" u="none" strike="noStrike" kern="1200" dirty="0">
                        <a:solidFill>
                          <a:schemeClr val="tx2"/>
                        </a:solidFill>
                        <a:effectLst/>
                        <a:latin typeface="Calibri" panose="020F0502020204030204" pitchFamily="34" charset="0"/>
                        <a:ea typeface="+mn-ea"/>
                        <a:cs typeface="+mn-cs"/>
                      </a:endParaRPr>
                    </a:p>
                  </a:txBody>
                  <a:tcPr marL="0" marR="0" marT="0" marB="0" anchor="b">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rgbClr val="FFFF00"/>
                    </a:solidFill>
                  </a:tcPr>
                </a:tc>
                <a:tc>
                  <a:txBody>
                    <a:bodyPr/>
                    <a:lstStyle/>
                    <a:p>
                      <a:pPr marL="0" algn="l" defTabSz="914400" rtl="0" eaLnBrk="1" fontAlgn="b" latinLnBrk="0" hangingPunct="1"/>
                      <a:r>
                        <a:rPr lang="it-IT" sz="1100" b="0" i="0" u="none" strike="noStrike" kern="1200" dirty="0">
                          <a:solidFill>
                            <a:srgbClr val="FFFFFF"/>
                          </a:solidFill>
                          <a:effectLst/>
                          <a:latin typeface="Calibri" panose="020F0502020204030204" pitchFamily="34" charset="0"/>
                          <a:ea typeface="+mn-ea"/>
                          <a:cs typeface="+mn-cs"/>
                        </a:rPr>
                        <a:t>% PERFORMANCE</a:t>
                      </a:r>
                    </a:p>
                  </a:txBody>
                  <a:tcPr marL="0" marR="0" marT="0" marB="0" anchor="b">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rgbClr val="002060"/>
                    </a:solidFill>
                  </a:tcPr>
                </a:tc>
                <a:tc>
                  <a:txBody>
                    <a:bodyPr/>
                    <a:lstStyle/>
                    <a:p>
                      <a:pPr marL="0" algn="l" defTabSz="914400" rtl="0" eaLnBrk="1" fontAlgn="b" latinLnBrk="0" hangingPunct="1"/>
                      <a:r>
                        <a:rPr lang="it-IT" sz="1100" b="0" i="0" u="none" strike="noStrike" kern="1200" dirty="0">
                          <a:solidFill>
                            <a:srgbClr val="FFFFFF"/>
                          </a:solidFill>
                          <a:effectLst/>
                          <a:latin typeface="Calibri" panose="020F0502020204030204" pitchFamily="34" charset="0"/>
                          <a:ea typeface="+mn-ea"/>
                          <a:cs typeface="+mn-cs"/>
                        </a:rPr>
                        <a:t>% SOGLIA SLA</a:t>
                      </a:r>
                    </a:p>
                  </a:txBody>
                  <a:tcPr marL="0" marR="0" marT="0" marB="0" anchor="b">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rgbClr val="002060"/>
                    </a:solidFill>
                  </a:tcPr>
                </a:tc>
                <a:extLst>
                  <a:ext uri="{0D108BD9-81ED-4DB2-BD59-A6C34878D82A}">
                    <a16:rowId xmlns:a16="http://schemas.microsoft.com/office/drawing/2014/main" val="3330255069"/>
                  </a:ext>
                </a:extLst>
              </a:tr>
              <a:tr h="173268">
                <a:tc>
                  <a:txBody>
                    <a:bodyPr/>
                    <a:lstStyle/>
                    <a:p>
                      <a:pPr marL="0" algn="ctr" defTabSz="914400" rtl="0" eaLnBrk="1" fontAlgn="t" latinLnBrk="0" hangingPunct="1"/>
                      <a:r>
                        <a:rPr lang="it-IT" sz="1100" b="0" i="0" u="none" strike="noStrike" kern="1200" dirty="0">
                          <a:solidFill>
                            <a:srgbClr val="000000"/>
                          </a:solidFill>
                          <a:effectLst/>
                          <a:latin typeface="Calibri" panose="020F0502020204030204" pitchFamily="34" charset="0"/>
                          <a:ea typeface="+mn-ea"/>
                          <a:cs typeface="+mn-cs"/>
                        </a:rPr>
                        <a:t>103</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algn="l" defTabSz="914400" rtl="0" eaLnBrk="1" fontAlgn="t" latinLnBrk="0" hangingPunct="1"/>
                      <a:r>
                        <a:rPr lang="it-IT" sz="1100" b="0" i="0" u="none" strike="noStrike" kern="1200" dirty="0">
                          <a:solidFill>
                            <a:srgbClr val="000000"/>
                          </a:solidFill>
                          <a:effectLst/>
                          <a:latin typeface="Calibri" panose="020F0502020204030204" pitchFamily="34" charset="0"/>
                          <a:ea typeface="+mn-ea"/>
                          <a:cs typeface="+mn-cs"/>
                        </a:rPr>
                        <a:t>Segnalazioni e tempistiche inerenti ai major/minor </a:t>
                      </a:r>
                      <a:r>
                        <a:rPr lang="it-IT" sz="1100" b="0" i="0" u="none" strike="noStrike" kern="1200" dirty="0" err="1">
                          <a:solidFill>
                            <a:srgbClr val="000000"/>
                          </a:solidFill>
                          <a:effectLst/>
                          <a:latin typeface="Calibri" panose="020F0502020204030204" pitchFamily="34" charset="0"/>
                          <a:ea typeface="+mn-ea"/>
                          <a:cs typeface="+mn-cs"/>
                        </a:rPr>
                        <a:t>incident</a:t>
                      </a:r>
                      <a:r>
                        <a:rPr lang="it-IT" sz="1100" b="0" i="0" u="none" strike="noStrike" kern="1200" dirty="0">
                          <a:solidFill>
                            <a:srgbClr val="000000"/>
                          </a:solidFill>
                          <a:effectLst/>
                          <a:latin typeface="Calibri" panose="020F0502020204030204" pitchFamily="34" charset="0"/>
                          <a:ea typeface="+mn-ea"/>
                          <a:cs typeface="+mn-cs"/>
                        </a:rPr>
                        <a:t> in compliance con la normativa vigente </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algn="l" defTabSz="914400" rtl="0" eaLnBrk="1" fontAlgn="t" latinLnBrk="0" hangingPunct="1"/>
                      <a:endParaRPr lang="it-IT" sz="1100" b="0" i="0" u="none" strike="noStrike" kern="1200">
                        <a:solidFill>
                          <a:srgbClr val="000000"/>
                        </a:solidFill>
                        <a:effectLst/>
                        <a:latin typeface="Calibri" panose="020F0502020204030204" pitchFamily="34" charset="0"/>
                        <a:ea typeface="+mn-ea"/>
                        <a:cs typeface="+mn-cs"/>
                      </a:endParaRP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algn="l" defTabSz="914400" rtl="0" eaLnBrk="1" fontAlgn="t" latinLnBrk="0" hangingPunct="1"/>
                      <a:endParaRPr lang="it-IT" sz="1100" b="0" i="0" u="none" strike="noStrike" kern="1200" dirty="0">
                        <a:solidFill>
                          <a:srgbClr val="000000"/>
                        </a:solidFill>
                        <a:effectLst/>
                        <a:latin typeface="Calibri" panose="020F0502020204030204" pitchFamily="34" charset="0"/>
                        <a:ea typeface="+mn-ea"/>
                        <a:cs typeface="+mn-cs"/>
                      </a:endParaRP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algn="l" defTabSz="914400" rtl="0" eaLnBrk="1" fontAlgn="t" latinLnBrk="0" hangingPunct="1"/>
                      <a:endParaRPr lang="it-IT" sz="1100" b="0" i="0" u="none" strike="noStrike" kern="1200">
                        <a:solidFill>
                          <a:srgbClr val="000000"/>
                        </a:solidFill>
                        <a:effectLst/>
                        <a:latin typeface="Calibri" panose="020F0502020204030204" pitchFamily="34" charset="0"/>
                        <a:ea typeface="+mn-ea"/>
                        <a:cs typeface="+mn-cs"/>
                      </a:endParaRP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algn="l" defTabSz="914400" rtl="0" eaLnBrk="1" fontAlgn="t" latinLnBrk="0" hangingPunct="1"/>
                      <a:r>
                        <a:rPr lang="it-IT" sz="1100" b="0" i="0" u="none" strike="noStrike" kern="1200" dirty="0">
                          <a:solidFill>
                            <a:srgbClr val="000000"/>
                          </a:solidFill>
                          <a:effectLst/>
                          <a:latin typeface="Calibri" panose="020F0502020204030204" pitchFamily="34" charset="0"/>
                          <a:ea typeface="+mn-ea"/>
                          <a:cs typeface="+mn-cs"/>
                        </a:rPr>
                        <a:t> </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algn="l" defTabSz="914400" rtl="0" eaLnBrk="1" fontAlgn="t" latinLnBrk="0" hangingPunct="1"/>
                      <a:r>
                        <a:rPr lang="it-IT" sz="1100" b="0" i="0" u="none" strike="noStrike" kern="1200" dirty="0">
                          <a:solidFill>
                            <a:srgbClr val="000000"/>
                          </a:solidFill>
                          <a:effectLst/>
                          <a:latin typeface="Calibri" panose="020F0502020204030204" pitchFamily="34" charset="0"/>
                          <a:ea typeface="+mn-ea"/>
                          <a:cs typeface="+mn-cs"/>
                        </a:rPr>
                        <a:t> </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algn="l" defTabSz="914400" rtl="0" eaLnBrk="1" fontAlgn="t" latinLnBrk="0" hangingPunct="1"/>
                      <a:endParaRPr lang="it-IT" sz="1100" b="0" i="0" u="none" strike="noStrike" kern="1200" dirty="0">
                        <a:solidFill>
                          <a:srgbClr val="000000"/>
                        </a:solidFill>
                        <a:effectLst/>
                        <a:latin typeface="Calibri" panose="020F0502020204030204" pitchFamily="34" charset="0"/>
                        <a:ea typeface="+mn-ea"/>
                        <a:cs typeface="+mn-cs"/>
                      </a:endParaRP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165166232"/>
                  </a:ext>
                </a:extLst>
              </a:tr>
            </a:tbl>
          </a:graphicData>
        </a:graphic>
      </p:graphicFrame>
    </p:spTree>
    <p:extLst>
      <p:ext uri="{BB962C8B-B14F-4D97-AF65-F5344CB8AC3E}">
        <p14:creationId xmlns:p14="http://schemas.microsoft.com/office/powerpoint/2010/main" val="12182461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testo 1">
            <a:extLst>
              <a:ext uri="{FF2B5EF4-FFF2-40B4-BE49-F238E27FC236}">
                <a16:creationId xmlns:a16="http://schemas.microsoft.com/office/drawing/2014/main" id="{C1FC055D-BC62-C270-6669-7320F79D9E8A}"/>
              </a:ext>
            </a:extLst>
          </p:cNvPr>
          <p:cNvSpPr>
            <a:spLocks noGrp="1"/>
          </p:cNvSpPr>
          <p:nvPr>
            <p:ph type="body" sz="quarter" idx="10"/>
          </p:nvPr>
        </p:nvSpPr>
        <p:spPr/>
        <p:txBody>
          <a:bodyPr/>
          <a:lstStyle/>
          <a:p>
            <a:r>
              <a:rPr lang="it-IT" dirty="0"/>
              <a:t>Template SLA – T12</a:t>
            </a:r>
          </a:p>
          <a:p>
            <a:r>
              <a:rPr lang="it-IT" dirty="0"/>
              <a:t>AAAA – Servizi core e di directory - Consegna garantita(ID1)</a:t>
            </a:r>
          </a:p>
        </p:txBody>
      </p:sp>
      <p:sp>
        <p:nvSpPr>
          <p:cNvPr id="6" name="CasellaDiTesto 5">
            <a:extLst>
              <a:ext uri="{FF2B5EF4-FFF2-40B4-BE49-F238E27FC236}">
                <a16:creationId xmlns:a16="http://schemas.microsoft.com/office/drawing/2014/main" id="{3492011C-4B6C-BD8C-6465-442E8F4D89F6}"/>
              </a:ext>
            </a:extLst>
          </p:cNvPr>
          <p:cNvSpPr txBox="1"/>
          <p:nvPr/>
        </p:nvSpPr>
        <p:spPr>
          <a:xfrm>
            <a:off x="1570354" y="1333875"/>
            <a:ext cx="2296225" cy="369332"/>
          </a:xfrm>
          <a:prstGeom prst="rect">
            <a:avLst/>
          </a:prstGeom>
          <a:noFill/>
        </p:spPr>
        <p:txBody>
          <a:bodyPr wrap="square" rtlCol="0">
            <a:spAutoFit/>
          </a:bodyPr>
          <a:lstStyle/>
          <a:p>
            <a:r>
              <a:rPr lang="it-IT" dirty="0"/>
              <a:t>TAB 1</a:t>
            </a:r>
          </a:p>
        </p:txBody>
      </p:sp>
      <p:graphicFrame>
        <p:nvGraphicFramePr>
          <p:cNvPr id="9" name="Tabella 7">
            <a:extLst>
              <a:ext uri="{FF2B5EF4-FFF2-40B4-BE49-F238E27FC236}">
                <a16:creationId xmlns:a16="http://schemas.microsoft.com/office/drawing/2014/main" id="{F73C4173-40CD-4C5E-BCBC-2511D92798E9}"/>
              </a:ext>
            </a:extLst>
          </p:cNvPr>
          <p:cNvGraphicFramePr>
            <a:graphicFrameLocks noGrp="1"/>
          </p:cNvGraphicFramePr>
          <p:nvPr>
            <p:extLst>
              <p:ext uri="{D42A27DB-BD31-4B8C-83A1-F6EECF244321}">
                <p14:modId xmlns:p14="http://schemas.microsoft.com/office/powerpoint/2010/main" val="1212826761"/>
              </p:ext>
            </p:extLst>
          </p:nvPr>
        </p:nvGraphicFramePr>
        <p:xfrm>
          <a:off x="371474" y="2382079"/>
          <a:ext cx="10258619" cy="508548"/>
        </p:xfrm>
        <a:graphic>
          <a:graphicData uri="http://schemas.openxmlformats.org/drawingml/2006/table">
            <a:tbl>
              <a:tblPr>
                <a:tableStyleId>{5C22544A-7EE6-4342-B048-85BDC9FD1C3A}</a:tableStyleId>
              </a:tblPr>
              <a:tblGrid>
                <a:gridCol w="467839">
                  <a:extLst>
                    <a:ext uri="{9D8B030D-6E8A-4147-A177-3AD203B41FA5}">
                      <a16:colId xmlns:a16="http://schemas.microsoft.com/office/drawing/2014/main" val="2324477315"/>
                    </a:ext>
                  </a:extLst>
                </a:gridCol>
                <a:gridCol w="3259989">
                  <a:extLst>
                    <a:ext uri="{9D8B030D-6E8A-4147-A177-3AD203B41FA5}">
                      <a16:colId xmlns:a16="http://schemas.microsoft.com/office/drawing/2014/main" val="3597743232"/>
                    </a:ext>
                  </a:extLst>
                </a:gridCol>
                <a:gridCol w="1255362">
                  <a:extLst>
                    <a:ext uri="{9D8B030D-6E8A-4147-A177-3AD203B41FA5}">
                      <a16:colId xmlns:a16="http://schemas.microsoft.com/office/drawing/2014/main" val="116243181"/>
                    </a:ext>
                  </a:extLst>
                </a:gridCol>
                <a:gridCol w="1425844">
                  <a:extLst>
                    <a:ext uri="{9D8B030D-6E8A-4147-A177-3AD203B41FA5}">
                      <a16:colId xmlns:a16="http://schemas.microsoft.com/office/drawing/2014/main" val="4044913926"/>
                    </a:ext>
                  </a:extLst>
                </a:gridCol>
                <a:gridCol w="1987972">
                  <a:extLst>
                    <a:ext uri="{9D8B030D-6E8A-4147-A177-3AD203B41FA5}">
                      <a16:colId xmlns:a16="http://schemas.microsoft.com/office/drawing/2014/main" val="3946685271"/>
                    </a:ext>
                  </a:extLst>
                </a:gridCol>
                <a:gridCol w="994160">
                  <a:extLst>
                    <a:ext uri="{9D8B030D-6E8A-4147-A177-3AD203B41FA5}">
                      <a16:colId xmlns:a16="http://schemas.microsoft.com/office/drawing/2014/main" val="4006317800"/>
                    </a:ext>
                  </a:extLst>
                </a:gridCol>
                <a:gridCol w="867453">
                  <a:extLst>
                    <a:ext uri="{9D8B030D-6E8A-4147-A177-3AD203B41FA5}">
                      <a16:colId xmlns:a16="http://schemas.microsoft.com/office/drawing/2014/main" val="1444474217"/>
                    </a:ext>
                  </a:extLst>
                </a:gridCol>
              </a:tblGrid>
              <a:tr h="335280">
                <a:tc>
                  <a:txBody>
                    <a:bodyPr/>
                    <a:lstStyle/>
                    <a:p>
                      <a:pPr marL="0" algn="ctr" defTabSz="914400" rtl="0" eaLnBrk="1" fontAlgn="b" latinLnBrk="0" hangingPunct="1"/>
                      <a:r>
                        <a:rPr lang="it-IT" sz="1100" b="0" i="0" u="none" strike="noStrike" kern="1200" dirty="0">
                          <a:solidFill>
                            <a:srgbClr val="FFFFFF"/>
                          </a:solidFill>
                          <a:effectLst/>
                          <a:latin typeface="Calibri" panose="020F0502020204030204" pitchFamily="34" charset="0"/>
                          <a:ea typeface="+mn-ea"/>
                          <a:cs typeface="+mn-cs"/>
                        </a:rPr>
                        <a:t>ID SLA</a:t>
                      </a:r>
                    </a:p>
                  </a:txBody>
                  <a:tcPr marL="0" marR="0" marT="0" marB="0" anchor="b">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rgbClr val="002060"/>
                    </a:solidFill>
                  </a:tcPr>
                </a:tc>
                <a:tc>
                  <a:txBody>
                    <a:bodyPr/>
                    <a:lstStyle/>
                    <a:p>
                      <a:pPr marL="0" algn="l" defTabSz="914400" rtl="0" eaLnBrk="1" fontAlgn="b" latinLnBrk="0" hangingPunct="1"/>
                      <a:r>
                        <a:rPr lang="it-IT" sz="1100" b="0" i="0" u="none" strike="noStrike" kern="1200" dirty="0">
                          <a:solidFill>
                            <a:srgbClr val="FFFFFF"/>
                          </a:solidFill>
                          <a:effectLst/>
                          <a:latin typeface="Calibri" panose="020F0502020204030204" pitchFamily="34" charset="0"/>
                          <a:ea typeface="+mn-ea"/>
                          <a:cs typeface="+mn-cs"/>
                        </a:rPr>
                        <a:t>NOME SLA</a:t>
                      </a:r>
                    </a:p>
                  </a:txBody>
                  <a:tcPr marL="0" marR="0" marT="0" marB="0" anchor="b">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rgbClr val="002060"/>
                    </a:solidFill>
                  </a:tcPr>
                </a:tc>
                <a:tc>
                  <a:txBody>
                    <a:bodyPr/>
                    <a:lstStyle/>
                    <a:p>
                      <a:pPr marL="0" algn="l" defTabSz="914400" rtl="0" eaLnBrk="1" fontAlgn="b" latinLnBrk="0" hangingPunct="1"/>
                      <a:r>
                        <a:rPr lang="it-IT" sz="1100" b="0" i="0" u="none" strike="noStrike" kern="1200" dirty="0">
                          <a:solidFill>
                            <a:srgbClr val="FFFFFF"/>
                          </a:solidFill>
                          <a:effectLst/>
                          <a:latin typeface="Calibri" panose="020F0502020204030204" pitchFamily="34" charset="0"/>
                          <a:ea typeface="+mn-ea"/>
                          <a:cs typeface="+mn-cs"/>
                        </a:rPr>
                        <a:t>ATTRIBUTO TEMPORALE</a:t>
                      </a:r>
                    </a:p>
                  </a:txBody>
                  <a:tcPr marL="0" marR="0" marT="0" marB="0" anchor="b">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rgbClr val="002060"/>
                    </a:solidFill>
                  </a:tcPr>
                </a:tc>
                <a:tc>
                  <a:txBody>
                    <a:bodyPr/>
                    <a:lstStyle/>
                    <a:p>
                      <a:pPr marL="0" algn="l" defTabSz="914400" rtl="0" eaLnBrk="1" fontAlgn="b" latinLnBrk="0" hangingPunct="1"/>
                      <a:r>
                        <a:rPr lang="it-IT" sz="1100" b="0" i="0" u="none" strike="noStrike" kern="1200" dirty="0">
                          <a:solidFill>
                            <a:schemeClr val="tx2"/>
                          </a:solidFill>
                          <a:effectLst/>
                          <a:latin typeface="Calibri" panose="020F0502020204030204" pitchFamily="34" charset="0"/>
                          <a:ea typeface="+mn-ea"/>
                          <a:cs typeface="+mn-cs"/>
                        </a:rPr>
                        <a:t>Flussi consegnati </a:t>
                      </a:r>
                      <a:r>
                        <a:rPr lang="it-IT" sz="1100" u="none" strike="noStrike" kern="1200" dirty="0">
                          <a:solidFill>
                            <a:schemeClr val="tx2"/>
                          </a:solidFill>
                          <a:effectLst/>
                          <a:latin typeface="+mn-lt"/>
                          <a:ea typeface="+mn-ea"/>
                          <a:cs typeface="+mn-cs"/>
                        </a:rPr>
                        <a:t>(uso interno)</a:t>
                      </a:r>
                      <a:endParaRPr lang="it-IT" sz="1100" b="0" i="0" u="none" strike="noStrike" kern="1200" dirty="0">
                        <a:solidFill>
                          <a:schemeClr val="tx2"/>
                        </a:solidFill>
                        <a:effectLst/>
                        <a:latin typeface="Calibri" panose="020F0502020204030204" pitchFamily="34" charset="0"/>
                        <a:ea typeface="+mn-ea"/>
                        <a:cs typeface="+mn-cs"/>
                      </a:endParaRPr>
                    </a:p>
                  </a:txBody>
                  <a:tcPr marL="0" marR="0" marT="0" marB="0" anchor="b">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rgbClr val="FFFF00"/>
                    </a:solidFill>
                  </a:tcPr>
                </a:tc>
                <a:tc>
                  <a:txBody>
                    <a:bodyPr/>
                    <a:lstStyle/>
                    <a:p>
                      <a:pPr marL="0" algn="l" defTabSz="914400" rtl="0" eaLnBrk="1" fontAlgn="b" latinLnBrk="0" hangingPunct="1"/>
                      <a:r>
                        <a:rPr lang="it-IT" sz="1100" b="0" i="0" u="none" strike="noStrike" kern="1200" dirty="0">
                          <a:solidFill>
                            <a:schemeClr val="tx2"/>
                          </a:solidFill>
                          <a:effectLst/>
                          <a:latin typeface="Calibri" panose="020F0502020204030204" pitchFamily="34" charset="0"/>
                          <a:ea typeface="+mn-ea"/>
                          <a:cs typeface="+mn-cs"/>
                        </a:rPr>
                        <a:t>Flussi presi in carico </a:t>
                      </a:r>
                      <a:r>
                        <a:rPr lang="it-IT" sz="1100" u="none" strike="noStrike" kern="1200" dirty="0">
                          <a:solidFill>
                            <a:schemeClr val="tx2"/>
                          </a:solidFill>
                          <a:effectLst/>
                          <a:latin typeface="+mn-lt"/>
                          <a:ea typeface="+mn-ea"/>
                          <a:cs typeface="+mn-cs"/>
                        </a:rPr>
                        <a:t>(uso interno)</a:t>
                      </a:r>
                      <a:endParaRPr lang="it-IT" sz="1100" b="0" i="0" u="none" strike="noStrike" kern="1200" dirty="0">
                        <a:solidFill>
                          <a:schemeClr val="tx2"/>
                        </a:solidFill>
                        <a:effectLst/>
                        <a:latin typeface="Calibri" panose="020F0502020204030204" pitchFamily="34" charset="0"/>
                        <a:ea typeface="+mn-ea"/>
                        <a:cs typeface="+mn-cs"/>
                      </a:endParaRPr>
                    </a:p>
                  </a:txBody>
                  <a:tcPr marL="0" marR="0" marT="0" marB="0" anchor="b">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rgbClr val="FFFF00"/>
                    </a:solidFill>
                  </a:tcPr>
                </a:tc>
                <a:tc>
                  <a:txBody>
                    <a:bodyPr/>
                    <a:lstStyle/>
                    <a:p>
                      <a:pPr marL="0" algn="l" defTabSz="914400" rtl="0" eaLnBrk="1" fontAlgn="b" latinLnBrk="0" hangingPunct="1"/>
                      <a:r>
                        <a:rPr lang="it-IT" sz="1100" b="0" i="0" u="none" strike="noStrike" kern="1200" dirty="0">
                          <a:solidFill>
                            <a:srgbClr val="FFFFFF"/>
                          </a:solidFill>
                          <a:effectLst/>
                          <a:latin typeface="Calibri" panose="020F0502020204030204" pitchFamily="34" charset="0"/>
                          <a:ea typeface="+mn-ea"/>
                          <a:cs typeface="+mn-cs"/>
                        </a:rPr>
                        <a:t>% PERFORMANCE</a:t>
                      </a:r>
                    </a:p>
                  </a:txBody>
                  <a:tcPr marL="0" marR="0" marT="0" marB="0" anchor="b">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rgbClr val="002060"/>
                    </a:solidFill>
                  </a:tcPr>
                </a:tc>
                <a:tc>
                  <a:txBody>
                    <a:bodyPr/>
                    <a:lstStyle/>
                    <a:p>
                      <a:pPr marL="0" algn="l" defTabSz="914400" rtl="0" eaLnBrk="1" fontAlgn="b" latinLnBrk="0" hangingPunct="1"/>
                      <a:r>
                        <a:rPr lang="it-IT" sz="1100" b="0" i="0" u="none" strike="noStrike" kern="1200" dirty="0">
                          <a:solidFill>
                            <a:srgbClr val="FFFFFF"/>
                          </a:solidFill>
                          <a:effectLst/>
                          <a:latin typeface="Calibri" panose="020F0502020204030204" pitchFamily="34" charset="0"/>
                          <a:ea typeface="+mn-ea"/>
                          <a:cs typeface="+mn-cs"/>
                        </a:rPr>
                        <a:t>% SOGLIA SLA</a:t>
                      </a:r>
                    </a:p>
                  </a:txBody>
                  <a:tcPr marL="0" marR="0" marT="0" marB="0" anchor="b">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rgbClr val="002060"/>
                    </a:solidFill>
                  </a:tcPr>
                </a:tc>
                <a:extLst>
                  <a:ext uri="{0D108BD9-81ED-4DB2-BD59-A6C34878D82A}">
                    <a16:rowId xmlns:a16="http://schemas.microsoft.com/office/drawing/2014/main" val="3330255069"/>
                  </a:ext>
                </a:extLst>
              </a:tr>
              <a:tr h="173268">
                <a:tc>
                  <a:txBody>
                    <a:bodyPr/>
                    <a:lstStyle/>
                    <a:p>
                      <a:pPr marL="0" algn="ctr" defTabSz="914400" rtl="0" eaLnBrk="1" fontAlgn="t" latinLnBrk="0" hangingPunct="1"/>
                      <a:r>
                        <a:rPr lang="it-IT" sz="1100" b="0" i="0" u="none" strike="noStrike" kern="1200" dirty="0">
                          <a:solidFill>
                            <a:srgbClr val="000000"/>
                          </a:solidFill>
                          <a:effectLst/>
                          <a:latin typeface="Calibri" panose="020F0502020204030204" pitchFamily="34" charset="0"/>
                          <a:ea typeface="+mn-ea"/>
                          <a:cs typeface="+mn-cs"/>
                        </a:rPr>
                        <a:t>1</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algn="l" defTabSz="914400" rtl="0" eaLnBrk="1" fontAlgn="t" latinLnBrk="0" hangingPunct="1"/>
                      <a:r>
                        <a:rPr lang="it-IT" sz="1100" b="0" i="0" u="none" strike="noStrike" kern="1200" dirty="0">
                          <a:solidFill>
                            <a:srgbClr val="000000"/>
                          </a:solidFill>
                          <a:effectLst/>
                          <a:latin typeface="Calibri" panose="020F0502020204030204" pitchFamily="34" charset="0"/>
                          <a:ea typeface="+mn-ea"/>
                          <a:cs typeface="+mn-cs"/>
                        </a:rPr>
                        <a:t>Consegna Garantita </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algn="l" defTabSz="914400" rtl="0" eaLnBrk="1" fontAlgn="t" latinLnBrk="0" hangingPunct="1"/>
                      <a:r>
                        <a:rPr lang="it-IT" sz="1100" b="0" i="0" u="none" strike="noStrike" kern="1200" dirty="0">
                          <a:solidFill>
                            <a:srgbClr val="000000"/>
                          </a:solidFill>
                          <a:effectLst/>
                          <a:latin typeface="Calibri" panose="020F0502020204030204" pitchFamily="34" charset="0"/>
                          <a:ea typeface="+mn-ea"/>
                          <a:cs typeface="+mn-cs"/>
                        </a:rPr>
                        <a:t>Annuale</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algn="l" defTabSz="914400" rtl="0" eaLnBrk="1" fontAlgn="t" latinLnBrk="0" hangingPunct="1"/>
                      <a:endParaRPr lang="it-IT" sz="1100" b="0" i="0" u="none" strike="noStrike" kern="1200" dirty="0">
                        <a:solidFill>
                          <a:srgbClr val="000000"/>
                        </a:solidFill>
                        <a:effectLst/>
                        <a:latin typeface="Calibri" panose="020F0502020204030204" pitchFamily="34" charset="0"/>
                        <a:ea typeface="+mn-ea"/>
                        <a:cs typeface="+mn-cs"/>
                      </a:endParaRP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algn="l" defTabSz="914400" rtl="0" eaLnBrk="1" fontAlgn="t" latinLnBrk="0" hangingPunct="1"/>
                      <a:endParaRPr lang="it-IT" sz="1100" b="0" i="0" u="none" strike="noStrike" kern="1200">
                        <a:solidFill>
                          <a:srgbClr val="000000"/>
                        </a:solidFill>
                        <a:effectLst/>
                        <a:latin typeface="Calibri" panose="020F0502020204030204" pitchFamily="34" charset="0"/>
                        <a:ea typeface="+mn-ea"/>
                        <a:cs typeface="+mn-cs"/>
                      </a:endParaRP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algn="l" defTabSz="914400" rtl="0" eaLnBrk="1" fontAlgn="t" latinLnBrk="0" hangingPunct="1"/>
                      <a:r>
                        <a:rPr lang="it-IT" sz="1100" b="0" i="0" u="none" strike="noStrike" kern="1200" dirty="0">
                          <a:solidFill>
                            <a:srgbClr val="000000"/>
                          </a:solidFill>
                          <a:effectLst/>
                          <a:latin typeface="Calibri" panose="020F0502020204030204" pitchFamily="34" charset="0"/>
                          <a:ea typeface="+mn-ea"/>
                          <a:cs typeface="+mn-cs"/>
                        </a:rPr>
                        <a:t> </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algn="l" defTabSz="914400" rtl="0" eaLnBrk="1" fontAlgn="t" latinLnBrk="0" hangingPunct="1"/>
                      <a:endParaRPr lang="it-IT" sz="1100" b="0" i="0" u="none" strike="noStrike" kern="1200" dirty="0">
                        <a:solidFill>
                          <a:srgbClr val="000000"/>
                        </a:solidFill>
                        <a:effectLst/>
                        <a:latin typeface="Calibri" panose="020F0502020204030204" pitchFamily="34" charset="0"/>
                        <a:ea typeface="+mn-ea"/>
                        <a:cs typeface="+mn-cs"/>
                      </a:endParaRP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165166232"/>
                  </a:ext>
                </a:extLst>
              </a:tr>
            </a:tbl>
          </a:graphicData>
        </a:graphic>
      </p:graphicFrame>
    </p:spTree>
    <p:extLst>
      <p:ext uri="{BB962C8B-B14F-4D97-AF65-F5344CB8AC3E}">
        <p14:creationId xmlns:p14="http://schemas.microsoft.com/office/powerpoint/2010/main" val="10133817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testo 1">
            <a:extLst>
              <a:ext uri="{FF2B5EF4-FFF2-40B4-BE49-F238E27FC236}">
                <a16:creationId xmlns:a16="http://schemas.microsoft.com/office/drawing/2014/main" id="{C1FC055D-BC62-C270-6669-7320F79D9E8A}"/>
              </a:ext>
            </a:extLst>
          </p:cNvPr>
          <p:cNvSpPr>
            <a:spLocks noGrp="1"/>
          </p:cNvSpPr>
          <p:nvPr>
            <p:ph type="body" sz="quarter" idx="10"/>
          </p:nvPr>
        </p:nvSpPr>
        <p:spPr/>
        <p:txBody>
          <a:bodyPr/>
          <a:lstStyle/>
          <a:p>
            <a:r>
              <a:rPr lang="it-IT" dirty="0"/>
              <a:t>Template SLA – T13</a:t>
            </a:r>
          </a:p>
          <a:p>
            <a:r>
              <a:rPr lang="it-IT" dirty="0"/>
              <a:t>AAAA – Volume di traffico non compresso veicolato per il Servizio di Nodo CBI (ID16)</a:t>
            </a:r>
          </a:p>
        </p:txBody>
      </p:sp>
      <p:sp>
        <p:nvSpPr>
          <p:cNvPr id="6" name="CasellaDiTesto 5">
            <a:extLst>
              <a:ext uri="{FF2B5EF4-FFF2-40B4-BE49-F238E27FC236}">
                <a16:creationId xmlns:a16="http://schemas.microsoft.com/office/drawing/2014/main" id="{3492011C-4B6C-BD8C-6465-442E8F4D89F6}"/>
              </a:ext>
            </a:extLst>
          </p:cNvPr>
          <p:cNvSpPr txBox="1"/>
          <p:nvPr/>
        </p:nvSpPr>
        <p:spPr>
          <a:xfrm>
            <a:off x="371474" y="1540855"/>
            <a:ext cx="2296225" cy="369332"/>
          </a:xfrm>
          <a:prstGeom prst="rect">
            <a:avLst/>
          </a:prstGeom>
          <a:noFill/>
        </p:spPr>
        <p:txBody>
          <a:bodyPr wrap="square" rtlCol="0">
            <a:spAutoFit/>
          </a:bodyPr>
          <a:lstStyle/>
          <a:p>
            <a:r>
              <a:rPr lang="it-IT" dirty="0"/>
              <a:t>TAB 1</a:t>
            </a:r>
          </a:p>
        </p:txBody>
      </p:sp>
      <p:graphicFrame>
        <p:nvGraphicFramePr>
          <p:cNvPr id="5" name="Tabella 4">
            <a:extLst>
              <a:ext uri="{FF2B5EF4-FFF2-40B4-BE49-F238E27FC236}">
                <a16:creationId xmlns:a16="http://schemas.microsoft.com/office/drawing/2014/main" id="{DEEF65BA-1C32-554D-44F3-D1118070299D}"/>
              </a:ext>
            </a:extLst>
          </p:cNvPr>
          <p:cNvGraphicFramePr>
            <a:graphicFrameLocks noGrp="1"/>
          </p:cNvGraphicFramePr>
          <p:nvPr>
            <p:extLst>
              <p:ext uri="{D42A27DB-BD31-4B8C-83A1-F6EECF244321}">
                <p14:modId xmlns:p14="http://schemas.microsoft.com/office/powerpoint/2010/main" val="3323109548"/>
              </p:ext>
            </p:extLst>
          </p:nvPr>
        </p:nvGraphicFramePr>
        <p:xfrm>
          <a:off x="467104" y="4797341"/>
          <a:ext cx="3123384" cy="519804"/>
        </p:xfrm>
        <a:graphic>
          <a:graphicData uri="http://schemas.openxmlformats.org/drawingml/2006/table">
            <a:tbl>
              <a:tblPr>
                <a:tableStyleId>{5C22544A-7EE6-4342-B048-85BDC9FD1C3A}</a:tableStyleId>
              </a:tblPr>
              <a:tblGrid>
                <a:gridCol w="962403">
                  <a:extLst>
                    <a:ext uri="{9D8B030D-6E8A-4147-A177-3AD203B41FA5}">
                      <a16:colId xmlns:a16="http://schemas.microsoft.com/office/drawing/2014/main" val="3999555738"/>
                    </a:ext>
                  </a:extLst>
                </a:gridCol>
                <a:gridCol w="2160981">
                  <a:extLst>
                    <a:ext uri="{9D8B030D-6E8A-4147-A177-3AD203B41FA5}">
                      <a16:colId xmlns:a16="http://schemas.microsoft.com/office/drawing/2014/main" val="2935786707"/>
                    </a:ext>
                  </a:extLst>
                </a:gridCol>
              </a:tblGrid>
              <a:tr h="173268">
                <a:tc>
                  <a:txBody>
                    <a:bodyPr/>
                    <a:lstStyle/>
                    <a:p>
                      <a:pPr algn="l" fontAlgn="b"/>
                      <a:r>
                        <a:rPr lang="it-IT" sz="1100" b="0" i="0" u="none" strike="noStrike" dirty="0">
                          <a:solidFill>
                            <a:srgbClr val="FFFFFF"/>
                          </a:solidFill>
                          <a:effectLst/>
                          <a:latin typeface="Calibri" panose="020F0502020204030204" pitchFamily="34" charset="0"/>
                        </a:rPr>
                        <a:t>Data</a:t>
                      </a:r>
                    </a:p>
                  </a:txBody>
                  <a:tcPr marL="0" marR="0" marT="0" marB="0" anchor="b">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rgbClr val="002060"/>
                    </a:solidFill>
                  </a:tcPr>
                </a:tc>
                <a:tc>
                  <a:txBody>
                    <a:bodyPr/>
                    <a:lstStyle/>
                    <a:p>
                      <a:pPr algn="l" fontAlgn="b"/>
                      <a:r>
                        <a:rPr lang="it-IT" sz="1100" b="0" i="0" u="none" strike="noStrike" dirty="0">
                          <a:solidFill>
                            <a:srgbClr val="FFFFFF"/>
                          </a:solidFill>
                          <a:effectLst/>
                          <a:latin typeface="Calibri" panose="020F0502020204030204" pitchFamily="34" charset="0"/>
                        </a:rPr>
                        <a:t>GB veicolati</a:t>
                      </a:r>
                    </a:p>
                  </a:txBody>
                  <a:tcPr marL="0" marR="0" marT="0" marB="0" anchor="b">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rgbClr val="002060"/>
                    </a:solidFill>
                  </a:tcPr>
                </a:tc>
                <a:extLst>
                  <a:ext uri="{0D108BD9-81ED-4DB2-BD59-A6C34878D82A}">
                    <a16:rowId xmlns:a16="http://schemas.microsoft.com/office/drawing/2014/main" val="2092382276"/>
                  </a:ext>
                </a:extLst>
              </a:tr>
              <a:tr h="173268">
                <a:tc>
                  <a:txBody>
                    <a:bodyPr/>
                    <a:lstStyle/>
                    <a:p>
                      <a:pPr algn="l" fontAlgn="t"/>
                      <a:r>
                        <a:rPr lang="it-IT" sz="1100" b="0" i="0" u="none" strike="noStrike" dirty="0">
                          <a:solidFill>
                            <a:srgbClr val="000000"/>
                          </a:solidFill>
                          <a:effectLst/>
                          <a:latin typeface="Calibri" panose="020F0502020204030204" pitchFamily="34" charset="0"/>
                        </a:rPr>
                        <a:t> 01-Gen</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algn="l" fontAlgn="t"/>
                      <a:r>
                        <a:rPr lang="it-IT" sz="1100" b="0" i="0" u="none" strike="noStrike" dirty="0">
                          <a:solidFill>
                            <a:srgbClr val="000000"/>
                          </a:solidFill>
                          <a:effectLst/>
                          <a:latin typeface="Calibri" panose="020F0502020204030204" pitchFamily="34" charset="0"/>
                        </a:rPr>
                        <a:t> </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857224787"/>
                  </a:ext>
                </a:extLst>
              </a:tr>
              <a:tr h="173268">
                <a:tc>
                  <a:txBody>
                    <a:bodyPr/>
                    <a:lstStyle/>
                    <a:p>
                      <a:pPr algn="l" fontAlgn="t"/>
                      <a:r>
                        <a:rPr lang="it-IT" sz="1100" b="0" i="0" u="none" strike="noStrike" dirty="0">
                          <a:solidFill>
                            <a:srgbClr val="000000"/>
                          </a:solidFill>
                          <a:effectLst/>
                          <a:latin typeface="Calibri" panose="020F0502020204030204" pitchFamily="34" charset="0"/>
                        </a:rPr>
                        <a:t> …..</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algn="l" fontAlgn="t"/>
                      <a:r>
                        <a:rPr lang="it-IT" sz="1100" b="0" i="0" u="none" strike="noStrike" dirty="0">
                          <a:solidFill>
                            <a:srgbClr val="000000"/>
                          </a:solidFill>
                          <a:effectLst/>
                          <a:latin typeface="Calibri" panose="020F0502020204030204" pitchFamily="34" charset="0"/>
                        </a:rPr>
                        <a:t> </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140152360"/>
                  </a:ext>
                </a:extLst>
              </a:tr>
            </a:tbl>
          </a:graphicData>
        </a:graphic>
      </p:graphicFrame>
      <p:sp>
        <p:nvSpPr>
          <p:cNvPr id="9" name="CasellaDiTesto 5">
            <a:extLst>
              <a:ext uri="{FF2B5EF4-FFF2-40B4-BE49-F238E27FC236}">
                <a16:creationId xmlns:a16="http://schemas.microsoft.com/office/drawing/2014/main" id="{81673B09-D9F9-4C6A-9038-0A323C1701C2}"/>
              </a:ext>
            </a:extLst>
          </p:cNvPr>
          <p:cNvSpPr txBox="1"/>
          <p:nvPr/>
        </p:nvSpPr>
        <p:spPr>
          <a:xfrm>
            <a:off x="371474" y="4382936"/>
            <a:ext cx="3874559" cy="369332"/>
          </a:xfrm>
          <a:prstGeom prst="rect">
            <a:avLst/>
          </a:prstGeom>
          <a:noFill/>
        </p:spPr>
        <p:txBody>
          <a:bodyPr wrap="square" rtlCol="0">
            <a:spAutoFit/>
          </a:bodyPr>
          <a:lstStyle/>
          <a:p>
            <a:r>
              <a:rPr lang="it-IT" dirty="0"/>
              <a:t>Elenco dettaglio flussi (interno) </a:t>
            </a:r>
          </a:p>
        </p:txBody>
      </p:sp>
      <p:graphicFrame>
        <p:nvGraphicFramePr>
          <p:cNvPr id="10" name="Tabella 7">
            <a:extLst>
              <a:ext uri="{FF2B5EF4-FFF2-40B4-BE49-F238E27FC236}">
                <a16:creationId xmlns:a16="http://schemas.microsoft.com/office/drawing/2014/main" id="{79308343-639B-49BE-AB9E-28C880ADCAFD}"/>
              </a:ext>
            </a:extLst>
          </p:cNvPr>
          <p:cNvGraphicFramePr>
            <a:graphicFrameLocks noGrp="1"/>
          </p:cNvGraphicFramePr>
          <p:nvPr>
            <p:extLst>
              <p:ext uri="{D42A27DB-BD31-4B8C-83A1-F6EECF244321}">
                <p14:modId xmlns:p14="http://schemas.microsoft.com/office/powerpoint/2010/main" val="4195016151"/>
              </p:ext>
            </p:extLst>
          </p:nvPr>
        </p:nvGraphicFramePr>
        <p:xfrm>
          <a:off x="371474" y="1910187"/>
          <a:ext cx="10258619" cy="670560"/>
        </p:xfrm>
        <a:graphic>
          <a:graphicData uri="http://schemas.openxmlformats.org/drawingml/2006/table">
            <a:tbl>
              <a:tblPr>
                <a:tableStyleId>{5C22544A-7EE6-4342-B048-85BDC9FD1C3A}</a:tableStyleId>
              </a:tblPr>
              <a:tblGrid>
                <a:gridCol w="467839">
                  <a:extLst>
                    <a:ext uri="{9D8B030D-6E8A-4147-A177-3AD203B41FA5}">
                      <a16:colId xmlns:a16="http://schemas.microsoft.com/office/drawing/2014/main" val="2324477315"/>
                    </a:ext>
                  </a:extLst>
                </a:gridCol>
                <a:gridCol w="3259989">
                  <a:extLst>
                    <a:ext uri="{9D8B030D-6E8A-4147-A177-3AD203B41FA5}">
                      <a16:colId xmlns:a16="http://schemas.microsoft.com/office/drawing/2014/main" val="3597743232"/>
                    </a:ext>
                  </a:extLst>
                </a:gridCol>
                <a:gridCol w="1255362">
                  <a:extLst>
                    <a:ext uri="{9D8B030D-6E8A-4147-A177-3AD203B41FA5}">
                      <a16:colId xmlns:a16="http://schemas.microsoft.com/office/drawing/2014/main" val="116243181"/>
                    </a:ext>
                  </a:extLst>
                </a:gridCol>
                <a:gridCol w="1425844">
                  <a:extLst>
                    <a:ext uri="{9D8B030D-6E8A-4147-A177-3AD203B41FA5}">
                      <a16:colId xmlns:a16="http://schemas.microsoft.com/office/drawing/2014/main" val="4044913926"/>
                    </a:ext>
                  </a:extLst>
                </a:gridCol>
                <a:gridCol w="1751017">
                  <a:extLst>
                    <a:ext uri="{9D8B030D-6E8A-4147-A177-3AD203B41FA5}">
                      <a16:colId xmlns:a16="http://schemas.microsoft.com/office/drawing/2014/main" val="3946685271"/>
                    </a:ext>
                  </a:extLst>
                </a:gridCol>
                <a:gridCol w="1231115">
                  <a:extLst>
                    <a:ext uri="{9D8B030D-6E8A-4147-A177-3AD203B41FA5}">
                      <a16:colId xmlns:a16="http://schemas.microsoft.com/office/drawing/2014/main" val="4006317800"/>
                    </a:ext>
                  </a:extLst>
                </a:gridCol>
                <a:gridCol w="867453">
                  <a:extLst>
                    <a:ext uri="{9D8B030D-6E8A-4147-A177-3AD203B41FA5}">
                      <a16:colId xmlns:a16="http://schemas.microsoft.com/office/drawing/2014/main" val="1444474217"/>
                    </a:ext>
                  </a:extLst>
                </a:gridCol>
              </a:tblGrid>
              <a:tr h="173268">
                <a:tc>
                  <a:txBody>
                    <a:bodyPr/>
                    <a:lstStyle/>
                    <a:p>
                      <a:pPr marL="0" algn="ctr" defTabSz="914400" rtl="0" eaLnBrk="1" fontAlgn="b" latinLnBrk="0" hangingPunct="1"/>
                      <a:r>
                        <a:rPr lang="it-IT" sz="1100" b="0" i="0" u="none" strike="noStrike" kern="1200" dirty="0">
                          <a:solidFill>
                            <a:srgbClr val="FFFFFF"/>
                          </a:solidFill>
                          <a:effectLst/>
                          <a:latin typeface="Calibri" panose="020F0502020204030204" pitchFamily="34" charset="0"/>
                          <a:ea typeface="+mn-ea"/>
                          <a:cs typeface="+mn-cs"/>
                        </a:rPr>
                        <a:t>ID SLA</a:t>
                      </a:r>
                    </a:p>
                  </a:txBody>
                  <a:tcPr marL="0" marR="0" marT="0" marB="0" anchor="b">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rgbClr val="002060"/>
                    </a:solidFill>
                  </a:tcPr>
                </a:tc>
                <a:tc>
                  <a:txBody>
                    <a:bodyPr/>
                    <a:lstStyle/>
                    <a:p>
                      <a:pPr marL="0" algn="l" defTabSz="914400" rtl="0" eaLnBrk="1" fontAlgn="b" latinLnBrk="0" hangingPunct="1"/>
                      <a:r>
                        <a:rPr lang="it-IT" sz="1100" b="0" i="0" u="none" strike="noStrike" kern="1200" dirty="0">
                          <a:solidFill>
                            <a:srgbClr val="FFFFFF"/>
                          </a:solidFill>
                          <a:effectLst/>
                          <a:latin typeface="Calibri" panose="020F0502020204030204" pitchFamily="34" charset="0"/>
                          <a:ea typeface="+mn-ea"/>
                          <a:cs typeface="+mn-cs"/>
                        </a:rPr>
                        <a:t>NOME SLA</a:t>
                      </a:r>
                    </a:p>
                  </a:txBody>
                  <a:tcPr marL="0" marR="0" marT="0" marB="0" anchor="b">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rgbClr val="002060"/>
                    </a:solidFill>
                  </a:tcPr>
                </a:tc>
                <a:tc>
                  <a:txBody>
                    <a:bodyPr/>
                    <a:lstStyle/>
                    <a:p>
                      <a:pPr marL="0" algn="r" defTabSz="914400" rtl="0" eaLnBrk="1" fontAlgn="b" latinLnBrk="0" hangingPunct="1"/>
                      <a:r>
                        <a:rPr lang="it-IT" sz="1100" b="0" i="0" u="none" strike="noStrike" kern="1200" dirty="0">
                          <a:solidFill>
                            <a:srgbClr val="FFFFFF"/>
                          </a:solidFill>
                          <a:effectLst/>
                          <a:latin typeface="Calibri" panose="020F0502020204030204" pitchFamily="34" charset="0"/>
                          <a:ea typeface="+mn-ea"/>
                          <a:cs typeface="+mn-cs"/>
                        </a:rPr>
                        <a:t>ATTRIBUTO TEMPORALE</a:t>
                      </a:r>
                    </a:p>
                  </a:txBody>
                  <a:tcPr marL="0" marR="0" marT="0" marB="0" anchor="b">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rgbClr val="002060"/>
                    </a:solidFill>
                  </a:tcPr>
                </a:tc>
                <a:tc>
                  <a:txBody>
                    <a:bodyPr/>
                    <a:lstStyle/>
                    <a:p>
                      <a:pPr marL="0" algn="r" defTabSz="914400" rtl="0" eaLnBrk="1" fontAlgn="b" latinLnBrk="0" hangingPunct="1"/>
                      <a:r>
                        <a:rPr lang="it-IT" sz="1100" b="0" i="0" u="none" strike="noStrike" kern="1200" dirty="0">
                          <a:solidFill>
                            <a:schemeClr val="tx2"/>
                          </a:solidFill>
                          <a:effectLst/>
                          <a:latin typeface="Calibri" panose="020F0502020204030204" pitchFamily="34" charset="0"/>
                          <a:ea typeface="+mn-ea"/>
                          <a:cs typeface="+mn-cs"/>
                        </a:rPr>
                        <a:t>Gigabyte veicolati </a:t>
                      </a:r>
                      <a:r>
                        <a:rPr lang="it-IT" sz="1100" u="none" strike="noStrike" kern="1200" dirty="0">
                          <a:solidFill>
                            <a:schemeClr val="tx2"/>
                          </a:solidFill>
                          <a:effectLst/>
                          <a:latin typeface="+mn-lt"/>
                          <a:ea typeface="+mn-ea"/>
                          <a:cs typeface="+mn-cs"/>
                        </a:rPr>
                        <a:t>(uso interno)</a:t>
                      </a:r>
                      <a:endParaRPr lang="it-IT" sz="1100" b="0" i="0" u="none" strike="noStrike" kern="1200" dirty="0">
                        <a:solidFill>
                          <a:schemeClr val="tx2"/>
                        </a:solidFill>
                        <a:effectLst/>
                        <a:latin typeface="Calibri" panose="020F0502020204030204" pitchFamily="34" charset="0"/>
                        <a:ea typeface="+mn-ea"/>
                        <a:cs typeface="+mn-cs"/>
                      </a:endParaRPr>
                    </a:p>
                  </a:txBody>
                  <a:tcPr marL="0" marR="0" marT="0" marB="0" anchor="b">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rgbClr val="FFFF00"/>
                    </a:solidFill>
                  </a:tcPr>
                </a:tc>
                <a:tc>
                  <a:txBody>
                    <a:bodyPr/>
                    <a:lstStyle/>
                    <a:p>
                      <a:pPr marL="0" algn="r" defTabSz="914400" rtl="0" eaLnBrk="1" fontAlgn="b" latinLnBrk="0" hangingPunct="1"/>
                      <a:r>
                        <a:rPr lang="it-IT" sz="1100" b="0" i="0" u="none" strike="noStrike" kern="1200" dirty="0">
                          <a:solidFill>
                            <a:schemeClr val="tx2"/>
                          </a:solidFill>
                          <a:effectLst/>
                          <a:latin typeface="Calibri" panose="020F0502020204030204" pitchFamily="34" charset="0"/>
                          <a:ea typeface="+mn-ea"/>
                          <a:cs typeface="+mn-cs"/>
                        </a:rPr>
                        <a:t>Gigabyte da veicolare </a:t>
                      </a:r>
                      <a:r>
                        <a:rPr lang="it-IT" sz="1100" u="none" strike="noStrike" kern="1200" dirty="0">
                          <a:solidFill>
                            <a:schemeClr val="tx2"/>
                          </a:solidFill>
                          <a:effectLst/>
                          <a:latin typeface="+mn-lt"/>
                          <a:ea typeface="+mn-ea"/>
                          <a:cs typeface="+mn-cs"/>
                        </a:rPr>
                        <a:t>(uso interno)</a:t>
                      </a:r>
                      <a:endParaRPr lang="it-IT" sz="1100" b="0" i="0" u="none" strike="noStrike" kern="1200" dirty="0">
                        <a:solidFill>
                          <a:schemeClr val="tx2"/>
                        </a:solidFill>
                        <a:effectLst/>
                        <a:latin typeface="Calibri" panose="020F0502020204030204" pitchFamily="34" charset="0"/>
                        <a:ea typeface="+mn-ea"/>
                        <a:cs typeface="+mn-cs"/>
                      </a:endParaRPr>
                    </a:p>
                  </a:txBody>
                  <a:tcPr marL="0" marR="0" marT="0" marB="0" anchor="b">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rgbClr val="FFFF00"/>
                    </a:solidFill>
                  </a:tcPr>
                </a:tc>
                <a:tc>
                  <a:txBody>
                    <a:bodyPr/>
                    <a:lstStyle/>
                    <a:p>
                      <a:pPr marL="0" algn="l" defTabSz="914400" rtl="0" eaLnBrk="1" fontAlgn="b" latinLnBrk="0" hangingPunct="1"/>
                      <a:r>
                        <a:rPr lang="it-IT" sz="1100" b="0" i="0" u="none" strike="noStrike" kern="1200" dirty="0">
                          <a:solidFill>
                            <a:srgbClr val="FFFFFF"/>
                          </a:solidFill>
                          <a:effectLst/>
                          <a:latin typeface="Calibri" panose="020F0502020204030204" pitchFamily="34" charset="0"/>
                          <a:ea typeface="+mn-ea"/>
                          <a:cs typeface="+mn-cs"/>
                        </a:rPr>
                        <a:t>% PERFORMANCE</a:t>
                      </a:r>
                    </a:p>
                  </a:txBody>
                  <a:tcPr marL="0" marR="0" marT="0" marB="0" anchor="b">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rgbClr val="002060"/>
                    </a:solidFill>
                  </a:tcPr>
                </a:tc>
                <a:tc>
                  <a:txBody>
                    <a:bodyPr/>
                    <a:lstStyle/>
                    <a:p>
                      <a:pPr marL="0" algn="l" defTabSz="914400" rtl="0" eaLnBrk="1" fontAlgn="b" latinLnBrk="0" hangingPunct="1"/>
                      <a:r>
                        <a:rPr lang="it-IT" sz="1100" b="0" i="0" u="none" strike="noStrike" kern="1200" dirty="0">
                          <a:solidFill>
                            <a:srgbClr val="FFFFFF"/>
                          </a:solidFill>
                          <a:effectLst/>
                          <a:latin typeface="Calibri" panose="020F0502020204030204" pitchFamily="34" charset="0"/>
                          <a:ea typeface="+mn-ea"/>
                          <a:cs typeface="+mn-cs"/>
                        </a:rPr>
                        <a:t>% SOGLIA SLA</a:t>
                      </a:r>
                    </a:p>
                  </a:txBody>
                  <a:tcPr marL="0" marR="0" marT="0" marB="0" anchor="b">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rgbClr val="002060"/>
                    </a:solidFill>
                  </a:tcPr>
                </a:tc>
                <a:extLst>
                  <a:ext uri="{0D108BD9-81ED-4DB2-BD59-A6C34878D82A}">
                    <a16:rowId xmlns:a16="http://schemas.microsoft.com/office/drawing/2014/main" val="3330255069"/>
                  </a:ext>
                </a:extLst>
              </a:tr>
              <a:tr h="173268">
                <a:tc>
                  <a:txBody>
                    <a:bodyPr/>
                    <a:lstStyle/>
                    <a:p>
                      <a:pPr marL="0" algn="ctr" defTabSz="914400" rtl="0" eaLnBrk="1" fontAlgn="t" latinLnBrk="0" hangingPunct="1"/>
                      <a:r>
                        <a:rPr lang="it-IT" sz="1100" b="0" i="0" u="none" strike="noStrike" kern="1200" dirty="0">
                          <a:solidFill>
                            <a:srgbClr val="000000"/>
                          </a:solidFill>
                          <a:effectLst/>
                          <a:latin typeface="Calibri" panose="020F0502020204030204" pitchFamily="34" charset="0"/>
                          <a:ea typeface="+mn-ea"/>
                          <a:cs typeface="+mn-cs"/>
                        </a:rPr>
                        <a:t>16</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algn="l" defTabSz="914400" rtl="0" eaLnBrk="1" fontAlgn="t" latinLnBrk="0" hangingPunct="1"/>
                      <a:r>
                        <a:rPr lang="it-IT" sz="1100" b="0" i="0" u="none" strike="noStrike" kern="1200" dirty="0">
                          <a:solidFill>
                            <a:srgbClr val="000000"/>
                          </a:solidFill>
                          <a:effectLst/>
                          <a:latin typeface="Calibri" panose="020F0502020204030204" pitchFamily="34" charset="0"/>
                          <a:ea typeface="+mn-ea"/>
                          <a:cs typeface="+mn-cs"/>
                        </a:rPr>
                        <a:t>Volume di traffico non compresso veicolato per il Servizio di Nodo CBI </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algn="r" defTabSz="914400" rtl="0" eaLnBrk="1" fontAlgn="t" latinLnBrk="0" hangingPunct="1"/>
                      <a:r>
                        <a:rPr lang="it-IT" sz="1100" b="0" i="0" u="none" strike="noStrike" kern="1200">
                          <a:solidFill>
                            <a:srgbClr val="000000"/>
                          </a:solidFill>
                          <a:effectLst/>
                          <a:latin typeface="Calibri" panose="020F0502020204030204" pitchFamily="34" charset="0"/>
                          <a:ea typeface="+mn-ea"/>
                          <a:cs typeface="+mn-cs"/>
                        </a:rPr>
                        <a:t>Annuale</a:t>
                      </a:r>
                      <a:endParaRPr lang="it-IT" sz="1100" b="0" i="0" u="none" strike="noStrike" kern="1200" dirty="0">
                        <a:solidFill>
                          <a:srgbClr val="000000"/>
                        </a:solidFill>
                        <a:effectLst/>
                        <a:latin typeface="Calibri" panose="020F0502020204030204" pitchFamily="34" charset="0"/>
                        <a:ea typeface="+mn-ea"/>
                        <a:cs typeface="+mn-cs"/>
                      </a:endParaRP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algn="r" defTabSz="914400" rtl="0" eaLnBrk="1" fontAlgn="t" latinLnBrk="0" hangingPunct="1"/>
                      <a:r>
                        <a:rPr lang="it-IT" sz="1100" b="0" i="0" u="none" strike="noStrike" kern="1200" dirty="0">
                          <a:solidFill>
                            <a:srgbClr val="000000"/>
                          </a:solidFill>
                          <a:effectLst/>
                          <a:latin typeface="Calibri" panose="020F0502020204030204" pitchFamily="34" charset="0"/>
                          <a:ea typeface="+mn-ea"/>
                          <a:cs typeface="+mn-cs"/>
                        </a:rPr>
                        <a:t>12345678</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algn="r" defTabSz="914400" rtl="0" eaLnBrk="1" fontAlgn="t" latinLnBrk="0" hangingPunct="1"/>
                      <a:r>
                        <a:rPr lang="it-IT" sz="1100" b="0" i="0" u="none" strike="noStrike" kern="1200">
                          <a:solidFill>
                            <a:srgbClr val="000000"/>
                          </a:solidFill>
                          <a:effectLst/>
                          <a:latin typeface="Calibri" panose="020F0502020204030204" pitchFamily="34" charset="0"/>
                          <a:ea typeface="+mn-ea"/>
                          <a:cs typeface="+mn-cs"/>
                        </a:rPr>
                        <a:t>12345678</a:t>
                      </a:r>
                      <a:endParaRPr lang="it-IT" sz="1100" b="0" i="0" u="none" strike="noStrike" kern="1200" dirty="0">
                        <a:solidFill>
                          <a:srgbClr val="000000"/>
                        </a:solidFill>
                        <a:effectLst/>
                        <a:latin typeface="Calibri" panose="020F0502020204030204" pitchFamily="34" charset="0"/>
                        <a:ea typeface="+mn-ea"/>
                        <a:cs typeface="+mn-cs"/>
                      </a:endParaRP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algn="l" defTabSz="914400" rtl="0" eaLnBrk="1" fontAlgn="t" latinLnBrk="0" hangingPunct="1"/>
                      <a:r>
                        <a:rPr lang="it-IT" sz="1100" b="0" i="0" u="none" strike="noStrike" kern="1200" dirty="0">
                          <a:solidFill>
                            <a:srgbClr val="000000"/>
                          </a:solidFill>
                          <a:effectLst/>
                          <a:latin typeface="Calibri" panose="020F0502020204030204" pitchFamily="34" charset="0"/>
                          <a:ea typeface="+mn-ea"/>
                          <a:cs typeface="+mn-cs"/>
                        </a:rPr>
                        <a:t> </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algn="l" defTabSz="914400" rtl="0" eaLnBrk="1" fontAlgn="t" latinLnBrk="0" hangingPunct="1"/>
                      <a:endParaRPr lang="it-IT" sz="1100" b="0" i="0" u="none" strike="noStrike" kern="1200" dirty="0">
                        <a:solidFill>
                          <a:srgbClr val="000000"/>
                        </a:solidFill>
                        <a:effectLst/>
                        <a:latin typeface="Calibri" panose="020F0502020204030204" pitchFamily="34" charset="0"/>
                        <a:ea typeface="+mn-ea"/>
                        <a:cs typeface="+mn-cs"/>
                      </a:endParaRP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165166232"/>
                  </a:ext>
                </a:extLst>
              </a:tr>
            </a:tbl>
          </a:graphicData>
        </a:graphic>
      </p:graphicFrame>
    </p:spTree>
    <p:extLst>
      <p:ext uri="{BB962C8B-B14F-4D97-AF65-F5344CB8AC3E}">
        <p14:creationId xmlns:p14="http://schemas.microsoft.com/office/powerpoint/2010/main" val="31501178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testo 1">
            <a:extLst>
              <a:ext uri="{FF2B5EF4-FFF2-40B4-BE49-F238E27FC236}">
                <a16:creationId xmlns:a16="http://schemas.microsoft.com/office/drawing/2014/main" id="{C1FC055D-BC62-C270-6669-7320F79D9E8A}"/>
              </a:ext>
            </a:extLst>
          </p:cNvPr>
          <p:cNvSpPr>
            <a:spLocks noGrp="1"/>
          </p:cNvSpPr>
          <p:nvPr>
            <p:ph type="body" sz="quarter" idx="10"/>
          </p:nvPr>
        </p:nvSpPr>
        <p:spPr/>
        <p:txBody>
          <a:bodyPr/>
          <a:lstStyle/>
          <a:p>
            <a:r>
              <a:rPr lang="it-IT" dirty="0">
                <a:solidFill>
                  <a:srgbClr val="00B050"/>
                </a:solidFill>
              </a:rPr>
              <a:t>Template SLA – T14</a:t>
            </a:r>
          </a:p>
          <a:p>
            <a:r>
              <a:rPr lang="it-IT" dirty="0">
                <a:solidFill>
                  <a:srgbClr val="00B050"/>
                </a:solidFill>
              </a:rPr>
              <a:t>MM/AAAA – SLA con validità per i soli primi 6 mesi</a:t>
            </a:r>
          </a:p>
        </p:txBody>
      </p:sp>
      <p:sp>
        <p:nvSpPr>
          <p:cNvPr id="6" name="CasellaDiTesto 5">
            <a:extLst>
              <a:ext uri="{FF2B5EF4-FFF2-40B4-BE49-F238E27FC236}">
                <a16:creationId xmlns:a16="http://schemas.microsoft.com/office/drawing/2014/main" id="{3492011C-4B6C-BD8C-6465-442E8F4D89F6}"/>
              </a:ext>
            </a:extLst>
          </p:cNvPr>
          <p:cNvSpPr txBox="1"/>
          <p:nvPr/>
        </p:nvSpPr>
        <p:spPr>
          <a:xfrm>
            <a:off x="371474" y="1540855"/>
            <a:ext cx="2296225" cy="369332"/>
          </a:xfrm>
          <a:prstGeom prst="rect">
            <a:avLst/>
          </a:prstGeom>
          <a:noFill/>
        </p:spPr>
        <p:txBody>
          <a:bodyPr wrap="square" rtlCol="0">
            <a:spAutoFit/>
          </a:bodyPr>
          <a:lstStyle/>
          <a:p>
            <a:r>
              <a:rPr lang="it-IT" dirty="0"/>
              <a:t>TAB 1</a:t>
            </a:r>
          </a:p>
        </p:txBody>
      </p:sp>
      <p:graphicFrame>
        <p:nvGraphicFramePr>
          <p:cNvPr id="10" name="Tabella 7">
            <a:extLst>
              <a:ext uri="{FF2B5EF4-FFF2-40B4-BE49-F238E27FC236}">
                <a16:creationId xmlns:a16="http://schemas.microsoft.com/office/drawing/2014/main" id="{79308343-639B-49BE-AB9E-28C880ADCAFD}"/>
              </a:ext>
            </a:extLst>
          </p:cNvPr>
          <p:cNvGraphicFramePr>
            <a:graphicFrameLocks noGrp="1"/>
          </p:cNvGraphicFramePr>
          <p:nvPr>
            <p:extLst>
              <p:ext uri="{D42A27DB-BD31-4B8C-83A1-F6EECF244321}">
                <p14:modId xmlns:p14="http://schemas.microsoft.com/office/powerpoint/2010/main" val="2250233279"/>
              </p:ext>
            </p:extLst>
          </p:nvPr>
        </p:nvGraphicFramePr>
        <p:xfrm>
          <a:off x="371474" y="1910187"/>
          <a:ext cx="10258619" cy="828588"/>
        </p:xfrm>
        <a:graphic>
          <a:graphicData uri="http://schemas.openxmlformats.org/drawingml/2006/table">
            <a:tbl>
              <a:tblPr>
                <a:tableStyleId>{5C22544A-7EE6-4342-B048-85BDC9FD1C3A}</a:tableStyleId>
              </a:tblPr>
              <a:tblGrid>
                <a:gridCol w="467839">
                  <a:extLst>
                    <a:ext uri="{9D8B030D-6E8A-4147-A177-3AD203B41FA5}">
                      <a16:colId xmlns:a16="http://schemas.microsoft.com/office/drawing/2014/main" val="2324477315"/>
                    </a:ext>
                  </a:extLst>
                </a:gridCol>
                <a:gridCol w="3259989">
                  <a:extLst>
                    <a:ext uri="{9D8B030D-6E8A-4147-A177-3AD203B41FA5}">
                      <a16:colId xmlns:a16="http://schemas.microsoft.com/office/drawing/2014/main" val="3597743232"/>
                    </a:ext>
                  </a:extLst>
                </a:gridCol>
                <a:gridCol w="1255362">
                  <a:extLst>
                    <a:ext uri="{9D8B030D-6E8A-4147-A177-3AD203B41FA5}">
                      <a16:colId xmlns:a16="http://schemas.microsoft.com/office/drawing/2014/main" val="116243181"/>
                    </a:ext>
                  </a:extLst>
                </a:gridCol>
                <a:gridCol w="1425844">
                  <a:extLst>
                    <a:ext uri="{9D8B030D-6E8A-4147-A177-3AD203B41FA5}">
                      <a16:colId xmlns:a16="http://schemas.microsoft.com/office/drawing/2014/main" val="4044913926"/>
                    </a:ext>
                  </a:extLst>
                </a:gridCol>
                <a:gridCol w="1751017">
                  <a:extLst>
                    <a:ext uri="{9D8B030D-6E8A-4147-A177-3AD203B41FA5}">
                      <a16:colId xmlns:a16="http://schemas.microsoft.com/office/drawing/2014/main" val="3946685271"/>
                    </a:ext>
                  </a:extLst>
                </a:gridCol>
                <a:gridCol w="1231115">
                  <a:extLst>
                    <a:ext uri="{9D8B030D-6E8A-4147-A177-3AD203B41FA5}">
                      <a16:colId xmlns:a16="http://schemas.microsoft.com/office/drawing/2014/main" val="4006317800"/>
                    </a:ext>
                  </a:extLst>
                </a:gridCol>
                <a:gridCol w="867453">
                  <a:extLst>
                    <a:ext uri="{9D8B030D-6E8A-4147-A177-3AD203B41FA5}">
                      <a16:colId xmlns:a16="http://schemas.microsoft.com/office/drawing/2014/main" val="1444474217"/>
                    </a:ext>
                  </a:extLst>
                </a:gridCol>
              </a:tblGrid>
              <a:tr h="173268">
                <a:tc>
                  <a:txBody>
                    <a:bodyPr/>
                    <a:lstStyle/>
                    <a:p>
                      <a:pPr marL="0" algn="ctr" defTabSz="914400" rtl="0" eaLnBrk="1" fontAlgn="b" latinLnBrk="0" hangingPunct="1"/>
                      <a:r>
                        <a:rPr lang="it-IT" sz="1100" b="0" i="0" u="none" strike="noStrike" kern="1200" dirty="0">
                          <a:solidFill>
                            <a:srgbClr val="FFFFFF"/>
                          </a:solidFill>
                          <a:effectLst/>
                          <a:latin typeface="Calibri" panose="020F0502020204030204" pitchFamily="34" charset="0"/>
                          <a:ea typeface="+mn-ea"/>
                          <a:cs typeface="+mn-cs"/>
                        </a:rPr>
                        <a:t>ID SLA</a:t>
                      </a:r>
                    </a:p>
                  </a:txBody>
                  <a:tcPr marL="0" marR="0" marT="0" marB="0" anchor="b">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rgbClr val="002060"/>
                    </a:solidFill>
                  </a:tcPr>
                </a:tc>
                <a:tc>
                  <a:txBody>
                    <a:bodyPr/>
                    <a:lstStyle/>
                    <a:p>
                      <a:pPr marL="0" algn="l" defTabSz="914400" rtl="0" eaLnBrk="1" fontAlgn="b" latinLnBrk="0" hangingPunct="1"/>
                      <a:r>
                        <a:rPr lang="it-IT" sz="1100" b="0" i="0" u="none" strike="noStrike" kern="1200" dirty="0">
                          <a:solidFill>
                            <a:srgbClr val="FFFFFF"/>
                          </a:solidFill>
                          <a:effectLst/>
                          <a:latin typeface="Calibri" panose="020F0502020204030204" pitchFamily="34" charset="0"/>
                          <a:ea typeface="+mn-ea"/>
                          <a:cs typeface="+mn-cs"/>
                        </a:rPr>
                        <a:t>NOME SLA</a:t>
                      </a:r>
                    </a:p>
                  </a:txBody>
                  <a:tcPr marL="0" marR="0" marT="0" marB="0" anchor="b">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rgbClr val="002060"/>
                    </a:solidFill>
                  </a:tcPr>
                </a:tc>
                <a:tc>
                  <a:txBody>
                    <a:bodyPr/>
                    <a:lstStyle/>
                    <a:p>
                      <a:pPr marL="0" algn="l" defTabSz="914400" rtl="0" eaLnBrk="1" fontAlgn="b" latinLnBrk="0" hangingPunct="1"/>
                      <a:r>
                        <a:rPr lang="it-IT" sz="1100" b="0" i="0" u="none" strike="noStrike" kern="1200" dirty="0">
                          <a:solidFill>
                            <a:srgbClr val="FFFFFF"/>
                          </a:solidFill>
                          <a:effectLst/>
                          <a:latin typeface="Calibri" panose="020F0502020204030204" pitchFamily="34" charset="0"/>
                          <a:ea typeface="+mn-ea"/>
                          <a:cs typeface="+mn-cs"/>
                        </a:rPr>
                        <a:t>ATTRIBUTO TEMPORALE</a:t>
                      </a:r>
                    </a:p>
                  </a:txBody>
                  <a:tcPr marL="0" marR="0" marT="0" marB="0" anchor="b">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rgbClr val="002060"/>
                    </a:solidFill>
                  </a:tcPr>
                </a:tc>
                <a:tc>
                  <a:txBody>
                    <a:bodyPr/>
                    <a:lstStyle/>
                    <a:p>
                      <a:pPr marL="0" algn="l" defTabSz="914400" rtl="0" eaLnBrk="1" fontAlgn="b" latinLnBrk="0" hangingPunct="1"/>
                      <a:r>
                        <a:rPr lang="it-IT" sz="1100" b="0" i="0" u="none" strike="noStrike" kern="1200" dirty="0">
                          <a:solidFill>
                            <a:schemeClr val="tx2"/>
                          </a:solidFill>
                          <a:effectLst/>
                          <a:latin typeface="Calibri" panose="020F0502020204030204" pitchFamily="34" charset="0"/>
                          <a:ea typeface="+mn-ea"/>
                          <a:cs typeface="+mn-cs"/>
                        </a:rPr>
                        <a:t>Numeratore (Interno)</a:t>
                      </a:r>
                    </a:p>
                  </a:txBody>
                  <a:tcPr marL="0" marR="0" marT="0" marB="0" anchor="b">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rgbClr val="FFFF00"/>
                    </a:solidFill>
                  </a:tcPr>
                </a:tc>
                <a:tc>
                  <a:txBody>
                    <a:bodyPr/>
                    <a:lstStyle/>
                    <a:p>
                      <a:pPr marL="0" algn="l" defTabSz="914400" rtl="0" eaLnBrk="1" fontAlgn="b" latinLnBrk="0" hangingPunct="1"/>
                      <a:r>
                        <a:rPr lang="it-IT" sz="1100" b="0" i="0" u="none" strike="noStrike" kern="1200" dirty="0">
                          <a:solidFill>
                            <a:schemeClr val="tx2"/>
                          </a:solidFill>
                          <a:effectLst/>
                          <a:latin typeface="Calibri" panose="020F0502020204030204" pitchFamily="34" charset="0"/>
                          <a:ea typeface="+mn-ea"/>
                          <a:cs typeface="+mn-cs"/>
                        </a:rPr>
                        <a:t>Denominatore (Interno)</a:t>
                      </a:r>
                    </a:p>
                  </a:txBody>
                  <a:tcPr marL="0" marR="0" marT="0" marB="0" anchor="b">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rgbClr val="FFFF00"/>
                    </a:solidFill>
                  </a:tcPr>
                </a:tc>
                <a:tc>
                  <a:txBody>
                    <a:bodyPr/>
                    <a:lstStyle/>
                    <a:p>
                      <a:pPr marL="0" algn="l" defTabSz="914400" rtl="0" eaLnBrk="1" fontAlgn="b" latinLnBrk="0" hangingPunct="1"/>
                      <a:r>
                        <a:rPr lang="it-IT" sz="1100" b="0" i="0" u="none" strike="noStrike" kern="1200" dirty="0">
                          <a:solidFill>
                            <a:srgbClr val="FFFFFF"/>
                          </a:solidFill>
                          <a:effectLst/>
                          <a:latin typeface="Calibri" panose="020F0502020204030204" pitchFamily="34" charset="0"/>
                          <a:ea typeface="+mn-ea"/>
                          <a:cs typeface="+mn-cs"/>
                        </a:rPr>
                        <a:t>% PERFORMANCE</a:t>
                      </a:r>
                    </a:p>
                  </a:txBody>
                  <a:tcPr marL="0" marR="0" marT="0" marB="0" anchor="b">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rgbClr val="002060"/>
                    </a:solidFill>
                  </a:tcPr>
                </a:tc>
                <a:tc>
                  <a:txBody>
                    <a:bodyPr/>
                    <a:lstStyle/>
                    <a:p>
                      <a:pPr marL="0" algn="l" defTabSz="914400" rtl="0" eaLnBrk="1" fontAlgn="b" latinLnBrk="0" hangingPunct="1"/>
                      <a:r>
                        <a:rPr lang="it-IT" sz="1100" b="0" i="0" u="none" strike="noStrike" kern="1200" dirty="0">
                          <a:solidFill>
                            <a:srgbClr val="FFFFFF"/>
                          </a:solidFill>
                          <a:effectLst/>
                          <a:latin typeface="Calibri" panose="020F0502020204030204" pitchFamily="34" charset="0"/>
                          <a:ea typeface="+mn-ea"/>
                          <a:cs typeface="+mn-cs"/>
                        </a:rPr>
                        <a:t>% SOGLIA SLA</a:t>
                      </a:r>
                    </a:p>
                  </a:txBody>
                  <a:tcPr marL="0" marR="0" marT="0" marB="0" anchor="b">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rgbClr val="002060"/>
                    </a:solidFill>
                  </a:tcPr>
                </a:tc>
                <a:extLst>
                  <a:ext uri="{0D108BD9-81ED-4DB2-BD59-A6C34878D82A}">
                    <a16:rowId xmlns:a16="http://schemas.microsoft.com/office/drawing/2014/main" val="3330255069"/>
                  </a:ext>
                </a:extLst>
              </a:tr>
              <a:tr h="173268">
                <a:tc>
                  <a:txBody>
                    <a:bodyPr/>
                    <a:lstStyle/>
                    <a:p>
                      <a:pPr marL="0" algn="ctr" defTabSz="914400" rtl="0" eaLnBrk="1" fontAlgn="t" latinLnBrk="0" hangingPunct="1"/>
                      <a:r>
                        <a:rPr lang="it-IT" sz="1100" b="0" i="0" u="none" strike="noStrike" kern="1200" dirty="0">
                          <a:solidFill>
                            <a:srgbClr val="00B050"/>
                          </a:solidFill>
                          <a:effectLst/>
                          <a:latin typeface="Calibri" panose="020F0502020204030204" pitchFamily="34" charset="0"/>
                          <a:ea typeface="+mn-ea"/>
                          <a:cs typeface="+mn-cs"/>
                        </a:rPr>
                        <a:t>3 </a:t>
                      </a:r>
                      <a:r>
                        <a:rPr lang="it-IT" sz="1100" b="0" i="0" u="none" strike="noStrike" kern="1200" dirty="0" err="1">
                          <a:solidFill>
                            <a:srgbClr val="00B050"/>
                          </a:solidFill>
                          <a:effectLst/>
                          <a:latin typeface="Calibri" panose="020F0502020204030204" pitchFamily="34" charset="0"/>
                          <a:ea typeface="+mn-ea"/>
                          <a:cs typeface="+mn-cs"/>
                        </a:rPr>
                        <a:t>Old</a:t>
                      </a:r>
                      <a:endParaRPr lang="it-IT" sz="1100" b="0" i="0" u="none" strike="noStrike" kern="1200" dirty="0">
                        <a:solidFill>
                          <a:srgbClr val="00B050"/>
                        </a:solidFill>
                        <a:effectLst/>
                        <a:latin typeface="Calibri" panose="020F0502020204030204" pitchFamily="34" charset="0"/>
                        <a:ea typeface="+mn-ea"/>
                        <a:cs typeface="+mn-cs"/>
                      </a:endParaRP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algn="l" defTabSz="914400" rtl="0" eaLnBrk="1" fontAlgn="t" latinLnBrk="0" hangingPunct="1"/>
                      <a:r>
                        <a:rPr lang="it-IT" sz="1100" b="0" i="0" u="none" strike="noStrike" kern="1200" dirty="0">
                          <a:solidFill>
                            <a:srgbClr val="00B050"/>
                          </a:solidFill>
                          <a:effectLst/>
                          <a:latin typeface="Calibri" panose="020F0502020204030204" pitchFamily="34" charset="0"/>
                          <a:ea typeface="+mn-ea"/>
                          <a:cs typeface="+mn-cs"/>
                        </a:rPr>
                        <a:t>Notifica pubblicazione LDAP ad Aderenti (LDIF)</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algn="l" defTabSz="914400" rtl="0" eaLnBrk="1" fontAlgn="t" latinLnBrk="0" hangingPunct="1"/>
                      <a:r>
                        <a:rPr lang="it-IT" sz="1100" b="0" i="0" u="none" strike="noStrike" kern="1200" dirty="0">
                          <a:solidFill>
                            <a:srgbClr val="00B050"/>
                          </a:solidFill>
                          <a:effectLst/>
                          <a:latin typeface="Calibri" panose="020F0502020204030204" pitchFamily="34" charset="0"/>
                          <a:ea typeface="+mn-ea"/>
                          <a:cs typeface="+mn-cs"/>
                        </a:rPr>
                        <a:t>Annuale</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algn="l" defTabSz="914400" rtl="0" eaLnBrk="1" fontAlgn="t" latinLnBrk="0" hangingPunct="1"/>
                      <a:endParaRPr lang="it-IT" sz="1100" b="0" i="0" u="none" strike="noStrike" kern="1200" dirty="0">
                        <a:solidFill>
                          <a:srgbClr val="00B050"/>
                        </a:solidFill>
                        <a:effectLst/>
                        <a:latin typeface="Calibri" panose="020F0502020204030204" pitchFamily="34" charset="0"/>
                        <a:ea typeface="+mn-ea"/>
                        <a:cs typeface="+mn-cs"/>
                      </a:endParaRP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algn="l" defTabSz="914400" rtl="0" eaLnBrk="1" fontAlgn="t" latinLnBrk="0" hangingPunct="1"/>
                      <a:r>
                        <a:rPr lang="it-IT" sz="1100" b="0" i="0" u="none" strike="noStrike" kern="1200" dirty="0">
                          <a:solidFill>
                            <a:srgbClr val="00B050"/>
                          </a:solidFill>
                          <a:effectLst/>
                          <a:latin typeface="Calibri" panose="020F0502020204030204" pitchFamily="34" charset="0"/>
                          <a:ea typeface="+mn-ea"/>
                          <a:cs typeface="+mn-cs"/>
                        </a:rPr>
                        <a:t> </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algn="l" defTabSz="914400" rtl="0" eaLnBrk="1" fontAlgn="t" latinLnBrk="0" hangingPunct="1"/>
                      <a:r>
                        <a:rPr lang="it-IT" sz="1100" b="0" i="0" u="none" strike="noStrike" kern="1200" dirty="0">
                          <a:solidFill>
                            <a:srgbClr val="00B050"/>
                          </a:solidFill>
                          <a:effectLst/>
                          <a:latin typeface="Calibri" panose="020F0502020204030204" pitchFamily="34" charset="0"/>
                          <a:ea typeface="+mn-ea"/>
                          <a:cs typeface="+mn-cs"/>
                        </a:rPr>
                        <a:t> </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algn="l" defTabSz="914400" rtl="0" eaLnBrk="1" fontAlgn="t" latinLnBrk="0" hangingPunct="1"/>
                      <a:r>
                        <a:rPr lang="it-IT" sz="1100" b="0" i="0" u="none" strike="noStrike" kern="1200" dirty="0">
                          <a:solidFill>
                            <a:srgbClr val="00B050"/>
                          </a:solidFill>
                          <a:effectLst/>
                          <a:latin typeface="Calibri" panose="020F0502020204030204" pitchFamily="34" charset="0"/>
                          <a:ea typeface="+mn-ea"/>
                          <a:cs typeface="+mn-cs"/>
                        </a:rPr>
                        <a:t>97</a:t>
                      </a: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165166232"/>
                  </a:ext>
                </a:extLst>
              </a:tr>
              <a:tr h="173268">
                <a:tc>
                  <a:txBody>
                    <a:bodyPr/>
                    <a:lstStyle/>
                    <a:p>
                      <a:pPr algn="l" fontAlgn="b"/>
                      <a:r>
                        <a:rPr lang="it-IT" sz="1050" u="none" strike="noStrike" dirty="0">
                          <a:solidFill>
                            <a:srgbClr val="00B050"/>
                          </a:solidFill>
                          <a:effectLst/>
                        </a:rPr>
                        <a:t>ID22 OLD</a:t>
                      </a:r>
                      <a:endParaRPr lang="it-IT" sz="1050" b="0" i="0" u="none" strike="noStrike" dirty="0">
                        <a:solidFill>
                          <a:srgbClr val="00B050"/>
                        </a:solidFill>
                        <a:effectLst/>
                        <a:latin typeface="Calibri" panose="020F0502020204030204" pitchFamily="34" charset="0"/>
                      </a:endParaRPr>
                    </a:p>
                  </a:txBody>
                  <a:tcPr marL="0" marR="0" marT="0" marB="0" anchor="b">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it-IT" sz="1050" u="none" strike="noStrike" kern="1200" noProof="0" dirty="0">
                          <a:solidFill>
                            <a:srgbClr val="00B050"/>
                          </a:solidFill>
                          <a:effectLst/>
                          <a:latin typeface="+mn-lt"/>
                          <a:ea typeface="+mn-ea"/>
                          <a:cs typeface="+mn-cs"/>
                        </a:rPr>
                        <a:t>Disponibilità CBILL interfacce WSDL</a:t>
                      </a:r>
                    </a:p>
                  </a:txBody>
                  <a:tcPr marL="0" marR="0" marT="0" marB="0" anchor="b">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algn="l" fontAlgn="b"/>
                      <a:r>
                        <a:rPr lang="it-IT" sz="1050" b="0" i="0" u="none" strike="noStrike" dirty="0">
                          <a:solidFill>
                            <a:srgbClr val="00B050"/>
                          </a:solidFill>
                          <a:effectLst/>
                          <a:latin typeface="Calibri" panose="020F0502020204030204" pitchFamily="34" charset="0"/>
                        </a:rPr>
                        <a:t>Mensile</a:t>
                      </a:r>
                    </a:p>
                  </a:txBody>
                  <a:tcPr marL="0" marR="0" marT="0" marB="0" anchor="b">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algn="l" fontAlgn="b"/>
                      <a:endParaRPr lang="it-IT" sz="1050" b="0" i="0" u="none" strike="noStrike" dirty="0">
                        <a:solidFill>
                          <a:srgbClr val="00B050"/>
                        </a:solidFill>
                        <a:effectLst/>
                        <a:latin typeface="Calibri" panose="020F0502020204030204" pitchFamily="34" charset="0"/>
                      </a:endParaRPr>
                    </a:p>
                  </a:txBody>
                  <a:tcPr marL="0" marR="0" marT="0" marB="0" anchor="b">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algn="l" fontAlgn="b"/>
                      <a:r>
                        <a:rPr lang="it-IT" sz="1050" u="none" strike="noStrike" dirty="0">
                          <a:solidFill>
                            <a:srgbClr val="00B050"/>
                          </a:solidFill>
                          <a:effectLst/>
                        </a:rPr>
                        <a:t> </a:t>
                      </a:r>
                      <a:endParaRPr lang="it-IT" sz="1050" b="0" i="0" u="none" strike="noStrike" dirty="0">
                        <a:solidFill>
                          <a:srgbClr val="00B050"/>
                        </a:solidFill>
                        <a:effectLst/>
                        <a:latin typeface="Calibri" panose="020F0502020204030204" pitchFamily="34" charset="0"/>
                      </a:endParaRPr>
                    </a:p>
                  </a:txBody>
                  <a:tcPr marL="0" marR="0" marT="0" marB="0" anchor="b">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algn="l" defTabSz="914400" rtl="0" eaLnBrk="1" fontAlgn="t" latinLnBrk="0" hangingPunct="1"/>
                      <a:endParaRPr lang="it-IT" sz="1100" b="0" i="0" u="none" strike="noStrike" kern="1200" dirty="0">
                        <a:solidFill>
                          <a:srgbClr val="00B050"/>
                        </a:solidFill>
                        <a:effectLst/>
                        <a:latin typeface="Calibri" panose="020F0502020204030204" pitchFamily="34" charset="0"/>
                        <a:ea typeface="+mn-ea"/>
                        <a:cs typeface="+mn-cs"/>
                      </a:endParaRP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0" algn="l" defTabSz="914400" rtl="0" eaLnBrk="1" fontAlgn="t" latinLnBrk="0" hangingPunct="1"/>
                      <a:endParaRPr lang="it-IT" sz="1100" b="0" i="0" u="none" strike="noStrike" kern="1200" dirty="0">
                        <a:solidFill>
                          <a:srgbClr val="00B050"/>
                        </a:solidFill>
                        <a:effectLst/>
                        <a:latin typeface="Calibri" panose="020F0502020204030204" pitchFamily="34" charset="0"/>
                        <a:ea typeface="+mn-ea"/>
                        <a:cs typeface="+mn-cs"/>
                      </a:endParaRPr>
                    </a:p>
                  </a:txBody>
                  <a:tcPr marL="0" marR="0" marT="0" marB="0">
                    <a:lnL w="3175" cap="flat" cmpd="sng" algn="ctr">
                      <a:solidFill>
                        <a:schemeClr val="accent6">
                          <a:lumMod val="50000"/>
                        </a:schemeClr>
                      </a:solidFill>
                      <a:prstDash val="solid"/>
                      <a:round/>
                      <a:headEnd type="none" w="med" len="med"/>
                      <a:tailEnd type="none" w="med" len="med"/>
                    </a:lnL>
                    <a:lnR w="3175" cap="flat" cmpd="sng" algn="ctr">
                      <a:solidFill>
                        <a:schemeClr val="accent6">
                          <a:lumMod val="50000"/>
                        </a:schemeClr>
                      </a:solidFill>
                      <a:prstDash val="solid"/>
                      <a:round/>
                      <a:headEnd type="none" w="med" len="med"/>
                      <a:tailEnd type="none" w="med" len="med"/>
                    </a:lnR>
                    <a:lnT w="3175" cap="flat" cmpd="sng" algn="ctr">
                      <a:solidFill>
                        <a:schemeClr val="accent6">
                          <a:lumMod val="50000"/>
                        </a:schemeClr>
                      </a:solidFill>
                      <a:prstDash val="solid"/>
                      <a:round/>
                      <a:headEnd type="none" w="med" len="med"/>
                      <a:tailEnd type="none" w="med" len="med"/>
                    </a:lnT>
                    <a:lnB w="3175" cap="flat" cmpd="sng" algn="ctr">
                      <a:solidFill>
                        <a:schemeClr val="accent6">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88448882"/>
                  </a:ext>
                </a:extLst>
              </a:tr>
            </a:tbl>
          </a:graphicData>
        </a:graphic>
      </p:graphicFrame>
    </p:spTree>
    <p:extLst>
      <p:ext uri="{BB962C8B-B14F-4D97-AF65-F5344CB8AC3E}">
        <p14:creationId xmlns:p14="http://schemas.microsoft.com/office/powerpoint/2010/main" val="283835766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27037&quot;&gt;&lt;version val=&quot;32830&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Day&gt;&lt;m_yearfmt&gt;&lt;begin val=&quot;0&quot;/&gt;&lt;end val=&quot;4&quot;/&gt;&lt;/m_yearfmt&gt;&lt;/m_precDefaultDay&gt;&lt;m_precDefaultWeek&gt;&lt;m_yearfmt&gt;&lt;begin val=&quot;0&quot;/&gt;&lt;end val=&quot;4&quot;/&gt;&lt;/m_yearfmt&gt;&lt;/m_precDefaultWeek&gt;&lt;m_precDefaultMonth&gt;&lt;m_yearfmt&gt;&lt;begin val=&quot;0&quot;/&gt;&lt;end val=&quot;4&quot;/&gt;&lt;/m_yearfmt&gt;&lt;/m_precDefaultMonth&gt;&lt;m_precDefaultQuarter&gt;&lt;m_yearfmt&gt;&lt;begin val=&quot;0&quot;/&gt;&lt;end val=&quot;4&quot;/&gt;&lt;/m_yearfmt&gt;&lt;/m_precDefaultQuarter&gt;&lt;m_precDefaultYear&gt;&lt;m_yearfmt&gt;&lt;begin val=&quot;0&quot;/&gt;&lt;end val=&quot;4&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0&quot;/&gt;&lt;/m_mruColor&gt;&lt;m_eweekdayFirstOfWeek val=&quot;2&quot;/&gt;&lt;m_eweekdayFirstOfWorkweek val=&quot;2&quot;/&gt;&lt;m_eweekdayFirstOfWeekend val=&quot;7&quot;/&gt;&lt;/CPresentation&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_Personalizza struttura">
  <a:themeElements>
    <a:clrScheme name="Nexi Color Palette">
      <a:dk1>
        <a:srgbClr val="2D32AA"/>
      </a:dk1>
      <a:lt1>
        <a:sysClr val="window" lastClr="FFFFFF"/>
      </a:lt1>
      <a:dk2>
        <a:srgbClr val="000000"/>
      </a:dk2>
      <a:lt2>
        <a:srgbClr val="FFFFFF"/>
      </a:lt2>
      <a:accent1>
        <a:srgbClr val="2D32AA"/>
      </a:accent1>
      <a:accent2>
        <a:srgbClr val="FF6065"/>
      </a:accent2>
      <a:accent3>
        <a:srgbClr val="2AD4D9"/>
      </a:accent3>
      <a:accent4>
        <a:srgbClr val="00B49D"/>
      </a:accent4>
      <a:accent5>
        <a:srgbClr val="9D9999"/>
      </a:accent5>
      <a:accent6>
        <a:srgbClr val="696565"/>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Blue Layout">
  <a:themeElements>
    <a:clrScheme name="Nexi Color Palette">
      <a:dk1>
        <a:srgbClr val="2D32AA"/>
      </a:dk1>
      <a:lt1>
        <a:sysClr val="window" lastClr="FFFFFF"/>
      </a:lt1>
      <a:dk2>
        <a:srgbClr val="000000"/>
      </a:dk2>
      <a:lt2>
        <a:srgbClr val="FFFFFF"/>
      </a:lt2>
      <a:accent1>
        <a:srgbClr val="2D32AA"/>
      </a:accent1>
      <a:accent2>
        <a:srgbClr val="FF6065"/>
      </a:accent2>
      <a:accent3>
        <a:srgbClr val="2AD4D9"/>
      </a:accent3>
      <a:accent4>
        <a:srgbClr val="00B49D"/>
      </a:accent4>
      <a:accent5>
        <a:srgbClr val="9D9999"/>
      </a:accent5>
      <a:accent6>
        <a:srgbClr val="696565"/>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81465F0D2F59140916E183A0508F501" ma:contentTypeVersion="13" ma:contentTypeDescription="Create a new document." ma:contentTypeScope="" ma:versionID="b2235be82dc7b6311c80336b56983379">
  <xsd:schema xmlns:xsd="http://www.w3.org/2001/XMLSchema" xmlns:xs="http://www.w3.org/2001/XMLSchema" xmlns:p="http://schemas.microsoft.com/office/2006/metadata/properties" xmlns:ns2="e0ed38b0-a8da-4c3e-92ce-abc2a5b35595" xmlns:ns3="4e9c93f1-aeb3-45a4-bfe0-ddd80e9ccfbb" targetNamespace="http://schemas.microsoft.com/office/2006/metadata/properties" ma:root="true" ma:fieldsID="7d02a4762b93d31a50d00fe7ecd745cd" ns2:_="" ns3:_="">
    <xsd:import namespace="e0ed38b0-a8da-4c3e-92ce-abc2a5b35595"/>
    <xsd:import namespace="4e9c93f1-aeb3-45a4-bfe0-ddd80e9ccfb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ClientPOC" minOccurs="0"/>
                <xsd:element ref="ns2:MediaServiceGenerationTime" minOccurs="0"/>
                <xsd:element ref="ns2:MediaServiceEventHashCode" minOccurs="0"/>
                <xsd:element ref="ns2:MediaServiceDateTaken" minOccurs="0"/>
                <xsd:element ref="ns2:MediaLengthInSeconds" minOccurs="0"/>
                <xsd:element ref="ns2:lcf76f155ced4ddcb4097134ff3c332f" minOccurs="0"/>
                <xsd:element ref="ns3:TaxCatchAll" minOccurs="0"/>
                <xsd:element ref="ns2:MediaServiceOCR" minOccurs="0"/>
                <xsd:element ref="ns2:WP"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0ed38b0-a8da-4c3e-92ce-abc2a5b3559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ClientPOC" ma:index="11" nillable="true" ma:displayName="Client POC" ma:format="Dropdown" ma:internalName="ClientPOC">
      <xsd:simpleType>
        <xsd:restriction base="dms:Text">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b3623ea3-be23-4189-a25b-bcadb097ef14"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WP" ma:index="20" nillable="true" ma:displayName="WP" ma:format="Dropdown" ma:internalName="WP">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e9c93f1-aeb3-45a4-bfe0-ddd80e9ccfbb"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cf597db0-951b-47b8-a2d9-ad8681f76694}" ma:internalName="TaxCatchAll" ma:showField="CatchAllData" ma:web="4e9c93f1-aeb3-45a4-bfe0-ddd80e9ccfb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e0ed38b0-a8da-4c3e-92ce-abc2a5b35595">
      <Terms xmlns="http://schemas.microsoft.com/office/infopath/2007/PartnerControls"/>
    </lcf76f155ced4ddcb4097134ff3c332f>
    <TaxCatchAll xmlns="4e9c93f1-aeb3-45a4-bfe0-ddd80e9ccfbb" xsi:nil="true"/>
    <ClientPOC xmlns="e0ed38b0-a8da-4c3e-92ce-abc2a5b35595" xsi:nil="true"/>
    <WP xmlns="e0ed38b0-a8da-4c3e-92ce-abc2a5b35595" xsi:nil="true"/>
  </documentManagement>
</p:properties>
</file>

<file path=customXml/itemProps1.xml><?xml version="1.0" encoding="utf-8"?>
<ds:datastoreItem xmlns:ds="http://schemas.openxmlformats.org/officeDocument/2006/customXml" ds:itemID="{99E5F108-AD62-4528-BCEC-C855F0D52A2A}"/>
</file>

<file path=customXml/itemProps2.xml><?xml version="1.0" encoding="utf-8"?>
<ds:datastoreItem xmlns:ds="http://schemas.openxmlformats.org/officeDocument/2006/customXml" ds:itemID="{CDC09B68-27B6-41C8-8BF6-1C57D606A7F9}">
  <ds:schemaRefs>
    <ds:schemaRef ds:uri="http://schemas.microsoft.com/sharepoint/v3/contenttype/forms"/>
  </ds:schemaRefs>
</ds:datastoreItem>
</file>

<file path=customXml/itemProps3.xml><?xml version="1.0" encoding="utf-8"?>
<ds:datastoreItem xmlns:ds="http://schemas.openxmlformats.org/officeDocument/2006/customXml" ds:itemID="{E1D31F40-6B4D-4806-BE98-E3A33811D264}">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32617</TotalTime>
  <Words>3529</Words>
  <Application>Microsoft Office PowerPoint</Application>
  <PresentationFormat>Widescreen</PresentationFormat>
  <Paragraphs>1449</Paragraphs>
  <Slides>19</Slides>
  <Notes>0</Notes>
  <HiddenSlides>0</HiddenSlides>
  <MMClips>0</MMClips>
  <ScaleCrop>false</ScaleCrop>
  <HeadingPairs>
    <vt:vector size="8" baseType="variant">
      <vt:variant>
        <vt:lpstr>Caratteri utilizzati</vt:lpstr>
      </vt:variant>
      <vt:variant>
        <vt:i4>3</vt:i4>
      </vt:variant>
      <vt:variant>
        <vt:lpstr>Tema</vt:lpstr>
      </vt:variant>
      <vt:variant>
        <vt:i4>2</vt:i4>
      </vt:variant>
      <vt:variant>
        <vt:lpstr>Server OLE incorporati</vt:lpstr>
      </vt:variant>
      <vt:variant>
        <vt:i4>1</vt:i4>
      </vt:variant>
      <vt:variant>
        <vt:lpstr>Titoli diapositive</vt:lpstr>
      </vt:variant>
      <vt:variant>
        <vt:i4>19</vt:i4>
      </vt:variant>
    </vt:vector>
  </HeadingPairs>
  <TitlesOfParts>
    <vt:vector size="25" baseType="lpstr">
      <vt:lpstr>Arial</vt:lpstr>
      <vt:lpstr>Calibri</vt:lpstr>
      <vt:lpstr>Verdana</vt:lpstr>
      <vt:lpstr>1_Personalizza struttura</vt:lpstr>
      <vt:lpstr>Blue Layout</vt:lpstr>
      <vt:lpstr>think-cell Slide</vt:lpstr>
      <vt:lpstr>CBI HUB CLOUD</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CBI Hub Cloud</dc:title>
  <dc:creator>De La Feld, Diana</dc:creator>
  <cp:lastModifiedBy>Adriatico Paolo</cp:lastModifiedBy>
  <cp:revision>22</cp:revision>
  <dcterms:created xsi:type="dcterms:W3CDTF">2022-12-13T19:23:28Z</dcterms:created>
  <dcterms:modified xsi:type="dcterms:W3CDTF">2024-04-11T15:03:58Z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a60d57e-af5b-4752-ac57-3e4f28ca11dc_Enabled">
    <vt:lpwstr>true</vt:lpwstr>
  </property>
  <property fmtid="{D5CDD505-2E9C-101B-9397-08002B2CF9AE}" pid="3" name="MSIP_Label_ea60d57e-af5b-4752-ac57-3e4f28ca11dc_SetDate">
    <vt:lpwstr>2022-12-13T19:23:29Z</vt:lpwstr>
  </property>
  <property fmtid="{D5CDD505-2E9C-101B-9397-08002B2CF9AE}" pid="4" name="MSIP_Label_ea60d57e-af5b-4752-ac57-3e4f28ca11dc_Method">
    <vt:lpwstr>Standard</vt:lpwstr>
  </property>
  <property fmtid="{D5CDD505-2E9C-101B-9397-08002B2CF9AE}" pid="5" name="MSIP_Label_ea60d57e-af5b-4752-ac57-3e4f28ca11dc_Name">
    <vt:lpwstr>ea60d57e-af5b-4752-ac57-3e4f28ca11dc</vt:lpwstr>
  </property>
  <property fmtid="{D5CDD505-2E9C-101B-9397-08002B2CF9AE}" pid="6" name="MSIP_Label_ea60d57e-af5b-4752-ac57-3e4f28ca11dc_SiteId">
    <vt:lpwstr>36da45f1-dd2c-4d1f-af13-5abe46b99921</vt:lpwstr>
  </property>
  <property fmtid="{D5CDD505-2E9C-101B-9397-08002B2CF9AE}" pid="7" name="MSIP_Label_ea60d57e-af5b-4752-ac57-3e4f28ca11dc_ActionId">
    <vt:lpwstr>b5e391e5-e59a-407a-86f5-e66aca01770d</vt:lpwstr>
  </property>
  <property fmtid="{D5CDD505-2E9C-101B-9397-08002B2CF9AE}" pid="8" name="MSIP_Label_ea60d57e-af5b-4752-ac57-3e4f28ca11dc_ContentBits">
    <vt:lpwstr>0</vt:lpwstr>
  </property>
  <property fmtid="{D5CDD505-2E9C-101B-9397-08002B2CF9AE}" pid="9" name="ContentTypeId">
    <vt:lpwstr>0x010100581465F0D2F59140916E183A0508F501</vt:lpwstr>
  </property>
  <property fmtid="{D5CDD505-2E9C-101B-9397-08002B2CF9AE}" pid="10" name="MSIP_Label_996404bd-5715-4458-bec8-3700bad58a5c_Enabled">
    <vt:lpwstr>true</vt:lpwstr>
  </property>
  <property fmtid="{D5CDD505-2E9C-101B-9397-08002B2CF9AE}" pid="11" name="MSIP_Label_996404bd-5715-4458-bec8-3700bad58a5c_SetDate">
    <vt:lpwstr>2023-06-22T12:14:59Z</vt:lpwstr>
  </property>
  <property fmtid="{D5CDD505-2E9C-101B-9397-08002B2CF9AE}" pid="12" name="MSIP_Label_996404bd-5715-4458-bec8-3700bad58a5c_Method">
    <vt:lpwstr>Standard</vt:lpwstr>
  </property>
  <property fmtid="{D5CDD505-2E9C-101B-9397-08002B2CF9AE}" pid="13" name="MSIP_Label_996404bd-5715-4458-bec8-3700bad58a5c_Name">
    <vt:lpwstr>Recipients Have Full Control</vt:lpwstr>
  </property>
  <property fmtid="{D5CDD505-2E9C-101B-9397-08002B2CF9AE}" pid="14" name="MSIP_Label_996404bd-5715-4458-bec8-3700bad58a5c_SiteId">
    <vt:lpwstr>79dc228f-c8f2-4016-8bf0-b990b6c72e98</vt:lpwstr>
  </property>
  <property fmtid="{D5CDD505-2E9C-101B-9397-08002B2CF9AE}" pid="15" name="MSIP_Label_996404bd-5715-4458-bec8-3700bad58a5c_ActionId">
    <vt:lpwstr>c3a21150-41d5-400b-a82e-3def8609c45d</vt:lpwstr>
  </property>
  <property fmtid="{D5CDD505-2E9C-101B-9397-08002B2CF9AE}" pid="16" name="MSIP_Label_996404bd-5715-4458-bec8-3700bad58a5c_ContentBits">
    <vt:lpwstr>3</vt:lpwstr>
  </property>
</Properties>
</file>